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custom-properties+xml" PartName="/docProps/custom.xml"/>
  <Override ContentType="application/vnd.openxmlformats-officedocument.presentationml.slideLayout+xml" PartName="/ppt/slideLayouts/slideLayout218.xml"/>
  <Override ContentType="application/vnd.openxmlformats-officedocument.presentationml.slideLayout+xml" PartName="/ppt/slideLayouts/slideLayout307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29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315.xml"/>
  <Override ContentType="application/vnd.openxmlformats-officedocument.presentationml.slideLayout+xml" PartName="/ppt/slideLayouts/slideLayout137.xml"/>
  <Override ContentType="application/vnd.openxmlformats-officedocument.presentationml.slideLayout+xml" PartName="/ppt/slideLayouts/slideLayout323.xml"/>
  <Override ContentType="application/vnd.openxmlformats-officedocument.presentationml.slideLayout+xml" PartName="/ppt/slideLayouts/slideLayout226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358.xml"/>
  <Override ContentType="application/vnd.openxmlformats-officedocument.presentationml.slideLayout+xml" PartName="/ppt/slideLayouts/slideLayout269.xml"/>
  <Override ContentType="application/vnd.openxmlformats-officedocument.presentationml.slideLayout+xml" PartName="/ppt/slideLayouts/slideLayout285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153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250.xml"/>
  <Override ContentType="application/vnd.openxmlformats-officedocument.presentationml.slideLayout+xml" PartName="/ppt/slideLayouts/slideLayout145.xml"/>
  <Override ContentType="application/vnd.openxmlformats-officedocument.presentationml.slideLayout+xml" PartName="/ppt/slideLayouts/slideLayout277.xml"/>
  <Override ContentType="application/vnd.openxmlformats-officedocument.presentationml.slideLayout+xml" PartName="/ppt/slideLayouts/slideLayout196.xml"/>
  <Override ContentType="application/vnd.openxmlformats-officedocument.presentationml.slideLayout+xml" PartName="/ppt/slideLayouts/slideLayout234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331.xml"/>
  <Override ContentType="application/vnd.openxmlformats-officedocument.presentationml.slideLayout+xml" PartName="/ppt/slideLayouts/slideLayout188.xml"/>
  <Override ContentType="application/vnd.openxmlformats-officedocument.presentationml.slideLayout+xml" PartName="/ppt/slideLayouts/slideLayout242.xml"/>
  <Override ContentType="application/vnd.openxmlformats-officedocument.presentationml.slideLayout+xml" PartName="/ppt/slideLayouts/slideLayout165.xml"/>
  <Override ContentType="application/vnd.openxmlformats-officedocument.presentationml.slideLayout+xml" PartName="/ppt/slideLayouts/slideLayout343.xml"/>
  <Override ContentType="application/vnd.openxmlformats-officedocument.presentationml.slideLayout+xml" PartName="/ppt/slideLayouts/slideLayout262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89.xml"/>
  <Override ContentType="application/vnd.openxmlformats-officedocument.presentationml.slideLayout+xml" PartName="/ppt/slideLayouts/slideLayout300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293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338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319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8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311.xml"/>
  <Override ContentType="application/vnd.openxmlformats-officedocument.presentationml.slideLayout+xml" PartName="/ppt/slideLayouts/slideLayout257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214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50.xml"/>
  <Override ContentType="application/vnd.openxmlformats-officedocument.presentationml.slideLayout+xml" PartName="/ppt/slideLayouts/slideLayout193.xml"/>
  <Override ContentType="application/vnd.openxmlformats-officedocument.presentationml.slideLayout+xml" PartName="/ppt/slideLayouts/slideLayout185.xml"/>
  <Override ContentType="application/vnd.openxmlformats-officedocument.presentationml.slideLayout+xml" PartName="/ppt/slideLayouts/slideLayout133.xml"/>
  <Override ContentType="application/vnd.openxmlformats-officedocument.presentationml.slideLayout+xml" PartName="/ppt/slideLayouts/slideLayout362.xml"/>
  <Override ContentType="application/vnd.openxmlformats-officedocument.presentationml.slideLayout+xml" PartName="/ppt/slideLayouts/slideLayout176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149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238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28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351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57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347.xml"/>
  <Override ContentType="application/vnd.openxmlformats-officedocument.presentationml.slideLayout+xml" PartName="/ppt/slideLayouts/slideLayout304.xml"/>
  <Override ContentType="application/vnd.openxmlformats-officedocument.presentationml.slideLayout+xml" PartName="/ppt/slideLayouts/slideLayout161.xml"/>
  <Override ContentType="application/vnd.openxmlformats-officedocument.presentationml.slideLayout+xml" PartName="/ppt/slideLayouts/slideLayout334.xml"/>
  <Override ContentType="application/vnd.openxmlformats-officedocument.presentationml.slideLayout+xml" PartName="/ppt/slideLayouts/slideLayout172.xml"/>
  <Override ContentType="application/vnd.openxmlformats-officedocument.presentationml.slideLayout+xml" PartName="/ppt/slideLayouts/slideLayout266.xml"/>
  <Override ContentType="application/vnd.openxmlformats-officedocument.presentationml.slideLayout+xml" PartName="/ppt/slideLayouts/slideLayout206.xml"/>
  <Override ContentType="application/vnd.openxmlformats-officedocument.presentationml.slideLayout+xml" PartName="/ppt/slideLayouts/slideLayout223.xml"/>
  <Override ContentType="application/vnd.openxmlformats-officedocument.presentationml.slideLayout+xml" PartName="/ppt/slideLayouts/slideLayout142.xml"/>
  <Override ContentType="application/vnd.openxmlformats-officedocument.presentationml.slideLayout+xml" PartName="/ppt/slideLayouts/slideLayout249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168.xml"/>
  <Override ContentType="application/vnd.openxmlformats-officedocument.presentationml.slideLayout+xml" PartName="/ppt/slideLayouts/slideLayout210.xml"/>
  <Override ContentType="application/vnd.openxmlformats-officedocument.presentationml.slideLayout+xml" PartName="/ppt/slideLayouts/slideLayout270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253.xml"/>
  <Override ContentType="application/vnd.openxmlformats-officedocument.presentationml.slideLayout+xml" PartName="/ppt/slideLayouts/slideLayout296.xml"/>
  <Override ContentType="application/vnd.openxmlformats-officedocument.presentationml.slideLayout+xml" PartName="/ppt/slideLayouts/slideLayout189.xml"/>
  <Override ContentType="application/vnd.openxmlformats-officedocument.presentationml.slideLayout+xml" PartName="/ppt/slideLayouts/slideLayout278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146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235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21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217.xml"/>
  <Override ContentType="application/vnd.openxmlformats-officedocument.presentationml.slideLayout+xml" PartName="/ppt/slideLayouts/slideLayout308.xml"/>
  <Override ContentType="application/vnd.openxmlformats-officedocument.presentationml.slideLayout+xml" PartName="/ppt/slideLayouts/slideLayout314.xml"/>
  <Override ContentType="application/vnd.openxmlformats-officedocument.presentationml.slideLayout+xml" PartName="/ppt/slideLayouts/slideLayout128.xml"/>
  <Override ContentType="application/vnd.openxmlformats-officedocument.presentationml.slideLayout+xml" PartName="/ppt/slideLayouts/slideLayout357.xml"/>
  <Override ContentType="application/vnd.openxmlformats-officedocument.presentationml.slideLayout+xml" PartName="/ppt/slideLayouts/slideLayout22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80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162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251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68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294.xml"/>
  <Override ContentType="application/vnd.openxmlformats-officedocument.presentationml.slideLayout+xml" PartName="/ppt/slideLayouts/slideLayout152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339.xml"/>
  <Override ContentType="application/vnd.openxmlformats-officedocument.presentationml.slideLayout+xml" PartName="/ppt/slideLayouts/slideLayout318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195.xml"/>
  <Override ContentType="application/vnd.openxmlformats-officedocument.presentationml.slideLayout+xml" PartName="/ppt/slideLayouts/slideLayout288.xml"/>
  <Override ContentType="application/vnd.openxmlformats-officedocument.presentationml.slideLayout+xml" PartName="/ppt/slideLayouts/slideLayout245.xml"/>
  <Override ContentType="application/vnd.openxmlformats-officedocument.presentationml.slideLayout+xml" PartName="/ppt/slideLayouts/slideLayout330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202.xml"/>
  <Override ContentType="application/vnd.openxmlformats-officedocument.presentationml.slideLayout+xml" PartName="/ppt/slideLayouts/slideLayout177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34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231.xml"/>
  <Override ContentType="application/vnd.openxmlformats-officedocument.presentationml.slideLayout+xml" PartName="/ppt/slideLayouts/slideLayout274.xml"/>
  <Override ContentType="application/vnd.openxmlformats-officedocument.presentationml.slideLayout+xml" PartName="/ppt/slideLayouts/slideLayout342.xml"/>
  <Override ContentType="application/vnd.openxmlformats-officedocument.presentationml.slideLayout+xml" PartName="/ppt/slideLayouts/slideLayout324.xml"/>
  <Override ContentType="application/vnd.openxmlformats-officedocument.presentationml.slideLayout+xml" PartName="/ppt/slideLayouts/slideLayout273.xml"/>
  <Override ContentType="application/vnd.openxmlformats-officedocument.presentationml.slideLayout+xml" PartName="/ppt/slideLayouts/slideLayout184.xml"/>
  <Override ContentType="application/vnd.openxmlformats-officedocument.presentationml.slideLayout+xml" PartName="/ppt/slideLayouts/slideLayout230.xml"/>
  <Override ContentType="application/vnd.openxmlformats-officedocument.presentationml.slideLayout+xml" PartName="/ppt/slideLayouts/slideLayout141.xml"/>
  <Override ContentType="application/vnd.openxmlformats-officedocument.presentationml.slideLayout+xml" PartName="/ppt/slideLayouts/slideLayout329.xml"/>
  <Override ContentType="application/vnd.openxmlformats-officedocument.presentationml.slideLayout+xml" PartName="/ppt/slideLayouts/slideLayout23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7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299.xml"/>
  <Override ContentType="application/vnd.openxmlformats-officedocument.presentationml.slideLayout+xml" PartName="/ppt/slideLayouts/slideLayout256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21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220.xml"/>
  <Override ContentType="application/vnd.openxmlformats-officedocument.presentationml.slideLayout+xml" PartName="/ppt/slideLayouts/slideLayout263.xml"/>
  <Override ContentType="application/vnd.openxmlformats-officedocument.presentationml.slideLayout+xml" PartName="/ppt/slideLayouts/slideLayout352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335.xml"/>
  <Override ContentType="application/vnd.openxmlformats-officedocument.presentationml.slideLayout+xml" PartName="/ppt/slideLayouts/slideLayout203.xml"/>
  <Override ContentType="application/vnd.openxmlformats-officedocument.presentationml.slideLayout+xml" PartName="/ppt/slideLayouts/slideLayout246.xml"/>
  <Override ContentType="application/vnd.openxmlformats-officedocument.presentationml.slideLayout+xml" PartName="/ppt/slideLayouts/slideLayout290.xml"/>
  <Override ContentType="application/vnd.openxmlformats-officedocument.presentationml.slideLayout+xml" PartName="/ppt/slideLayouts/slideLayout229.xml"/>
  <Override ContentType="application/vnd.openxmlformats-officedocument.presentationml.slideLayout+xml" PartName="/ppt/slideLayouts/slideLayout190.xml"/>
  <Override ContentType="application/vnd.openxmlformats-officedocument.presentationml.slideLayout+xml" PartName="/ppt/slideLayouts/slideLayout224.xml"/>
  <Override ContentType="application/vnd.openxmlformats-officedocument.presentationml.slideLayout+xml" PartName="/ppt/slideLayouts/slideLayout267.xml"/>
  <Override ContentType="application/vnd.openxmlformats-officedocument.presentationml.slideLayout+xml" PartName="/ppt/slideLayouts/slideLayout284.xml"/>
  <Override ContentType="application/vnd.openxmlformats-officedocument.presentationml.slideLayout+xml" PartName="/ppt/slideLayouts/slideLayout207.xml"/>
  <Override ContentType="application/vnd.openxmlformats-officedocument.presentationml.slideLayout+xml" PartName="/ppt/slideLayouts/slideLayout130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241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139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303.xml"/>
  <Override ContentType="application/vnd.openxmlformats-officedocument.presentationml.slideLayout+xml" PartName="/ppt/slideLayouts/slideLayout156.xml"/>
  <Override ContentType="application/vnd.openxmlformats-officedocument.presentationml.slideLayout+xml" PartName="/ppt/slideLayouts/slideLayout199.xml"/>
  <Override ContentType="application/vnd.openxmlformats-officedocument.presentationml.slideLayout+xml" PartName="/ppt/slideLayouts/slideLayout173.xml"/>
  <Override ContentType="application/vnd.openxmlformats-officedocument.presentationml.slideLayout+xml" PartName="/ppt/slideLayouts/slideLayout346.xml"/>
  <Override ContentType="application/vnd.openxmlformats-officedocument.presentationml.slideLayout+xml" PartName="/ppt/slideLayouts/slideLayout320.xml"/>
  <Override ContentType="application/vnd.openxmlformats-officedocument.presentationml.slideLayout+xml" PartName="/ppt/slideLayouts/slideLayout171.xml"/>
  <Override ContentType="application/vnd.openxmlformats-officedocument.presentationml.slideLayout+xml" PartName="/ppt/slideLayouts/slideLayout260.xml"/>
  <Override ContentType="application/vnd.openxmlformats-officedocument.presentationml.slideLayout+xml" PartName="/ppt/slideLayouts/slideLayout198.xml"/>
  <Override ContentType="application/vnd.openxmlformats-officedocument.presentationml.slideLayout+xml" PartName="/ppt/slideLayouts/slideLayout252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163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95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305.xml"/>
  <Override ContentType="application/vnd.openxmlformats-officedocument.presentationml.slideLayout+xml" PartName="/ppt/slideLayouts/slideLayout348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216.xml"/>
  <Override ContentType="application/vnd.openxmlformats-officedocument.presentationml.slideLayout+xml" PartName="/ppt/slideLayouts/slideLayout309.xml"/>
  <Override ContentType="application/vnd.openxmlformats-officedocument.presentationml.slideLayout+xml" PartName="/ppt/slideLayouts/slideLayout356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59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232.xml"/>
  <Override ContentType="application/vnd.openxmlformats-officedocument.presentationml.slideLayout+xml" PartName="/ppt/slideLayouts/slideLayout313.xml"/>
  <Override ContentType="application/vnd.openxmlformats-officedocument.presentationml.slideLayout+xml" PartName="/ppt/slideLayouts/slideLayout275.xml"/>
  <Override ContentType="application/vnd.openxmlformats-officedocument.presentationml.slideLayout+xml" PartName="/ppt/slideLayouts/slideLayout208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178.xml"/>
  <Override ContentType="application/vnd.openxmlformats-officedocument.presentationml.slideLayout+xml" PartName="/ppt/slideLayouts/slideLayout228.xml"/>
  <Override ContentType="application/vnd.openxmlformats-officedocument.presentationml.slideLayout+xml" PartName="/ppt/slideLayouts/slideLayout135.xml"/>
  <Override ContentType="application/vnd.openxmlformats-officedocument.presentationml.slideLayout+xml" PartName="/ppt/slideLayouts/slideLayout280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47.xml"/>
  <Override ContentType="application/vnd.openxmlformats-officedocument.presentationml.slideLayout+xml" PartName="/ppt/slideLayouts/slideLayout291.xml"/>
  <Override ContentType="application/vnd.openxmlformats-officedocument.presentationml.slideLayout+xml" PartName="/ppt/slideLayouts/slideLayout325.xml"/>
  <Override ContentType="application/vnd.openxmlformats-officedocument.presentationml.slideLayout+xml" PartName="/ppt/slideLayouts/slideLayout194.xml"/>
  <Override ContentType="application/vnd.openxmlformats-officedocument.presentationml.slideLayout+xml" PartName="/ppt/slideLayouts/slideLayout287.xml"/>
  <Override ContentType="application/vnd.openxmlformats-officedocument.presentationml.slideLayout+xml" PartName="/ppt/slideLayouts/slideLayout341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151.xml"/>
  <Override ContentType="application/vnd.openxmlformats-officedocument.presentationml.slideLayout+xml" PartName="/ppt/slideLayouts/slideLayout244.xml"/>
  <Override ContentType="application/vnd.openxmlformats-officedocument.presentationml.slideLayout+xml" PartName="/ppt/slideLayouts/slideLayout201.xml"/>
  <Override ContentType="application/vnd.openxmlformats-officedocument.presentationml.slideLayout+xml" PartName="/ppt/slideLayouts/slideLayout302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59.xml"/>
  <Override ContentType="application/vnd.openxmlformats-officedocument.presentationml.slideLayout+xml" PartName="/ppt/slideLayouts/slideLayout345.xml"/>
  <Override ContentType="application/vnd.openxmlformats-officedocument.presentationml.slideLayout+xml" PartName="/ppt/slideLayouts/slideLayout328.xml"/>
  <Override ContentType="application/vnd.openxmlformats-officedocument.presentationml.slideLayout+xml" PartName="/ppt/slideLayouts/slideLayout353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221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310.xml"/>
  <Override ContentType="application/vnd.openxmlformats-officedocument.presentationml.slideLayout+xml" PartName="/ppt/slideLayouts/slideLayout204.xml"/>
  <Override ContentType="application/vnd.openxmlformats-officedocument.presentationml.slideLayout+xml" PartName="/ppt/slideLayouts/slideLayout336.xml"/>
  <Override ContentType="application/vnd.openxmlformats-officedocument.presentationml.slideLayout+xml" PartName="/ppt/slideLayouts/slideLayout212.xml"/>
  <Override ContentType="application/vnd.openxmlformats-officedocument.presentationml.slideLayout+xml" PartName="/ppt/slideLayouts/slideLayout183.xml"/>
  <Override ContentType="application/vnd.openxmlformats-officedocument.presentationml.slideLayout+xml" PartName="/ppt/slideLayouts/slideLayout298.xml"/>
  <Override ContentType="application/vnd.openxmlformats-officedocument.presentationml.slideLayout+xml" PartName="/ppt/slideLayouts/slideLayout166.xml"/>
  <Override ContentType="application/vnd.openxmlformats-officedocument.presentationml.slideLayout+xml" PartName="/ppt/slideLayouts/slideLayout247.xml"/>
  <Override ContentType="application/vnd.openxmlformats-officedocument.presentationml.slideLayout+xml" PartName="/ppt/slideLayouts/slideLayout272.xml"/>
  <Override ContentType="application/vnd.openxmlformats-officedocument.presentationml.slideLayout+xml" PartName="/ppt/slideLayouts/slideLayout140.xml"/>
  <Override ContentType="application/vnd.openxmlformats-officedocument.presentationml.slideLayout+xml" PartName="/ppt/slideLayouts/slideLayout264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255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74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144.xml"/>
  <Override ContentType="application/vnd.openxmlformats-officedocument.presentationml.slideLayout+xml" PartName="/ppt/slideLayouts/slideLayout317.xml"/>
  <Override ContentType="application/vnd.openxmlformats-officedocument.presentationml.slideLayout+xml" PartName="/ppt/slideLayouts/slideLayout131.xml"/>
  <Override ContentType="application/vnd.openxmlformats-officedocument.presentationml.slideLayout+xml" PartName="/ppt/slideLayouts/slideLayout187.xml"/>
  <Override ContentType="application/vnd.openxmlformats-officedocument.presentationml.slideLayout+xml" PartName="/ppt/slideLayouts/slideLayout321.xml"/>
  <Override ContentType="application/vnd.openxmlformats-officedocument.presentationml.slideLayout+xml" PartName="/ppt/slideLayouts/slideLayout236.xml"/>
  <Override ContentType="application/vnd.openxmlformats-officedocument.presentationml.slideLayout+xml" PartName="/ppt/slideLayouts/slideLayout191.xml"/>
  <Override ContentType="application/vnd.openxmlformats-officedocument.presentationml.slideLayout+xml" PartName="/ppt/slideLayouts/slideLayout279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155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24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83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138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200.xml"/>
  <Override ContentType="application/vnd.openxmlformats-officedocument.presentationml.slideLayout+xml" PartName="/ppt/slideLayouts/slideLayout243.xml"/>
  <Override ContentType="application/vnd.openxmlformats-officedocument.presentationml.slideLayout+xml" PartName="/ppt/slideLayouts/slideLayout332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286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54.xml"/>
  <Override ContentType="application/vnd.openxmlformats-officedocument.presentationml.slideLayout+xml" PartName="/ppt/slideLayouts/slideLayout197.xml"/>
  <Override ContentType="application/vnd.openxmlformats-officedocument.presentationml.slideLayout+xml" PartName="/ppt/slideLayouts/slideLayout340.xml"/>
  <Override ContentType="application/vnd.openxmlformats-officedocument.presentationml.slideLayout+xml" PartName="/ppt/slideLayouts/slideLayout306.xml"/>
  <Override ContentType="application/vnd.openxmlformats-officedocument.presentationml.slideLayout+xml" PartName="/ppt/slideLayouts/slideLayout349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170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233.xml"/>
  <Override ContentType="application/vnd.openxmlformats-officedocument.presentationml.slideLayout+xml" PartName="/ppt/slideLayouts/slideLayout179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322.xml"/>
  <Override ContentType="application/vnd.openxmlformats-officedocument.presentationml.slideLayout+xml" PartName="/ppt/slideLayouts/slideLayout136.xml"/>
  <Override ContentType="application/vnd.openxmlformats-officedocument.presentationml.slideLayout+xml" PartName="/ppt/slideLayouts/slideLayout326.xml"/>
  <Override ContentType="application/vnd.openxmlformats-officedocument.presentationml.slideLayout+xml" PartName="/ppt/slideLayouts/slideLayout292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82.xml"/>
  <Override ContentType="application/vnd.openxmlformats-officedocument.presentationml.slideLayout+xml" PartName="/ppt/slideLayouts/slideLayout215.xml"/>
  <Override ContentType="application/vnd.openxmlformats-officedocument.presentationml.slideLayout+xml" PartName="/ppt/slideLayouts/slideLayout276.xml"/>
  <Override ContentType="application/vnd.openxmlformats-officedocument.presentationml.slideLayout+xml" PartName="/ppt/slideLayouts/slideLayout258.xml"/>
  <Override ContentType="application/vnd.openxmlformats-officedocument.presentationml.slideLayout+xml" PartName="/ppt/slideLayouts/slideLayout14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360.xml"/>
  <Override ContentType="application/vnd.openxmlformats-officedocument.presentationml.slideLayout+xml" PartName="/ppt/slideLayouts/slideLayout261.xml"/>
  <Override ContentType="application/vnd.openxmlformats-officedocument.presentationml.slideLayout+xml" PartName="/ppt/slideLayouts/slideLayout164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355.xml"/>
  <Override ContentType="application/vnd.openxmlformats-officedocument.presentationml.slideLayout+xml" PartName="/ppt/slideLayouts/slideLayout312.xml"/>
  <Override ContentType="application/vnd.openxmlformats-officedocument.presentationml.slideLayout+xml" PartName="/ppt/slideLayouts/slideLayout209.xml"/>
  <Override ContentType="application/vnd.openxmlformats-officedocument.presentationml.slideLayout+xml" PartName="/ppt/slideLayouts/slideLayout227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337.xml"/>
  <Override ContentType="application/vnd.openxmlformats-officedocument.presentationml.slideLayout+xml" PartName="/ppt/slideLayouts/slideLayout248.xml"/>
  <Override ContentType="application/vnd.openxmlformats-officedocument.presentationml.slideLayout+xml" PartName="/ppt/slideLayouts/slideLayout205.xml"/>
  <Override ContentType="application/vnd.openxmlformats-officedocument.presentationml.slideLayout+xml" PartName="/ppt/slideLayouts/slideLayout222.xml"/>
  <Override ContentType="application/vnd.openxmlformats-officedocument.presentationml.slideLayout+xml" PartName="/ppt/slideLayouts/slideLayout354.xml"/>
  <Override ContentType="application/vnd.openxmlformats-officedocument.presentationml.slideLayout+xml" PartName="/ppt/slideLayouts/slideLayout282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265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158.xml"/>
  <Override ContentType="application/vnd.openxmlformats-officedocument.presentationml.slideLayout+xml" PartName="/ppt/slideLayouts/slideLayout344.xml"/>
  <Override ContentType="application/vnd.openxmlformats-officedocument.presentationml.slideLayout+xml" PartName="/ppt/slideLayouts/slideLayout327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301.xml"/>
  <Override ContentType="application/vnd.openxmlformats-officedocument.presentationml.slideLayout+xml" PartName="/ppt/slideLayouts/slideLayout192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32.xml"/>
  <Override ContentType="application/vnd.openxmlformats-officedocument.presentationml.slideLayout+xml" PartName="/ppt/slideLayouts/slideLayout361.xml"/>
  <Override ContentType="application/vnd.openxmlformats-officedocument.presentationml.slideLayout+xml" PartName="/ppt/slideLayouts/slideLayout175.xml"/>
  <Override ContentType="application/vnd.openxmlformats-officedocument.presentationml.slideLayout+xml" PartName="/ppt/slideLayouts/slideLayout297.xml"/>
  <Override ContentType="application/vnd.openxmlformats-officedocument.presentationml.slideLayout+xml" PartName="/ppt/slideLayouts/slideLayout211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237.xml"/>
  <Override ContentType="application/vnd.openxmlformats-officedocument.presentationml.slideLayout+xml" PartName="/ppt/slideLayouts/slideLayout143.xml"/>
  <Override ContentType="application/vnd.openxmlformats-officedocument.presentationml.slideLayout+xml" PartName="/ppt/slideLayouts/slideLayout271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254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350.xml"/>
  <Override ContentType="application/vnd.openxmlformats-officedocument.presentationml.slideLayout+xml" PartName="/ppt/slideLayouts/slideLayout169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316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86.xml"/>
  <Override ContentType="application/vnd.openxmlformats-officedocument.presentationml.slideLayout+xml" PartName="/ppt/slideLayouts/slideLayout359.xml"/>
  <Override ContentType="application/vnd.openxmlformats-officedocument.presentationml.slideLayout+xml" PartName="/ppt/slideLayouts/slideLayout160.xml"/>
  <Override ContentType="application/vnd.openxmlformats-officedocument.presentationml.slideLayout+xml" PartName="/ppt/slideLayouts/slideLayout333.xml"/>
  <Override ContentType="application/vnd.openxmlformats-officedocument.presentationml.slideMaster+xml" PartName="/ppt/slideMasters/slideMaster8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7.xml"/>
  <Override ContentType="application/vnd.openxmlformats-officedocument.presentationml.slideMaster+xml" PartName="/ppt/slideMasters/slideMaster6.xml"/>
  <Override ContentType="application/vnd.openxmlformats-officedocument.presentationml.slideMaster+xml" PartName="/ppt/slideMasters/slideMaster5.xml"/>
  <Override ContentType="application/binary" PartName="/ppt/metadata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package.core-properties+xml" PartName="/docProps/core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7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theme+xml" PartName="/ppt/theme/theme8.xml"/>
  <Override ContentType="application/vnd.openxmlformats-officedocument.theme+xml" PartName="/ppt/theme/theme9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custom-properties" Target="docProps/custom.xml"/><Relationship Id="rId2" Type="http://schemas.openxmlformats.org/package/2006/relationships/metadata/core-properties" Target="docProps/core.xml"/><Relationship Id="rId3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4"/>
    <p:sldMasterId id="2147483661" r:id="rId5"/>
    <p:sldMasterId id="2147483712" r:id="rId6"/>
    <p:sldMasterId id="2147483763" r:id="rId7"/>
    <p:sldMasterId id="2147483814" r:id="rId8"/>
    <p:sldMasterId id="2147483865" r:id="rId9"/>
    <p:sldMasterId id="2147483916" r:id="rId10"/>
    <p:sldMasterId id="2147483967" r:id="rId11"/>
  </p:sldMasterIdLst>
  <p:notesMasterIdLst>
    <p:notesMasterId r:id="rId12"/>
  </p:notesMasterIdLst>
  <p:sldIdLst>
    <p:sldId id="256" r:id="rId13"/>
    <p:sldId id="257" r:id="rId14"/>
    <p:sldId id="258" r:id="rId15"/>
    <p:sldId id="259" r:id="rId16"/>
    <p:sldId id="260" r:id="rId17"/>
    <p:sldId id="261" r:id="rId18"/>
    <p:sldId id="262" r:id="rId19"/>
    <p:sldId id="263" r:id="rId20"/>
    <p:sldId id="264" r:id="rId21"/>
    <p:sldId id="265" r:id="rId22"/>
    <p:sldId id="266" r:id="rId23"/>
    <p:sldId id="267" r:id="rId24"/>
    <p:sldId id="268" r:id="rId25"/>
    <p:sldId id="269" r:id="rId26"/>
    <p:sldId id="270" r:id="rId27"/>
    <p:sldId id="271" r:id="rId28"/>
    <p:sldId id="272" r:id="rId29"/>
    <p:sldId id="273" r:id="rId30"/>
    <p:sldId id="274" r:id="rId31"/>
    <p:sldId id="275" r:id="rId32"/>
    <p:sldId id="276" r:id="rId33"/>
    <p:sldId id="277" r:id="rId34"/>
    <p:sldId id="278" r:id="rId35"/>
    <p:sldId id="279" r:id="rId36"/>
    <p:sldId id="280" r:id="rId37"/>
    <p:sldId id="281" r:id="rId38"/>
    <p:sldId id="282" r:id="rId39"/>
    <p:sldId id="283" r:id="rId40"/>
    <p:sldId id="284" r:id="rId41"/>
    <p:sldId id="285" r:id="rId42"/>
    <p:sldId id="286" r:id="rId43"/>
    <p:sldId id="287" r:id="rId44"/>
    <p:sldId id="288" r:id="rId45"/>
    <p:sldId id="289" r:id="rId46"/>
    <p:sldId id="290" r:id="rId47"/>
    <p:sldId id="291" r:id="rId48"/>
  </p:sldIdLst>
  <p:sldSz cy="5143500" cx="9144000"/>
  <p:notesSz cx="6858000" cy="9144000"/>
  <p:embeddedFontLst>
    <p:embeddedFont>
      <p:font typeface="Permanent Marker"/>
      <p:regular r:id="rId49"/>
    </p:embeddedFont>
    <p:embeddedFont>
      <p:font typeface="Itim"/>
      <p:regular r:id="rId5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  <p:ext uri="GoogleSlidesCustomDataVersion2">
      <go:slidesCustomData xmlns:go="http://customooxmlschemas.google.com/" r:id="rId51" roundtripDataSignature="AMtx7miHAfd5yIM8eAa2j59jBY4i1rCxjg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28.xml"/><Relationship Id="rId42" Type="http://schemas.openxmlformats.org/officeDocument/2006/relationships/slide" Target="slides/slide30.xml"/><Relationship Id="rId41" Type="http://schemas.openxmlformats.org/officeDocument/2006/relationships/slide" Target="slides/slide29.xml"/><Relationship Id="rId44" Type="http://schemas.openxmlformats.org/officeDocument/2006/relationships/slide" Target="slides/slide32.xml"/><Relationship Id="rId43" Type="http://schemas.openxmlformats.org/officeDocument/2006/relationships/slide" Target="slides/slide31.xml"/><Relationship Id="rId46" Type="http://schemas.openxmlformats.org/officeDocument/2006/relationships/slide" Target="slides/slide34.xml"/><Relationship Id="rId45" Type="http://schemas.openxmlformats.org/officeDocument/2006/relationships/slide" Target="slides/slide33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48" Type="http://schemas.openxmlformats.org/officeDocument/2006/relationships/slide" Target="slides/slide36.xml"/><Relationship Id="rId47" Type="http://schemas.openxmlformats.org/officeDocument/2006/relationships/slide" Target="slides/slide35.xml"/><Relationship Id="rId49" Type="http://schemas.openxmlformats.org/officeDocument/2006/relationships/font" Target="fonts/PermanentMarker-regular.fntdata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7" Type="http://schemas.openxmlformats.org/officeDocument/2006/relationships/slideMaster" Target="slideMasters/slideMaster4.xml"/><Relationship Id="rId8" Type="http://schemas.openxmlformats.org/officeDocument/2006/relationships/slideMaster" Target="slideMasters/slideMaster5.xml"/><Relationship Id="rId31" Type="http://schemas.openxmlformats.org/officeDocument/2006/relationships/slide" Target="slides/slide19.xml"/><Relationship Id="rId30" Type="http://schemas.openxmlformats.org/officeDocument/2006/relationships/slide" Target="slides/slide18.xml"/><Relationship Id="rId33" Type="http://schemas.openxmlformats.org/officeDocument/2006/relationships/slide" Target="slides/slide21.xml"/><Relationship Id="rId32" Type="http://schemas.openxmlformats.org/officeDocument/2006/relationships/slide" Target="slides/slide20.xml"/><Relationship Id="rId35" Type="http://schemas.openxmlformats.org/officeDocument/2006/relationships/slide" Target="slides/slide23.xml"/><Relationship Id="rId34" Type="http://schemas.openxmlformats.org/officeDocument/2006/relationships/slide" Target="slides/slide22.xml"/><Relationship Id="rId37" Type="http://schemas.openxmlformats.org/officeDocument/2006/relationships/slide" Target="slides/slide25.xml"/><Relationship Id="rId36" Type="http://schemas.openxmlformats.org/officeDocument/2006/relationships/slide" Target="slides/slide24.xml"/><Relationship Id="rId39" Type="http://schemas.openxmlformats.org/officeDocument/2006/relationships/slide" Target="slides/slide27.xml"/><Relationship Id="rId38" Type="http://schemas.openxmlformats.org/officeDocument/2006/relationships/slide" Target="slides/slide26.xml"/><Relationship Id="rId20" Type="http://schemas.openxmlformats.org/officeDocument/2006/relationships/slide" Target="slides/slide8.xml"/><Relationship Id="rId22" Type="http://schemas.openxmlformats.org/officeDocument/2006/relationships/slide" Target="slides/slide10.xml"/><Relationship Id="rId21" Type="http://schemas.openxmlformats.org/officeDocument/2006/relationships/slide" Target="slides/slide9.xml"/><Relationship Id="rId24" Type="http://schemas.openxmlformats.org/officeDocument/2006/relationships/slide" Target="slides/slide12.xml"/><Relationship Id="rId23" Type="http://schemas.openxmlformats.org/officeDocument/2006/relationships/slide" Target="slides/slide11.xml"/><Relationship Id="rId26" Type="http://schemas.openxmlformats.org/officeDocument/2006/relationships/slide" Target="slides/slide14.xml"/><Relationship Id="rId25" Type="http://schemas.openxmlformats.org/officeDocument/2006/relationships/slide" Target="slides/slide13.xml"/><Relationship Id="rId28" Type="http://schemas.openxmlformats.org/officeDocument/2006/relationships/slide" Target="slides/slide16.xml"/><Relationship Id="rId27" Type="http://schemas.openxmlformats.org/officeDocument/2006/relationships/slide" Target="slides/slide15.xml"/><Relationship Id="rId29" Type="http://schemas.openxmlformats.org/officeDocument/2006/relationships/slide" Target="slides/slide17.xml"/><Relationship Id="rId51" Type="http://customschemas.google.com/relationships/presentationmetadata" Target="metadata"/><Relationship Id="rId50" Type="http://schemas.openxmlformats.org/officeDocument/2006/relationships/font" Target="fonts/Itim-regular.fntdata"/><Relationship Id="rId11" Type="http://schemas.openxmlformats.org/officeDocument/2006/relationships/slideMaster" Target="slideMasters/slideMaster8.xml"/><Relationship Id="rId10" Type="http://schemas.openxmlformats.org/officeDocument/2006/relationships/slideMaster" Target="slideMasters/slideMaster7.xml"/><Relationship Id="rId13" Type="http://schemas.openxmlformats.org/officeDocument/2006/relationships/slide" Target="slides/slide1.xml"/><Relationship Id="rId12" Type="http://schemas.openxmlformats.org/officeDocument/2006/relationships/notesMaster" Target="notesMasters/notesMaster1.xml"/><Relationship Id="rId15" Type="http://schemas.openxmlformats.org/officeDocument/2006/relationships/slide" Target="slides/slide3.xml"/><Relationship Id="rId14" Type="http://schemas.openxmlformats.org/officeDocument/2006/relationships/slide" Target="slides/slide2.xml"/><Relationship Id="rId17" Type="http://schemas.openxmlformats.org/officeDocument/2006/relationships/slide" Target="slides/slide5.xml"/><Relationship Id="rId16" Type="http://schemas.openxmlformats.org/officeDocument/2006/relationships/slide" Target="slides/slide4.xml"/><Relationship Id="rId19" Type="http://schemas.openxmlformats.org/officeDocument/2006/relationships/slide" Target="slides/slide7.xml"/><Relationship Id="rId18" Type="http://schemas.openxmlformats.org/officeDocument/2006/relationships/slide" Target="slides/slide6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92" name="Shape 10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3" name="Google Shape;10693;p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694" name="Google Shape;10694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98" name="Shape 10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9" name="Google Shape;10699;p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700" name="Google Shape;10700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45" name="Shape 10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6" name="Google Shape;10746;p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747" name="Google Shape;10747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look at the code and notice how when the Set  was initialized there were two elements called “Eggs”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Then point out how Eggs where only printed once</a:t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56" name="Shape 10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7" name="Google Shape;10757;p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758" name="Google Shape;10758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67" name="Shape 10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8" name="Google Shape;10768;p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769" name="Google Shape;10769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81" name="Shape 10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2" name="Google Shape;10782;p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783" name="Google Shape;10783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90" name="Shape 10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1" name="Google Shape;10791;p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792" name="Google Shape;10792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Ask students to if there is anyone who has an output that is in a different order then the one on screen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Hopefully statistically someone will have a different run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	But if they are al the same ask them to run the program again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Make sure it is well known that Sets do not keep the same order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10" name="Shape 10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1" name="Google Shape;10811;p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812" name="Google Shape;10812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57" name="Shape 10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8" name="Google Shape;10858;p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859" name="Google Shape;10859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22" name="Shape 10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3" name="Google Shape;10923;p1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924" name="Google Shape;10924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69" name="Shape 10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0" name="Google Shape;10970;p1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971" name="Google Shape;10971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09" name="Shape 1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0" name="Google Shape;11010;p1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011" name="Google Shape;11011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Have a discussion with students if the list removed what they expected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Remind the students that .add() when used with list will add an element into an arbitrary postiond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54" name="Shape 1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5" name="Google Shape;11055;p1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056" name="Google Shape;11056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81" name="Shape 11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2" name="Google Shape;11082;g3b4d0c408d1_1_2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083" name="Google Shape;11083;g3b4d0c408d1_1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90" name="Shape 1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1" name="Google Shape;11091;p1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092" name="Google Shape;11092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37" name="Shape 1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8" name="Google Shape;11138;p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139" name="Google Shape;11139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82" name="Shape 1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3" name="Google Shape;11183;p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184" name="Google Shape;11184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think will output after remove(“Milk”) happens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After students predict click and show the answer</a:t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01" name="Shape 1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2" name="Google Shape;11202;p1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203" name="Google Shape;11203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21" name="Shape 1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2" name="Google Shape;11222;p1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223" name="Google Shape;11223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think will output after .pop() happens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Ask them which element they think will removed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Ask them what they think the final list will look like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After students predict click and show the answer</a:t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40" name="Shape 11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1" name="Google Shape;11241;p1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242" name="Google Shape;11242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a discussion with students if the list removed what they expected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Remind the students that .pop() when used with list will remove an arbitrary element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60" name="Shape 1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1" name="Google Shape;11261;g3b4d0c408d1_1_4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262" name="Google Shape;11262;g3b4d0c408d1_1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69" name="Shape 11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0" name="Google Shape;11270;g3b4d0c408d1_1_5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271" name="Google Shape;11271;g3b4d0c408d1_1_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16" name="Shape 11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7" name="Google Shape;11317;g3b4d0c408d1_1_10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18" name="Google Shape;11318;g3b4d0c408d1_1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each print statement will output</a:t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26" name="Shape 1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7" name="Google Shape;11327;g3b4d0c408d1_1_13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28" name="Google Shape;11328;g3b4d0c408d1_1_1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each print statement will output</a:t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37" name="Shape 1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8" name="Google Shape;11338;g3b4d0c408d1_2_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39" name="Google Shape;11339;g3b4d0c408d1_2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this will print</a:t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47" name="Shape 11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8" name="Google Shape;11348;g3b4d0c408d1_2_1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49" name="Google Shape;11349;g3b4d0c408d1_2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this will print</a:t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58" name="Shape 1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9" name="Google Shape;11359;g3b4d0c408d1_2_2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60" name="Google Shape;11360;g3b4d0c408d1_2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this will print</a:t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68" name="Shape 11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9" name="Google Shape;11369;g3b4d0c408d1_2_3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70" name="Google Shape;11370;g3b4d0c408d1_2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this will print</a:t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79" name="Shape 1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0" name="Google Shape;11380;g3b4d0c408d1_4_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81" name="Google Shape;11381;g3b4d0c408d1_4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this will print</a:t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89" name="Shape 11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0" name="Google Shape;11390;g3b4d0c408d1_4_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391" name="Google Shape;11391;g3b4d0c408d1_4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Have students predict what this will print</a:t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00" name="Shape 1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1" name="Google Shape;11401;p2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402" name="Google Shape;11402;p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47" name="Shape 1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8" name="Google Shape;11448;p2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449" name="Google Shape;11449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89" name="Shape 1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0" name="Google Shape;11490;p2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491" name="Google Shape;11491;p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34" name="Shape 1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5" name="Google Shape;11535;p2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536" name="Google Shape;11536;p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79" name="Shape 11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0" name="Google Shape;11580;p2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581" name="Google Shape;11581;p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25" name="Shape 11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6" name="Google Shape;11626;p2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627" name="Google Shape;11627;p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Ask the Students to describe what the grocery list is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	We are look for answers like [a bunch of item, order, and changeable]</a:t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 1">
  <p:cSld name="TITLE_1">
    <p:spTree>
      <p:nvGrpSpPr>
        <p:cNvPr id="10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27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" name="Google Shape;12;p27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" name="Google Shape;13;p27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4" name="Google Shape;14;p27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15" name="Google Shape;15;p27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16" name="Google Shape;16;p27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27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27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7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7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7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7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7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7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7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7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" name="Google Shape;27;p27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" name="Google Shape;28;p27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29" name="Google Shape;29;p27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7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7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7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7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7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7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7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7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7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7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7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41" name="Google Shape;41;p27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7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" name="Google Shape;43;p27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44" name="Google Shape;44;p27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7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7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7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7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7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" name="Google Shape;50;p27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Google Shape;51;p27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2" name="Google Shape;52;p27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45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5" name="Google Shape;55;p45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6" name="Google Shape;56;p4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46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9" name="Google Shape;59;p4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47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2" name="Google Shape;62;p47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3" name="Google Shape;63;p4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48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6" name="Google Shape;66;p48"/>
          <p:cNvSpPr txBox="1"/>
          <p:nvPr>
            <p:ph idx="1" type="body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67" name="Google Shape;67;p48"/>
          <p:cNvSpPr txBox="1"/>
          <p:nvPr>
            <p:ph idx="2" type="body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68" name="Google Shape;68;p4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49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1" name="Google Shape;71;p4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50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4" name="Google Shape;74;p50"/>
          <p:cNvSpPr txBox="1"/>
          <p:nvPr>
            <p:ph idx="1" type="body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048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75" name="Google Shape;75;p5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51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78" name="Google Shape;78;p5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52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52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2" name="Google Shape;82;p52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3" name="Google Shape;83;p52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3429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4" name="Google Shape;84;p5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53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87" name="Google Shape;87;p5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54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90" name="Google Shape;90;p54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1" name="Google Shape;91;p5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5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" name="Google Shape;100;p2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1" name="Google Shape;101;p2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3" name="Google Shape;123;p29"/>
          <p:cNvSpPr txBox="1"/>
          <p:nvPr>
            <p:ph idx="1" type="subTitle"/>
          </p:nvPr>
        </p:nvSpPr>
        <p:spPr>
          <a:xfrm>
            <a:off x="3117150" y="3530226"/>
            <a:ext cx="29097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4" name="Google Shape;124;p29"/>
          <p:cNvSpPr txBox="1"/>
          <p:nvPr>
            <p:ph type="title"/>
          </p:nvPr>
        </p:nvSpPr>
        <p:spPr>
          <a:xfrm>
            <a:off x="1918650" y="1613852"/>
            <a:ext cx="5306700" cy="17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5" name="Google Shape;125;p29"/>
          <p:cNvSpPr txBox="1"/>
          <p:nvPr>
            <p:ph idx="2" type="title"/>
          </p:nvPr>
        </p:nvSpPr>
        <p:spPr>
          <a:xfrm>
            <a:off x="3843750" y="591078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126" name="Google Shape;126;p29"/>
          <p:cNvGrpSpPr/>
          <p:nvPr/>
        </p:nvGrpSpPr>
        <p:grpSpPr>
          <a:xfrm flipH="1" rot="-697126">
            <a:off x="569287" y="-351303"/>
            <a:ext cx="1305393" cy="1346461"/>
            <a:chOff x="1492000" y="427450"/>
            <a:chExt cx="1188000" cy="1225375"/>
          </a:xfrm>
        </p:grpSpPr>
        <p:sp>
          <p:nvSpPr>
            <p:cNvPr id="127" name="Google Shape;127;p29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9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9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9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9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9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9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9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9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9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9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3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40" name="Google Shape;140;p3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3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3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3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3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3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3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3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3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3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3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3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3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3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3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3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3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3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3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9" name="Google Shape;159;p30"/>
          <p:cNvSpPr txBox="1"/>
          <p:nvPr>
            <p:ph idx="1" type="subTitle"/>
          </p:nvPr>
        </p:nvSpPr>
        <p:spPr>
          <a:xfrm>
            <a:off x="890100" y="1760244"/>
            <a:ext cx="7533900" cy="27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0" name="Google Shape;160;p30"/>
          <p:cNvSpPr txBox="1"/>
          <p:nvPr>
            <p:ph type="title"/>
          </p:nvPr>
        </p:nvSpPr>
        <p:spPr>
          <a:xfrm>
            <a:off x="4572000" y="540000"/>
            <a:ext cx="3852000" cy="103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34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" name="Google Shape;162;p3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63" name="Google Shape;163;p3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3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3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3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3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3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3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3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3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3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3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3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3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3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3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3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3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3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3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3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3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3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" name="Google Shape;185;p31"/>
          <p:cNvSpPr txBox="1"/>
          <p:nvPr>
            <p:ph type="title"/>
          </p:nvPr>
        </p:nvSpPr>
        <p:spPr>
          <a:xfrm>
            <a:off x="717000" y="1491225"/>
            <a:ext cx="3870300" cy="9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6" name="Google Shape;186;p31"/>
          <p:cNvSpPr txBox="1"/>
          <p:nvPr>
            <p:ph idx="1" type="subTitle"/>
          </p:nvPr>
        </p:nvSpPr>
        <p:spPr>
          <a:xfrm>
            <a:off x="1870200" y="2570158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56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" name="Google Shape;189;p56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90" name="Google Shape;190;p56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91" name="Google Shape;191;p56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192" name="Google Shape;192;p56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193" name="Google Shape;193;p56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56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56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56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56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56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56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56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56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56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56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4" name="Google Shape;204;p56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5" name="Google Shape;205;p56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206" name="Google Shape;206;p56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56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56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56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56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56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56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56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56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56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56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7" name="Google Shape;217;p56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218" name="Google Shape;218;p56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56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0" name="Google Shape;220;p56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221" name="Google Shape;221;p56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56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56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56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56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56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7" name="Google Shape;227;p56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8" name="Google Shape;228;p56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29" name="Google Shape;229;p56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57"/>
          <p:cNvSpPr/>
          <p:nvPr/>
        </p:nvSpPr>
        <p:spPr>
          <a:xfrm>
            <a:off x="8740343" y="1780347"/>
            <a:ext cx="20479" cy="58449"/>
          </a:xfrm>
          <a:custGeom>
            <a:rect b="b" l="l" r="r" t="t"/>
            <a:pathLst>
              <a:path extrusionOk="0" h="1403" w="488">
                <a:moveTo>
                  <a:pt x="249" y="0"/>
                </a:moveTo>
                <a:cubicBezTo>
                  <a:pt x="193" y="0"/>
                  <a:pt x="139" y="35"/>
                  <a:pt x="118" y="90"/>
                </a:cubicBezTo>
                <a:cubicBezTo>
                  <a:pt x="73" y="190"/>
                  <a:pt x="46" y="289"/>
                  <a:pt x="28" y="397"/>
                </a:cubicBezTo>
                <a:cubicBezTo>
                  <a:pt x="19" y="442"/>
                  <a:pt x="1" y="496"/>
                  <a:pt x="19" y="541"/>
                </a:cubicBezTo>
                <a:cubicBezTo>
                  <a:pt x="19" y="559"/>
                  <a:pt x="28" y="568"/>
                  <a:pt x="37" y="586"/>
                </a:cubicBezTo>
                <a:cubicBezTo>
                  <a:pt x="64" y="595"/>
                  <a:pt x="145" y="613"/>
                  <a:pt x="145" y="622"/>
                </a:cubicBezTo>
                <a:cubicBezTo>
                  <a:pt x="145" y="631"/>
                  <a:pt x="100" y="649"/>
                  <a:pt x="73" y="658"/>
                </a:cubicBezTo>
                <a:cubicBezTo>
                  <a:pt x="37" y="667"/>
                  <a:pt x="46" y="685"/>
                  <a:pt x="46" y="694"/>
                </a:cubicBezTo>
                <a:cubicBezTo>
                  <a:pt x="37" y="902"/>
                  <a:pt x="46" y="1100"/>
                  <a:pt x="109" y="1307"/>
                </a:cubicBezTo>
                <a:cubicBezTo>
                  <a:pt x="118" y="1343"/>
                  <a:pt x="154" y="1379"/>
                  <a:pt x="190" y="1397"/>
                </a:cubicBezTo>
                <a:cubicBezTo>
                  <a:pt x="203" y="1401"/>
                  <a:pt x="215" y="1402"/>
                  <a:pt x="228" y="1402"/>
                </a:cubicBezTo>
                <a:cubicBezTo>
                  <a:pt x="289" y="1402"/>
                  <a:pt x="348" y="1367"/>
                  <a:pt x="371" y="1307"/>
                </a:cubicBezTo>
                <a:cubicBezTo>
                  <a:pt x="434" y="1109"/>
                  <a:pt x="443" y="902"/>
                  <a:pt x="443" y="703"/>
                </a:cubicBezTo>
                <a:cubicBezTo>
                  <a:pt x="443" y="685"/>
                  <a:pt x="452" y="676"/>
                  <a:pt x="416" y="658"/>
                </a:cubicBezTo>
                <a:cubicBezTo>
                  <a:pt x="389" y="649"/>
                  <a:pt x="344" y="640"/>
                  <a:pt x="344" y="622"/>
                </a:cubicBezTo>
                <a:cubicBezTo>
                  <a:pt x="344" y="613"/>
                  <a:pt x="425" y="595"/>
                  <a:pt x="443" y="586"/>
                </a:cubicBezTo>
                <a:cubicBezTo>
                  <a:pt x="461" y="577"/>
                  <a:pt x="470" y="559"/>
                  <a:pt x="470" y="550"/>
                </a:cubicBezTo>
                <a:cubicBezTo>
                  <a:pt x="488" y="496"/>
                  <a:pt x="470" y="451"/>
                  <a:pt x="461" y="397"/>
                </a:cubicBezTo>
                <a:cubicBezTo>
                  <a:pt x="443" y="298"/>
                  <a:pt x="416" y="190"/>
                  <a:pt x="380" y="90"/>
                </a:cubicBezTo>
                <a:cubicBezTo>
                  <a:pt x="362" y="54"/>
                  <a:pt x="335" y="27"/>
                  <a:pt x="298" y="9"/>
                </a:cubicBezTo>
                <a:cubicBezTo>
                  <a:pt x="282" y="3"/>
                  <a:pt x="266" y="0"/>
                  <a:pt x="2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2" name="Google Shape;232;p5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33" name="Google Shape;233;p5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5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5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5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5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5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5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5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5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5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5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5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5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5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5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5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5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5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5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5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5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5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5" name="Google Shape;255;p57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56" name="Google Shape;256;p57"/>
          <p:cNvSpPr txBox="1"/>
          <p:nvPr>
            <p:ph idx="1" type="body"/>
          </p:nvPr>
        </p:nvSpPr>
        <p:spPr>
          <a:xfrm>
            <a:off x="720000" y="1170724"/>
            <a:ext cx="7704000" cy="389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1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AutoNum type="romanLcPeriod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p5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259" name="Google Shape;259;p58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260" name="Google Shape;260;p58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1" name="Google Shape;261;p5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262" name="Google Shape;262;p58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263" name="Google Shape;263;p5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" name="Google Shape;264;p5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5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p5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267;p5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5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5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" name="Google Shape;270;p5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5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5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p5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274;p5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5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p5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p5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8" name="Google Shape;278;p58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279" name="Google Shape;279;p5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5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5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5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5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5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5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5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5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5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5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5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5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5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5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294" name="Google Shape;294;p58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95" name="Google Shape;295;p58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96" name="Google Shape;296;p58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97" name="Google Shape;297;p58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98" name="Google Shape;298;p58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99" name="Google Shape;299;p5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300" name="Google Shape;300;p58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1" name="Google Shape;301;p58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02" name="Google Shape;302;p58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03" name="Google Shape;303;p58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04" name="Google Shape;304;p58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" name="Google Shape;306;p59"/>
          <p:cNvGrpSpPr/>
          <p:nvPr/>
        </p:nvGrpSpPr>
        <p:grpSpPr>
          <a:xfrm>
            <a:off x="352670" y="6764"/>
            <a:ext cx="8793030" cy="5129556"/>
            <a:chOff x="514825" y="859725"/>
            <a:chExt cx="6865800" cy="4005275"/>
          </a:xfrm>
        </p:grpSpPr>
        <p:sp>
          <p:nvSpPr>
            <p:cNvPr id="307" name="Google Shape;307;p5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5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5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5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5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5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5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5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5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5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5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5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5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5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5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5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5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5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5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5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5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8" name="Google Shape;328;p59"/>
          <p:cNvSpPr txBox="1"/>
          <p:nvPr>
            <p:ph type="title"/>
          </p:nvPr>
        </p:nvSpPr>
        <p:spPr>
          <a:xfrm>
            <a:off x="4572000" y="540000"/>
            <a:ext cx="3852000" cy="4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" name="Google Shape;330;p6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31" name="Google Shape;331;p6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6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6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6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6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6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6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6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6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6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6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6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6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6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6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6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6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6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6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350" name="Google Shape;350;p60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51" name="Google Shape;351;p60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" name="Google Shape;352;p60"/>
          <p:cNvSpPr txBox="1"/>
          <p:nvPr>
            <p:ph type="title"/>
          </p:nvPr>
        </p:nvSpPr>
        <p:spPr>
          <a:xfrm>
            <a:off x="720000" y="1560650"/>
            <a:ext cx="3519300" cy="167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53" name="Google Shape;353;p60"/>
          <p:cNvSpPr txBox="1"/>
          <p:nvPr>
            <p:ph idx="1" type="subTitle"/>
          </p:nvPr>
        </p:nvSpPr>
        <p:spPr>
          <a:xfrm rot="684086">
            <a:off x="5771626" y="1941489"/>
            <a:ext cx="1878775" cy="154912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5" name="Google Shape;355;p6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56" name="Google Shape;356;p6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6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6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6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6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6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6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6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6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6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6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6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6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6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6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6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6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6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6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" name="Google Shape;375;p61"/>
          <p:cNvSpPr txBox="1"/>
          <p:nvPr>
            <p:ph type="title"/>
          </p:nvPr>
        </p:nvSpPr>
        <p:spPr>
          <a:xfrm>
            <a:off x="1061575" y="1472687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76" name="Google Shape;376;p61"/>
          <p:cNvSpPr txBox="1"/>
          <p:nvPr>
            <p:ph idx="1" type="body"/>
          </p:nvPr>
        </p:nvSpPr>
        <p:spPr>
          <a:xfrm>
            <a:off x="1061575" y="2468991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cxnSp>
        <p:nvCxnSpPr>
          <p:cNvPr id="377" name="Google Shape;377;p61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78" name="Google Shape;378;p61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79" name="Shape 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" name="Google Shape;380;p62"/>
          <p:cNvSpPr txBox="1"/>
          <p:nvPr>
            <p:ph type="title"/>
          </p:nvPr>
        </p:nvSpPr>
        <p:spPr>
          <a:xfrm>
            <a:off x="3223200" y="1570950"/>
            <a:ext cx="2697600" cy="20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2" name="Google Shape;382;p6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83" name="Google Shape;383;p6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6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6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6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6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6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6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6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6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6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6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6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6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6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6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6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6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6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6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02" name="Google Shape;402;p63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03" name="Google Shape;403;p63"/>
          <p:cNvSpPr txBox="1"/>
          <p:nvPr>
            <p:ph hasCustomPrompt="1" type="title"/>
          </p:nvPr>
        </p:nvSpPr>
        <p:spPr>
          <a:xfrm>
            <a:off x="1768200" y="1654521"/>
            <a:ext cx="5607600" cy="8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04" name="Google Shape;404;p63"/>
          <p:cNvSpPr txBox="1"/>
          <p:nvPr>
            <p:ph idx="1" type="body"/>
          </p:nvPr>
        </p:nvSpPr>
        <p:spPr>
          <a:xfrm>
            <a:off x="2710050" y="2650221"/>
            <a:ext cx="3723900" cy="6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05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6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8" name="Google Shape;408;p65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409" name="Google Shape;409;p65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10" name="Google Shape;410;p6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11" name="Google Shape;411;p65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412" name="Google Shape;412;p6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6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6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6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6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6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6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6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6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6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6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6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p6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p6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6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" name="Google Shape;427;p65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428" name="Google Shape;428;p6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6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6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6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6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6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6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6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6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6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6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6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6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6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p6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443" name="Google Shape;443;p65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4" name="Google Shape;444;p65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5" name="Google Shape;445;p65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6" name="Google Shape;446;p65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7" name="Google Shape;447;p65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8" name="Google Shape;448;p6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449" name="Google Shape;449;p65"/>
          <p:cNvSpPr txBox="1"/>
          <p:nvPr>
            <p:ph type="title"/>
          </p:nvPr>
        </p:nvSpPr>
        <p:spPr>
          <a:xfrm>
            <a:off x="720000" y="540000"/>
            <a:ext cx="336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50" name="Google Shape;450;p65"/>
          <p:cNvSpPr txBox="1"/>
          <p:nvPr>
            <p:ph idx="1" type="subTitle"/>
          </p:nvPr>
        </p:nvSpPr>
        <p:spPr>
          <a:xfrm>
            <a:off x="90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51" name="Google Shape;451;p65"/>
          <p:cNvSpPr txBox="1"/>
          <p:nvPr>
            <p:ph idx="2" type="subTitle"/>
          </p:nvPr>
        </p:nvSpPr>
        <p:spPr>
          <a:xfrm>
            <a:off x="567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52" name="Google Shape;452;p65"/>
          <p:cNvSpPr txBox="1"/>
          <p:nvPr>
            <p:ph idx="3" type="subTitle"/>
          </p:nvPr>
        </p:nvSpPr>
        <p:spPr>
          <a:xfrm>
            <a:off x="90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53" name="Google Shape;453;p65"/>
          <p:cNvSpPr txBox="1"/>
          <p:nvPr>
            <p:ph idx="4" type="subTitle"/>
          </p:nvPr>
        </p:nvSpPr>
        <p:spPr>
          <a:xfrm>
            <a:off x="567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54" name="Google Shape;454;p65"/>
          <p:cNvSpPr txBox="1"/>
          <p:nvPr>
            <p:ph idx="5" type="subTitle"/>
          </p:nvPr>
        </p:nvSpPr>
        <p:spPr>
          <a:xfrm>
            <a:off x="90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55" name="Google Shape;455;p65"/>
          <p:cNvSpPr txBox="1"/>
          <p:nvPr>
            <p:ph idx="6" type="subTitle"/>
          </p:nvPr>
        </p:nvSpPr>
        <p:spPr>
          <a:xfrm>
            <a:off x="567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56" name="Google Shape;456;p65"/>
          <p:cNvSpPr txBox="1"/>
          <p:nvPr>
            <p:ph idx="7" type="subTitle"/>
          </p:nvPr>
        </p:nvSpPr>
        <p:spPr>
          <a:xfrm>
            <a:off x="90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57" name="Google Shape;457;p65"/>
          <p:cNvSpPr txBox="1"/>
          <p:nvPr>
            <p:ph idx="8" type="subTitle"/>
          </p:nvPr>
        </p:nvSpPr>
        <p:spPr>
          <a:xfrm>
            <a:off x="567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">
    <p:spTree>
      <p:nvGrpSpPr>
        <p:cNvPr id="458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6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60" name="Google Shape;460;p6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6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6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6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6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6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6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6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6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6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6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6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6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6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6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6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6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6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6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6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6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6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66"/>
          <p:cNvSpPr txBox="1"/>
          <p:nvPr>
            <p:ph type="ctrTitle"/>
          </p:nvPr>
        </p:nvSpPr>
        <p:spPr>
          <a:xfrm>
            <a:off x="5908324" y="1290427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83" name="Google Shape;483;p66"/>
          <p:cNvSpPr txBox="1"/>
          <p:nvPr>
            <p:ph idx="1" type="subTitle"/>
          </p:nvPr>
        </p:nvSpPr>
        <p:spPr>
          <a:xfrm>
            <a:off x="590832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84" name="Google Shape;484;p66"/>
          <p:cNvSpPr txBox="1"/>
          <p:nvPr>
            <p:ph idx="2" type="title"/>
          </p:nvPr>
        </p:nvSpPr>
        <p:spPr>
          <a:xfrm>
            <a:off x="4903953" y="1280000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85" name="Google Shape;485;p66"/>
          <p:cNvSpPr txBox="1"/>
          <p:nvPr>
            <p:ph idx="3" type="subTitle"/>
          </p:nvPr>
        </p:nvSpPr>
        <p:spPr>
          <a:xfrm>
            <a:off x="590832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86" name="Google Shape;486;p66"/>
          <p:cNvSpPr txBox="1"/>
          <p:nvPr>
            <p:ph idx="4" type="title"/>
          </p:nvPr>
        </p:nvSpPr>
        <p:spPr>
          <a:xfrm>
            <a:off x="4903953" y="327730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87" name="Google Shape;487;p66"/>
          <p:cNvSpPr txBox="1"/>
          <p:nvPr>
            <p:ph idx="5" type="subTitle"/>
          </p:nvPr>
        </p:nvSpPr>
        <p:spPr>
          <a:xfrm>
            <a:off x="5908324" y="2589180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88" name="Google Shape;488;p66"/>
          <p:cNvSpPr txBox="1"/>
          <p:nvPr>
            <p:ph idx="6" type="title"/>
          </p:nvPr>
        </p:nvSpPr>
        <p:spPr>
          <a:xfrm>
            <a:off x="4903953" y="230664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89" name="Google Shape;489;p66"/>
          <p:cNvSpPr txBox="1"/>
          <p:nvPr>
            <p:ph idx="7" type="ctrTitle"/>
          </p:nvPr>
        </p:nvSpPr>
        <p:spPr>
          <a:xfrm>
            <a:off x="5908324" y="231110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90" name="Google Shape;490;p66"/>
          <p:cNvSpPr txBox="1"/>
          <p:nvPr>
            <p:ph idx="8" type="ctrTitle"/>
          </p:nvPr>
        </p:nvSpPr>
        <p:spPr>
          <a:xfrm>
            <a:off x="5908324" y="328299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91" name="Google Shape;491;p66"/>
          <p:cNvSpPr txBox="1"/>
          <p:nvPr>
            <p:ph idx="9" type="ctrTitle"/>
          </p:nvPr>
        </p:nvSpPr>
        <p:spPr>
          <a:xfrm>
            <a:off x="1912664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92" name="Google Shape;492;p66"/>
          <p:cNvSpPr txBox="1"/>
          <p:nvPr>
            <p:ph idx="13" type="subTitle"/>
          </p:nvPr>
        </p:nvSpPr>
        <p:spPr>
          <a:xfrm>
            <a:off x="191266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93" name="Google Shape;493;p66"/>
          <p:cNvSpPr txBox="1"/>
          <p:nvPr>
            <p:ph idx="14" type="title"/>
          </p:nvPr>
        </p:nvSpPr>
        <p:spPr>
          <a:xfrm>
            <a:off x="784376" y="1286887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94" name="Google Shape;494;p66"/>
          <p:cNvSpPr txBox="1"/>
          <p:nvPr>
            <p:ph idx="15" type="subTitle"/>
          </p:nvPr>
        </p:nvSpPr>
        <p:spPr>
          <a:xfrm>
            <a:off x="191266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95" name="Google Shape;495;p66"/>
          <p:cNvSpPr txBox="1"/>
          <p:nvPr>
            <p:ph idx="16" type="title"/>
          </p:nvPr>
        </p:nvSpPr>
        <p:spPr>
          <a:xfrm>
            <a:off x="784376" y="3284192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96" name="Google Shape;496;p66"/>
          <p:cNvSpPr txBox="1"/>
          <p:nvPr>
            <p:ph idx="17" type="subTitle"/>
          </p:nvPr>
        </p:nvSpPr>
        <p:spPr>
          <a:xfrm>
            <a:off x="1912664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97" name="Google Shape;497;p66"/>
          <p:cNvSpPr txBox="1"/>
          <p:nvPr>
            <p:ph idx="18" type="title"/>
          </p:nvPr>
        </p:nvSpPr>
        <p:spPr>
          <a:xfrm>
            <a:off x="784376" y="2313531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98" name="Google Shape;498;p66"/>
          <p:cNvSpPr txBox="1"/>
          <p:nvPr>
            <p:ph idx="19" type="ctrTitle"/>
          </p:nvPr>
        </p:nvSpPr>
        <p:spPr>
          <a:xfrm>
            <a:off x="1912664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99" name="Google Shape;499;p66"/>
          <p:cNvSpPr txBox="1"/>
          <p:nvPr>
            <p:ph idx="20" type="ctrTitle"/>
          </p:nvPr>
        </p:nvSpPr>
        <p:spPr>
          <a:xfrm>
            <a:off x="1912664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0" name="Google Shape;500;p66"/>
          <p:cNvSpPr txBox="1"/>
          <p:nvPr>
            <p:ph idx="21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"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2" name="Google Shape;502;p6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03" name="Google Shape;503;p6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6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6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6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6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6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6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6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6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6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6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6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6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6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6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6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6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6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6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6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6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5" name="Google Shape;525;p67"/>
          <p:cNvSpPr txBox="1"/>
          <p:nvPr>
            <p:ph idx="1" type="subTitle"/>
          </p:nvPr>
        </p:nvSpPr>
        <p:spPr>
          <a:xfrm>
            <a:off x="2059950" y="2514140"/>
            <a:ext cx="43272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6" name="Google Shape;526;p67"/>
          <p:cNvSpPr txBox="1"/>
          <p:nvPr>
            <p:ph type="title"/>
          </p:nvPr>
        </p:nvSpPr>
        <p:spPr>
          <a:xfrm>
            <a:off x="1080450" y="1555960"/>
            <a:ext cx="5306700" cy="89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27" name="Google Shape;527;p67"/>
          <p:cNvSpPr txBox="1"/>
          <p:nvPr>
            <p:ph idx="2" type="title"/>
          </p:nvPr>
        </p:nvSpPr>
        <p:spPr>
          <a:xfrm>
            <a:off x="6853050" y="2092943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528" name="Google Shape;528;p67"/>
          <p:cNvGrpSpPr/>
          <p:nvPr/>
        </p:nvGrpSpPr>
        <p:grpSpPr>
          <a:xfrm flipH="1" rot="-5072894">
            <a:off x="-1007770" y="1789630"/>
            <a:ext cx="3474349" cy="888902"/>
            <a:chOff x="3809875" y="1963175"/>
            <a:chExt cx="1923600" cy="492150"/>
          </a:xfrm>
        </p:grpSpPr>
        <p:sp>
          <p:nvSpPr>
            <p:cNvPr id="529" name="Google Shape;529;p67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7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7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7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7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7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7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7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7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7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7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0" name="Google Shape;540;p67"/>
          <p:cNvGrpSpPr/>
          <p:nvPr/>
        </p:nvGrpSpPr>
        <p:grpSpPr>
          <a:xfrm rot="-375097">
            <a:off x="7330557" y="3418618"/>
            <a:ext cx="711742" cy="793298"/>
            <a:chOff x="6554696" y="509501"/>
            <a:chExt cx="711709" cy="793261"/>
          </a:xfrm>
        </p:grpSpPr>
        <p:sp>
          <p:nvSpPr>
            <p:cNvPr id="541" name="Google Shape;541;p67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7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4" name="Google Shape;544;p6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45" name="Google Shape;545;p6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7" name="Google Shape;567;p68"/>
          <p:cNvSpPr txBox="1"/>
          <p:nvPr>
            <p:ph type="title"/>
          </p:nvPr>
        </p:nvSpPr>
        <p:spPr>
          <a:xfrm>
            <a:off x="3168000" y="1478819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68" name="Google Shape;568;p68"/>
          <p:cNvSpPr txBox="1"/>
          <p:nvPr>
            <p:ph idx="1" type="body"/>
          </p:nvPr>
        </p:nvSpPr>
        <p:spPr>
          <a:xfrm>
            <a:off x="3168000" y="2469364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4">
    <p:spTree>
      <p:nvGrpSpPr>
        <p:cNvPr id="569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0" name="Google Shape;570;p6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71" name="Google Shape;571;p6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6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6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6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3" name="Google Shape;593;p69"/>
          <p:cNvSpPr txBox="1"/>
          <p:nvPr>
            <p:ph idx="1" type="subTitle"/>
          </p:nvPr>
        </p:nvSpPr>
        <p:spPr>
          <a:xfrm>
            <a:off x="398370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94" name="Google Shape;594;p69"/>
          <p:cNvSpPr txBox="1"/>
          <p:nvPr>
            <p:ph type="ctrTitle"/>
          </p:nvPr>
        </p:nvSpPr>
        <p:spPr>
          <a:xfrm>
            <a:off x="58758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595" name="Google Shape;595;p69"/>
          <p:cNvGrpSpPr/>
          <p:nvPr/>
        </p:nvGrpSpPr>
        <p:grpSpPr>
          <a:xfrm>
            <a:off x="7673759" y="-287513"/>
            <a:ext cx="788762" cy="861588"/>
            <a:chOff x="7673759" y="-287513"/>
            <a:chExt cx="788762" cy="861588"/>
          </a:xfrm>
        </p:grpSpPr>
        <p:grpSp>
          <p:nvGrpSpPr>
            <p:cNvPr id="596" name="Google Shape;596;p69"/>
            <p:cNvGrpSpPr/>
            <p:nvPr/>
          </p:nvGrpSpPr>
          <p:grpSpPr>
            <a:xfrm rot="350572">
              <a:off x="7712287" y="-253348"/>
              <a:ext cx="711705" cy="793257"/>
              <a:chOff x="6554696" y="509501"/>
              <a:chExt cx="711709" cy="793261"/>
            </a:xfrm>
          </p:grpSpPr>
          <p:sp>
            <p:nvSpPr>
              <p:cNvPr id="597" name="Google Shape;597;p69"/>
              <p:cNvSpPr/>
              <p:nvPr/>
            </p:nvSpPr>
            <p:spPr>
              <a:xfrm>
                <a:off x="6560695" y="516700"/>
                <a:ext cx="696978" cy="779230"/>
              </a:xfrm>
              <a:custGeom>
                <a:rect b="b" l="l" r="r" t="t"/>
                <a:pathLst>
                  <a:path extrusionOk="0" h="23381" w="20913">
                    <a:moveTo>
                      <a:pt x="4201" y="1"/>
                    </a:moveTo>
                    <a:cubicBezTo>
                      <a:pt x="1903" y="1"/>
                      <a:pt x="28" y="1866"/>
                      <a:pt x="28" y="4165"/>
                    </a:cubicBezTo>
                    <a:lnTo>
                      <a:pt x="1" y="17073"/>
                    </a:lnTo>
                    <a:cubicBezTo>
                      <a:pt x="1" y="18903"/>
                      <a:pt x="1190" y="20516"/>
                      <a:pt x="2930" y="21057"/>
                    </a:cubicBezTo>
                    <a:lnTo>
                      <a:pt x="9736" y="23193"/>
                    </a:lnTo>
                    <a:cubicBezTo>
                      <a:pt x="10143" y="23318"/>
                      <a:pt x="10563" y="23381"/>
                      <a:pt x="10982" y="23381"/>
                    </a:cubicBezTo>
                    <a:cubicBezTo>
                      <a:pt x="11444" y="23381"/>
                      <a:pt x="11906" y="23304"/>
                      <a:pt x="12350" y="23148"/>
                    </a:cubicBezTo>
                    <a:lnTo>
                      <a:pt x="18092" y="21147"/>
                    </a:lnTo>
                    <a:cubicBezTo>
                      <a:pt x="19759" y="20570"/>
                      <a:pt x="20886" y="18993"/>
                      <a:pt x="20886" y="17217"/>
                    </a:cubicBezTo>
                    <a:lnTo>
                      <a:pt x="20913" y="4201"/>
                    </a:lnTo>
                    <a:cubicBezTo>
                      <a:pt x="20913" y="1903"/>
                      <a:pt x="19047" y="28"/>
                      <a:pt x="16748" y="28"/>
                    </a:cubicBezTo>
                    <a:lnTo>
                      <a:pt x="420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69"/>
              <p:cNvSpPr/>
              <p:nvPr/>
            </p:nvSpPr>
            <p:spPr>
              <a:xfrm>
                <a:off x="6554696" y="509501"/>
                <a:ext cx="711709" cy="793261"/>
              </a:xfrm>
              <a:custGeom>
                <a:rect b="b" l="l" r="r" t="t"/>
                <a:pathLst>
                  <a:path extrusionOk="0" h="23802" w="21355">
                    <a:moveTo>
                      <a:pt x="5138" y="442"/>
                    </a:moveTo>
                    <a:lnTo>
                      <a:pt x="7572" y="451"/>
                    </a:lnTo>
                    <a:lnTo>
                      <a:pt x="12440" y="469"/>
                    </a:lnTo>
                    <a:lnTo>
                      <a:pt x="14873" y="469"/>
                    </a:lnTo>
                    <a:lnTo>
                      <a:pt x="16090" y="478"/>
                    </a:lnTo>
                    <a:cubicBezTo>
                      <a:pt x="16249" y="478"/>
                      <a:pt x="16412" y="477"/>
                      <a:pt x="16574" y="477"/>
                    </a:cubicBezTo>
                    <a:cubicBezTo>
                      <a:pt x="16817" y="477"/>
                      <a:pt x="17058" y="480"/>
                      <a:pt x="17280" y="496"/>
                    </a:cubicBezTo>
                    <a:cubicBezTo>
                      <a:pt x="17659" y="541"/>
                      <a:pt x="18037" y="622"/>
                      <a:pt x="18389" y="766"/>
                    </a:cubicBezTo>
                    <a:cubicBezTo>
                      <a:pt x="18740" y="920"/>
                      <a:pt x="19083" y="1109"/>
                      <a:pt x="19380" y="1352"/>
                    </a:cubicBezTo>
                    <a:cubicBezTo>
                      <a:pt x="19669" y="1596"/>
                      <a:pt x="19939" y="1866"/>
                      <a:pt x="20155" y="2191"/>
                    </a:cubicBezTo>
                    <a:cubicBezTo>
                      <a:pt x="20363" y="2506"/>
                      <a:pt x="20534" y="2849"/>
                      <a:pt x="20651" y="3209"/>
                    </a:cubicBezTo>
                    <a:cubicBezTo>
                      <a:pt x="20759" y="3579"/>
                      <a:pt x="20832" y="3948"/>
                      <a:pt x="20832" y="4336"/>
                    </a:cubicBezTo>
                    <a:cubicBezTo>
                      <a:pt x="20841" y="4733"/>
                      <a:pt x="20832" y="5147"/>
                      <a:pt x="20832" y="5544"/>
                    </a:cubicBezTo>
                    <a:lnTo>
                      <a:pt x="20841" y="7978"/>
                    </a:lnTo>
                    <a:lnTo>
                      <a:pt x="20850" y="12845"/>
                    </a:lnTo>
                    <a:lnTo>
                      <a:pt x="20850" y="15279"/>
                    </a:lnTo>
                    <a:lnTo>
                      <a:pt x="20850" y="16496"/>
                    </a:lnTo>
                    <a:lnTo>
                      <a:pt x="20850" y="17109"/>
                    </a:lnTo>
                    <a:lnTo>
                      <a:pt x="20859" y="17406"/>
                    </a:lnTo>
                    <a:lnTo>
                      <a:pt x="20841" y="17704"/>
                    </a:lnTo>
                    <a:cubicBezTo>
                      <a:pt x="20795" y="18470"/>
                      <a:pt x="20516" y="19218"/>
                      <a:pt x="20047" y="19831"/>
                    </a:cubicBezTo>
                    <a:cubicBezTo>
                      <a:pt x="19579" y="20453"/>
                      <a:pt x="18930" y="20921"/>
                      <a:pt x="18208" y="21183"/>
                    </a:cubicBezTo>
                    <a:lnTo>
                      <a:pt x="13602" y="22769"/>
                    </a:lnTo>
                    <a:lnTo>
                      <a:pt x="12458" y="23175"/>
                    </a:lnTo>
                    <a:cubicBezTo>
                      <a:pt x="12088" y="23292"/>
                      <a:pt x="11709" y="23364"/>
                      <a:pt x="11322" y="23382"/>
                    </a:cubicBezTo>
                    <a:cubicBezTo>
                      <a:pt x="11267" y="23385"/>
                      <a:pt x="11211" y="23386"/>
                      <a:pt x="11156" y="23386"/>
                    </a:cubicBezTo>
                    <a:cubicBezTo>
                      <a:pt x="10830" y="23386"/>
                      <a:pt x="10500" y="23342"/>
                      <a:pt x="10177" y="23265"/>
                    </a:cubicBezTo>
                    <a:cubicBezTo>
                      <a:pt x="9997" y="23211"/>
                      <a:pt x="9798" y="23148"/>
                      <a:pt x="9609" y="23085"/>
                    </a:cubicBezTo>
                    <a:lnTo>
                      <a:pt x="9023" y="22905"/>
                    </a:lnTo>
                    <a:lnTo>
                      <a:pt x="4381" y="21453"/>
                    </a:lnTo>
                    <a:lnTo>
                      <a:pt x="3218" y="21093"/>
                    </a:lnTo>
                    <a:cubicBezTo>
                      <a:pt x="2849" y="20976"/>
                      <a:pt x="2497" y="20813"/>
                      <a:pt x="2173" y="20597"/>
                    </a:cubicBezTo>
                    <a:cubicBezTo>
                      <a:pt x="1542" y="20173"/>
                      <a:pt x="1001" y="19578"/>
                      <a:pt x="676" y="18866"/>
                    </a:cubicBezTo>
                    <a:cubicBezTo>
                      <a:pt x="505" y="18515"/>
                      <a:pt x="397" y="18136"/>
                      <a:pt x="343" y="17749"/>
                    </a:cubicBezTo>
                    <a:cubicBezTo>
                      <a:pt x="298" y="17361"/>
                      <a:pt x="316" y="16955"/>
                      <a:pt x="316" y="16550"/>
                    </a:cubicBezTo>
                    <a:lnTo>
                      <a:pt x="334" y="14116"/>
                    </a:lnTo>
                    <a:lnTo>
                      <a:pt x="388" y="9248"/>
                    </a:lnTo>
                    <a:cubicBezTo>
                      <a:pt x="397" y="7626"/>
                      <a:pt x="406" y="6003"/>
                      <a:pt x="415" y="4381"/>
                    </a:cubicBezTo>
                    <a:cubicBezTo>
                      <a:pt x="424" y="3993"/>
                      <a:pt x="478" y="3606"/>
                      <a:pt x="586" y="3245"/>
                    </a:cubicBezTo>
                    <a:cubicBezTo>
                      <a:pt x="703" y="2876"/>
                      <a:pt x="866" y="2524"/>
                      <a:pt x="1082" y="2200"/>
                    </a:cubicBezTo>
                    <a:cubicBezTo>
                      <a:pt x="1298" y="1884"/>
                      <a:pt x="1551" y="1596"/>
                      <a:pt x="1848" y="1343"/>
                    </a:cubicBezTo>
                    <a:cubicBezTo>
                      <a:pt x="2155" y="1109"/>
                      <a:pt x="2479" y="902"/>
                      <a:pt x="2831" y="748"/>
                    </a:cubicBezTo>
                    <a:cubicBezTo>
                      <a:pt x="3191" y="604"/>
                      <a:pt x="3561" y="505"/>
                      <a:pt x="3948" y="460"/>
                    </a:cubicBezTo>
                    <a:cubicBezTo>
                      <a:pt x="4039" y="451"/>
                      <a:pt x="4138" y="451"/>
                      <a:pt x="4237" y="442"/>
                    </a:cubicBezTo>
                    <a:close/>
                    <a:moveTo>
                      <a:pt x="4381" y="0"/>
                    </a:moveTo>
                    <a:lnTo>
                      <a:pt x="4219" y="9"/>
                    </a:lnTo>
                    <a:cubicBezTo>
                      <a:pt x="4111" y="18"/>
                      <a:pt x="4003" y="18"/>
                      <a:pt x="3894" y="27"/>
                    </a:cubicBezTo>
                    <a:cubicBezTo>
                      <a:pt x="3471" y="81"/>
                      <a:pt x="3056" y="190"/>
                      <a:pt x="2668" y="352"/>
                    </a:cubicBezTo>
                    <a:cubicBezTo>
                      <a:pt x="2272" y="523"/>
                      <a:pt x="1911" y="748"/>
                      <a:pt x="1578" y="1019"/>
                    </a:cubicBezTo>
                    <a:cubicBezTo>
                      <a:pt x="1253" y="1289"/>
                      <a:pt x="965" y="1614"/>
                      <a:pt x="731" y="1965"/>
                    </a:cubicBezTo>
                    <a:cubicBezTo>
                      <a:pt x="496" y="2326"/>
                      <a:pt x="316" y="2713"/>
                      <a:pt x="190" y="3119"/>
                    </a:cubicBezTo>
                    <a:cubicBezTo>
                      <a:pt x="63" y="3534"/>
                      <a:pt x="9" y="3957"/>
                      <a:pt x="0" y="4381"/>
                    </a:cubicBezTo>
                    <a:cubicBezTo>
                      <a:pt x="0" y="6003"/>
                      <a:pt x="0" y="7626"/>
                      <a:pt x="9" y="9248"/>
                    </a:cubicBezTo>
                    <a:lnTo>
                      <a:pt x="54" y="14116"/>
                    </a:lnTo>
                    <a:lnTo>
                      <a:pt x="54" y="16550"/>
                    </a:lnTo>
                    <a:lnTo>
                      <a:pt x="54" y="17154"/>
                    </a:lnTo>
                    <a:cubicBezTo>
                      <a:pt x="54" y="17253"/>
                      <a:pt x="54" y="17361"/>
                      <a:pt x="63" y="17469"/>
                    </a:cubicBezTo>
                    <a:cubicBezTo>
                      <a:pt x="63" y="17568"/>
                      <a:pt x="72" y="17676"/>
                      <a:pt x="81" y="17776"/>
                    </a:cubicBezTo>
                    <a:cubicBezTo>
                      <a:pt x="127" y="18190"/>
                      <a:pt x="217" y="18605"/>
                      <a:pt x="370" y="19002"/>
                    </a:cubicBezTo>
                    <a:cubicBezTo>
                      <a:pt x="676" y="19786"/>
                      <a:pt x="1226" y="20489"/>
                      <a:pt x="1947" y="20949"/>
                    </a:cubicBezTo>
                    <a:cubicBezTo>
                      <a:pt x="2299" y="21183"/>
                      <a:pt x="2696" y="21363"/>
                      <a:pt x="3092" y="21489"/>
                    </a:cubicBezTo>
                    <a:lnTo>
                      <a:pt x="4255" y="21859"/>
                    </a:lnTo>
                    <a:lnTo>
                      <a:pt x="8897" y="23310"/>
                    </a:lnTo>
                    <a:lnTo>
                      <a:pt x="9483" y="23490"/>
                    </a:lnTo>
                    <a:cubicBezTo>
                      <a:pt x="9672" y="23554"/>
                      <a:pt x="9862" y="23617"/>
                      <a:pt x="10078" y="23671"/>
                    </a:cubicBezTo>
                    <a:cubicBezTo>
                      <a:pt x="10418" y="23761"/>
                      <a:pt x="10777" y="23801"/>
                      <a:pt x="11133" y="23801"/>
                    </a:cubicBezTo>
                    <a:cubicBezTo>
                      <a:pt x="11202" y="23801"/>
                      <a:pt x="11271" y="23800"/>
                      <a:pt x="11340" y="23797"/>
                    </a:cubicBezTo>
                    <a:cubicBezTo>
                      <a:pt x="11764" y="23779"/>
                      <a:pt x="12187" y="23698"/>
                      <a:pt x="12593" y="23563"/>
                    </a:cubicBezTo>
                    <a:lnTo>
                      <a:pt x="13738" y="23157"/>
                    </a:lnTo>
                    <a:lnTo>
                      <a:pt x="18335" y="21552"/>
                    </a:lnTo>
                    <a:cubicBezTo>
                      <a:pt x="19137" y="21273"/>
                      <a:pt x="19858" y="20759"/>
                      <a:pt x="20372" y="20083"/>
                    </a:cubicBezTo>
                    <a:cubicBezTo>
                      <a:pt x="20895" y="19407"/>
                      <a:pt x="21210" y="18578"/>
                      <a:pt x="21273" y="17731"/>
                    </a:cubicBezTo>
                    <a:lnTo>
                      <a:pt x="21282" y="17406"/>
                    </a:lnTo>
                    <a:lnTo>
                      <a:pt x="21282" y="17109"/>
                    </a:lnTo>
                    <a:lnTo>
                      <a:pt x="21291" y="16496"/>
                    </a:lnTo>
                    <a:lnTo>
                      <a:pt x="21291" y="15279"/>
                    </a:lnTo>
                    <a:lnTo>
                      <a:pt x="21309" y="12845"/>
                    </a:lnTo>
                    <a:lnTo>
                      <a:pt x="21327" y="7978"/>
                    </a:lnTo>
                    <a:lnTo>
                      <a:pt x="21345" y="5544"/>
                    </a:lnTo>
                    <a:cubicBezTo>
                      <a:pt x="21345" y="5138"/>
                      <a:pt x="21354" y="4742"/>
                      <a:pt x="21345" y="4327"/>
                    </a:cubicBezTo>
                    <a:cubicBezTo>
                      <a:pt x="21336" y="3894"/>
                      <a:pt x="21255" y="3471"/>
                      <a:pt x="21129" y="3056"/>
                    </a:cubicBezTo>
                    <a:cubicBezTo>
                      <a:pt x="20994" y="2650"/>
                      <a:pt x="20795" y="2263"/>
                      <a:pt x="20561" y="1911"/>
                    </a:cubicBezTo>
                    <a:cubicBezTo>
                      <a:pt x="20309" y="1551"/>
                      <a:pt x="20011" y="1244"/>
                      <a:pt x="19678" y="974"/>
                    </a:cubicBezTo>
                    <a:cubicBezTo>
                      <a:pt x="19344" y="694"/>
                      <a:pt x="18966" y="487"/>
                      <a:pt x="18569" y="325"/>
                    </a:cubicBezTo>
                    <a:cubicBezTo>
                      <a:pt x="18172" y="153"/>
                      <a:pt x="17749" y="72"/>
                      <a:pt x="17325" y="18"/>
                    </a:cubicBezTo>
                    <a:cubicBezTo>
                      <a:pt x="17109" y="5"/>
                      <a:pt x="16901" y="2"/>
                      <a:pt x="16698" y="2"/>
                    </a:cubicBezTo>
                    <a:cubicBezTo>
                      <a:pt x="16596" y="2"/>
                      <a:pt x="16494" y="3"/>
                      <a:pt x="16393" y="3"/>
                    </a:cubicBezTo>
                    <a:cubicBezTo>
                      <a:pt x="16292" y="3"/>
                      <a:pt x="16192" y="2"/>
                      <a:pt x="160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99" name="Google Shape;599;p69"/>
            <p:cNvSpPr/>
            <p:nvPr/>
          </p:nvSpPr>
          <p:spPr>
            <a:xfrm rot="442426">
              <a:off x="8229710" y="-161880"/>
              <a:ext cx="102851" cy="551273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5"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1" name="Google Shape;601;p7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02" name="Google Shape;602;p7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7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7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7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7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7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7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7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7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7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7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7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7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7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7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7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7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7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7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7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7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7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4" name="Google Shape;624;p70"/>
          <p:cNvSpPr txBox="1"/>
          <p:nvPr>
            <p:ph idx="1" type="subTitle"/>
          </p:nvPr>
        </p:nvSpPr>
        <p:spPr>
          <a:xfrm>
            <a:off x="235185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25" name="Google Shape;625;p70"/>
          <p:cNvSpPr txBox="1"/>
          <p:nvPr>
            <p:ph type="ctrTitle"/>
          </p:nvPr>
        </p:nvSpPr>
        <p:spPr>
          <a:xfrm>
            <a:off x="32979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6">
    <p:spTree>
      <p:nvGrpSpPr>
        <p:cNvPr id="626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7" name="Google Shape;627;p7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28" name="Google Shape;628;p7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7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7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7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7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7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7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7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7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7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7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7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7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7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7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7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7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7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7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7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7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7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0" name="Google Shape;650;p71"/>
          <p:cNvSpPr txBox="1"/>
          <p:nvPr>
            <p:ph idx="1" type="subTitle"/>
          </p:nvPr>
        </p:nvSpPr>
        <p:spPr>
          <a:xfrm>
            <a:off x="906900" y="298732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1" name="Google Shape;651;p71"/>
          <p:cNvSpPr txBox="1"/>
          <p:nvPr>
            <p:ph idx="2" type="subTitle"/>
          </p:nvPr>
        </p:nvSpPr>
        <p:spPr>
          <a:xfrm>
            <a:off x="906900" y="12797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2" name="Google Shape;652;p71"/>
          <p:cNvSpPr txBox="1"/>
          <p:nvPr>
            <p:ph idx="3" type="subTitle"/>
          </p:nvPr>
        </p:nvSpPr>
        <p:spPr>
          <a:xfrm>
            <a:off x="906900" y="1743949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3" name="Google Shape;653;p71"/>
          <p:cNvSpPr txBox="1"/>
          <p:nvPr>
            <p:ph idx="4" type="subTitle"/>
          </p:nvPr>
        </p:nvSpPr>
        <p:spPr>
          <a:xfrm>
            <a:off x="906900" y="3464338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4" name="Google Shape;654;p71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7"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6" name="Google Shape;656;p7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57" name="Google Shape;657;p7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7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9" name="Google Shape;679;p72"/>
          <p:cNvSpPr txBox="1"/>
          <p:nvPr>
            <p:ph type="ctrTitle"/>
          </p:nvPr>
        </p:nvSpPr>
        <p:spPr>
          <a:xfrm>
            <a:off x="52729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0" name="Google Shape;680;p72"/>
          <p:cNvSpPr txBox="1"/>
          <p:nvPr>
            <p:ph idx="1" type="subTitle"/>
          </p:nvPr>
        </p:nvSpPr>
        <p:spPr>
          <a:xfrm>
            <a:off x="52729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1" name="Google Shape;681;p72"/>
          <p:cNvSpPr txBox="1"/>
          <p:nvPr>
            <p:ph idx="2" type="subTitle"/>
          </p:nvPr>
        </p:nvSpPr>
        <p:spPr>
          <a:xfrm>
            <a:off x="52729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2" name="Google Shape;682;p72"/>
          <p:cNvSpPr txBox="1"/>
          <p:nvPr>
            <p:ph idx="3" type="ctrTitle"/>
          </p:nvPr>
        </p:nvSpPr>
        <p:spPr>
          <a:xfrm>
            <a:off x="52729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3" name="Google Shape;683;p72"/>
          <p:cNvSpPr txBox="1"/>
          <p:nvPr>
            <p:ph idx="4" type="ctrTitle"/>
          </p:nvPr>
        </p:nvSpPr>
        <p:spPr>
          <a:xfrm>
            <a:off x="14197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4" name="Google Shape;684;p72"/>
          <p:cNvSpPr txBox="1"/>
          <p:nvPr>
            <p:ph idx="5" type="subTitle"/>
          </p:nvPr>
        </p:nvSpPr>
        <p:spPr>
          <a:xfrm>
            <a:off x="14197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5" name="Google Shape;685;p72"/>
          <p:cNvSpPr txBox="1"/>
          <p:nvPr>
            <p:ph idx="6" type="subTitle"/>
          </p:nvPr>
        </p:nvSpPr>
        <p:spPr>
          <a:xfrm>
            <a:off x="14197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6" name="Google Shape;686;p72"/>
          <p:cNvSpPr txBox="1"/>
          <p:nvPr>
            <p:ph idx="7" type="ctrTitle"/>
          </p:nvPr>
        </p:nvSpPr>
        <p:spPr>
          <a:xfrm>
            <a:off x="14197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7" name="Google Shape;687;p72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8">
    <p:spTree>
      <p:nvGrpSpPr>
        <p:cNvPr id="688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9" name="Google Shape;689;p73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690" name="Google Shape;690;p73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1" name="Google Shape;691;p7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692" name="Google Shape;692;p73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693" name="Google Shape;693;p7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4" name="Google Shape;694;p7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7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696;p7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697;p7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698;p7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" name="Google Shape;699;p7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00;p7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701;p7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7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703;p7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" name="Google Shape;704;p7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5" name="Google Shape;705;p7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" name="Google Shape;706;p7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" name="Google Shape;707;p7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8" name="Google Shape;708;p73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709" name="Google Shape;709;p7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" name="Google Shape;710;p7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711;p7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712;p7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713;p7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714;p7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p7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p7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p7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p7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p7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p7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" name="Google Shape;721;p7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722;p7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p7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24" name="Google Shape;724;p73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25" name="Google Shape;725;p73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26" name="Google Shape;726;p73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27" name="Google Shape;727;p73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28" name="Google Shape;728;p73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29" name="Google Shape;729;p7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730" name="Google Shape;730;p73"/>
          <p:cNvSpPr txBox="1"/>
          <p:nvPr>
            <p:ph type="title"/>
          </p:nvPr>
        </p:nvSpPr>
        <p:spPr>
          <a:xfrm>
            <a:off x="720000" y="540000"/>
            <a:ext cx="3087300" cy="145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31" name="Google Shape;731;p73"/>
          <p:cNvSpPr txBox="1"/>
          <p:nvPr>
            <p:ph idx="1" type="subTitle"/>
          </p:nvPr>
        </p:nvSpPr>
        <p:spPr>
          <a:xfrm>
            <a:off x="5703898" y="86720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2" name="Google Shape;732;p73"/>
          <p:cNvSpPr txBox="1"/>
          <p:nvPr>
            <p:ph idx="2" type="subTitle"/>
          </p:nvPr>
        </p:nvSpPr>
        <p:spPr>
          <a:xfrm>
            <a:off x="5703898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3" name="Google Shape;733;p73"/>
          <p:cNvSpPr txBox="1"/>
          <p:nvPr>
            <p:ph idx="3" type="subTitle"/>
          </p:nvPr>
        </p:nvSpPr>
        <p:spPr>
          <a:xfrm>
            <a:off x="906900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4" name="Google Shape;734;p73"/>
          <p:cNvSpPr txBox="1"/>
          <p:nvPr>
            <p:ph idx="4" type="subTitle"/>
          </p:nvPr>
        </p:nvSpPr>
        <p:spPr>
          <a:xfrm>
            <a:off x="906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5" name="Google Shape;735;p73"/>
          <p:cNvSpPr txBox="1"/>
          <p:nvPr>
            <p:ph idx="5" type="subTitle"/>
          </p:nvPr>
        </p:nvSpPr>
        <p:spPr>
          <a:xfrm>
            <a:off x="5703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6" name="Google Shape;736;p73"/>
          <p:cNvSpPr txBox="1"/>
          <p:nvPr>
            <p:ph idx="6" type="subTitle"/>
          </p:nvPr>
        </p:nvSpPr>
        <p:spPr>
          <a:xfrm>
            <a:off x="5703900" y="1247983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9">
    <p:spTree>
      <p:nvGrpSpPr>
        <p:cNvPr id="737" name="Shape 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8" name="Google Shape;738;p7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39" name="Google Shape;739;p7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7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7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7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7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7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7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7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7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7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7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7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7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7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7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7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7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7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7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7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7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7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1" name="Google Shape;761;p74"/>
          <p:cNvSpPr txBox="1"/>
          <p:nvPr>
            <p:ph type="ctrTitle"/>
          </p:nvPr>
        </p:nvSpPr>
        <p:spPr>
          <a:xfrm>
            <a:off x="3443850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62" name="Google Shape;762;p74"/>
          <p:cNvSpPr txBox="1"/>
          <p:nvPr>
            <p:ph idx="1" type="subTitle"/>
          </p:nvPr>
        </p:nvSpPr>
        <p:spPr>
          <a:xfrm>
            <a:off x="344384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63" name="Google Shape;763;p74"/>
          <p:cNvSpPr txBox="1"/>
          <p:nvPr>
            <p:ph idx="2" type="subTitle"/>
          </p:nvPr>
        </p:nvSpPr>
        <p:spPr>
          <a:xfrm>
            <a:off x="4759920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64" name="Google Shape;764;p74"/>
          <p:cNvSpPr txBox="1"/>
          <p:nvPr>
            <p:ph idx="3" type="ctrTitle"/>
          </p:nvPr>
        </p:nvSpPr>
        <p:spPr>
          <a:xfrm>
            <a:off x="475992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65" name="Google Shape;765;p74"/>
          <p:cNvSpPr txBox="1"/>
          <p:nvPr>
            <p:ph idx="4" type="ctrTitle"/>
          </p:nvPr>
        </p:nvSpPr>
        <p:spPr>
          <a:xfrm>
            <a:off x="81170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66" name="Google Shape;766;p74"/>
          <p:cNvSpPr txBox="1"/>
          <p:nvPr>
            <p:ph idx="5" type="subTitle"/>
          </p:nvPr>
        </p:nvSpPr>
        <p:spPr>
          <a:xfrm>
            <a:off x="81170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67" name="Google Shape;767;p74"/>
          <p:cNvSpPr txBox="1"/>
          <p:nvPr>
            <p:ph idx="6" type="subTitle"/>
          </p:nvPr>
        </p:nvSpPr>
        <p:spPr>
          <a:xfrm>
            <a:off x="2127778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68" name="Google Shape;768;p74"/>
          <p:cNvSpPr txBox="1"/>
          <p:nvPr>
            <p:ph idx="7" type="ctrTitle"/>
          </p:nvPr>
        </p:nvSpPr>
        <p:spPr>
          <a:xfrm>
            <a:off x="212778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69" name="Google Shape;769;p74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70" name="Google Shape;770;p74"/>
          <p:cNvSpPr txBox="1"/>
          <p:nvPr>
            <p:ph idx="9" type="ctrTitle"/>
          </p:nvPr>
        </p:nvSpPr>
        <p:spPr>
          <a:xfrm>
            <a:off x="607599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71" name="Google Shape;771;p74"/>
          <p:cNvSpPr txBox="1"/>
          <p:nvPr>
            <p:ph idx="13" type="subTitle"/>
          </p:nvPr>
        </p:nvSpPr>
        <p:spPr>
          <a:xfrm>
            <a:off x="607599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0">
    <p:spTree>
      <p:nvGrpSpPr>
        <p:cNvPr id="772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3" name="Google Shape;773;p7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74" name="Google Shape;774;p7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7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7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7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7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7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7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7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7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7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7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7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7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7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7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7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7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7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7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7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7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7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6" name="Google Shape;796;p75"/>
          <p:cNvSpPr txBox="1"/>
          <p:nvPr>
            <p:ph type="title"/>
          </p:nvPr>
        </p:nvSpPr>
        <p:spPr>
          <a:xfrm>
            <a:off x="5314275" y="1089028"/>
            <a:ext cx="3109500" cy="13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97" name="Google Shape;797;p75"/>
          <p:cNvSpPr txBox="1"/>
          <p:nvPr>
            <p:ph idx="1" type="subTitle"/>
          </p:nvPr>
        </p:nvSpPr>
        <p:spPr>
          <a:xfrm>
            <a:off x="6241125" y="2611969"/>
            <a:ext cx="2182800" cy="14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1">
    <p:spTree>
      <p:nvGrpSpPr>
        <p:cNvPr id="798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9" name="Google Shape;799;p7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00" name="Google Shape;800;p7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7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7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7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7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7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7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7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7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7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7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7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7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7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7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7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7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7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7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7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7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7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2" name="Google Shape;822;p76"/>
          <p:cNvSpPr txBox="1"/>
          <p:nvPr>
            <p:ph type="ctrTitle"/>
          </p:nvPr>
        </p:nvSpPr>
        <p:spPr>
          <a:xfrm>
            <a:off x="988403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23" name="Google Shape;823;p76"/>
          <p:cNvSpPr txBox="1"/>
          <p:nvPr>
            <p:ph idx="1" type="subTitle"/>
          </p:nvPr>
        </p:nvSpPr>
        <p:spPr>
          <a:xfrm>
            <a:off x="988403" y="1579523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4" name="Google Shape;824;p76"/>
          <p:cNvSpPr txBox="1"/>
          <p:nvPr>
            <p:ph idx="2" type="subTitle"/>
          </p:nvPr>
        </p:nvSpPr>
        <p:spPr>
          <a:xfrm>
            <a:off x="988403" y="3577425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5" name="Google Shape;825;p76"/>
          <p:cNvSpPr txBox="1"/>
          <p:nvPr>
            <p:ph idx="3" type="subTitle"/>
          </p:nvPr>
        </p:nvSpPr>
        <p:spPr>
          <a:xfrm>
            <a:off x="988403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6" name="Google Shape;826;p76"/>
          <p:cNvSpPr txBox="1"/>
          <p:nvPr>
            <p:ph idx="4" type="ctrTitle"/>
          </p:nvPr>
        </p:nvSpPr>
        <p:spPr>
          <a:xfrm>
            <a:off x="988403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27" name="Google Shape;827;p76"/>
          <p:cNvSpPr txBox="1"/>
          <p:nvPr>
            <p:ph idx="5" type="ctrTitle"/>
          </p:nvPr>
        </p:nvSpPr>
        <p:spPr>
          <a:xfrm>
            <a:off x="988403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28" name="Google Shape;828;p76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829" name="Shape 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" name="Google Shape;830;p77"/>
          <p:cNvSpPr txBox="1"/>
          <p:nvPr>
            <p:ph type="title"/>
          </p:nvPr>
        </p:nvSpPr>
        <p:spPr>
          <a:xfrm>
            <a:off x="5059850" y="3019625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31">
    <p:spTree>
      <p:nvGrpSpPr>
        <p:cNvPr id="831" name="Shape 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" name="Google Shape;832;p78"/>
          <p:cNvSpPr txBox="1"/>
          <p:nvPr>
            <p:ph type="title"/>
          </p:nvPr>
        </p:nvSpPr>
        <p:spPr>
          <a:xfrm>
            <a:off x="1249850" y="873387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833" name="Shape 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4" name="Google Shape;834;p7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35" name="Google Shape;835;p7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7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7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7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7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7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7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7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7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7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7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7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7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7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7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7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7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7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7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7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7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7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7" name="Google Shape;857;p79"/>
          <p:cNvSpPr txBox="1"/>
          <p:nvPr>
            <p:ph type="title"/>
          </p:nvPr>
        </p:nvSpPr>
        <p:spPr>
          <a:xfrm>
            <a:off x="1232825" y="1765317"/>
            <a:ext cx="66783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58" name="Google Shape;858;p79"/>
          <p:cNvSpPr txBox="1"/>
          <p:nvPr>
            <p:ph idx="1" type="body"/>
          </p:nvPr>
        </p:nvSpPr>
        <p:spPr>
          <a:xfrm>
            <a:off x="2155325" y="2698083"/>
            <a:ext cx="48333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USTOM_32">
    <p:spTree>
      <p:nvGrpSpPr>
        <p:cNvPr id="859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" name="Google Shape;860;p8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61" name="Google Shape;861;p8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8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8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8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8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8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8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8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8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8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8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8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8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8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8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8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8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8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8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8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8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8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3" name="Google Shape;883;p80"/>
          <p:cNvSpPr txBox="1"/>
          <p:nvPr>
            <p:ph type="title"/>
          </p:nvPr>
        </p:nvSpPr>
        <p:spPr>
          <a:xfrm>
            <a:off x="3800500" y="1351950"/>
            <a:ext cx="3933000" cy="158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84" name="Google Shape;884;p80"/>
          <p:cNvSpPr txBox="1"/>
          <p:nvPr>
            <p:ph idx="1" type="body"/>
          </p:nvPr>
        </p:nvSpPr>
        <p:spPr>
          <a:xfrm>
            <a:off x="3800550" y="3111475"/>
            <a:ext cx="39330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5">
    <p:spTree>
      <p:nvGrpSpPr>
        <p:cNvPr id="885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6" name="Google Shape;886;p8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87" name="Google Shape;887;p8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8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8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8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8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8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8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8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8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8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8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8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8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8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8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8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8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8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8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8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8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8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09" name="Google Shape;909;p81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6"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" name="Google Shape;911;p8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912" name="Google Shape;912;p8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13" name="Google Shape;913;p8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914" name="Google Shape;914;p8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915" name="Google Shape;915;p8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8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8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8" name="Google Shape;918;p8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p8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p8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p8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p8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8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" name="Google Shape;924;p8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" name="Google Shape;925;p8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8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8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8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" name="Google Shape;929;p8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30" name="Google Shape;930;p8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931" name="Google Shape;931;p8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8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8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8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5" name="Google Shape;935;p8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" name="Google Shape;936;p8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7" name="Google Shape;937;p8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8" name="Google Shape;938;p8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9" name="Google Shape;939;p8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0" name="Google Shape;940;p8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" name="Google Shape;941;p8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" name="Google Shape;942;p8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" name="Google Shape;943;p8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" name="Google Shape;944;p8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" name="Google Shape;945;p8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946" name="Google Shape;946;p8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47" name="Google Shape;947;p8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48" name="Google Shape;948;p8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49" name="Google Shape;949;p8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" name="Google Shape;950;p8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1" name="Google Shape;951;p8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952" name="Google Shape;952;p82"/>
          <p:cNvSpPr txBox="1"/>
          <p:nvPr>
            <p:ph idx="1" type="subTitle"/>
          </p:nvPr>
        </p:nvSpPr>
        <p:spPr>
          <a:xfrm>
            <a:off x="906900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3" name="Google Shape;953;p82"/>
          <p:cNvSpPr txBox="1"/>
          <p:nvPr>
            <p:ph idx="2" type="subTitle"/>
          </p:nvPr>
        </p:nvSpPr>
        <p:spPr>
          <a:xfrm>
            <a:off x="5565696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4" name="Google Shape;954;p82"/>
          <p:cNvSpPr txBox="1"/>
          <p:nvPr>
            <p:ph idx="3" type="subTitle"/>
          </p:nvPr>
        </p:nvSpPr>
        <p:spPr>
          <a:xfrm>
            <a:off x="906900" y="208403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5" name="Google Shape;955;p82"/>
          <p:cNvSpPr txBox="1"/>
          <p:nvPr>
            <p:ph idx="4" type="subTitle"/>
          </p:nvPr>
        </p:nvSpPr>
        <p:spPr>
          <a:xfrm>
            <a:off x="5565688" y="2094806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6" name="Google Shape;956;p82"/>
          <p:cNvSpPr txBox="1"/>
          <p:nvPr>
            <p:ph idx="5" type="subTitle"/>
          </p:nvPr>
        </p:nvSpPr>
        <p:spPr>
          <a:xfrm>
            <a:off x="906900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7" name="Google Shape;957;p82"/>
          <p:cNvSpPr txBox="1"/>
          <p:nvPr>
            <p:ph idx="6" type="subTitle"/>
          </p:nvPr>
        </p:nvSpPr>
        <p:spPr>
          <a:xfrm>
            <a:off x="5565688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8" name="Google Shape;958;p82"/>
          <p:cNvSpPr txBox="1"/>
          <p:nvPr>
            <p:ph idx="7" type="subTitle"/>
          </p:nvPr>
        </p:nvSpPr>
        <p:spPr>
          <a:xfrm>
            <a:off x="906900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9" name="Google Shape;959;p82"/>
          <p:cNvSpPr txBox="1"/>
          <p:nvPr>
            <p:ph idx="8" type="subTitle"/>
          </p:nvPr>
        </p:nvSpPr>
        <p:spPr>
          <a:xfrm>
            <a:off x="5565688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60" name="Google Shape;960;p82"/>
          <p:cNvSpPr txBox="1"/>
          <p:nvPr>
            <p:ph type="title"/>
          </p:nvPr>
        </p:nvSpPr>
        <p:spPr>
          <a:xfrm>
            <a:off x="720000" y="540000"/>
            <a:ext cx="33300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7">
    <p:spTree>
      <p:nvGrpSpPr>
        <p:cNvPr id="96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2" name="Google Shape;962;p8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63" name="Google Shape;963;p8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8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8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8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8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8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8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8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8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8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8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8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8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8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8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8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8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8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8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8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8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8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5" name="Google Shape;985;p83"/>
          <p:cNvSpPr txBox="1"/>
          <p:nvPr>
            <p:ph type="ctrTitle"/>
          </p:nvPr>
        </p:nvSpPr>
        <p:spPr>
          <a:xfrm>
            <a:off x="5295149" y="1449725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86" name="Google Shape;986;p83"/>
          <p:cNvSpPr txBox="1"/>
          <p:nvPr>
            <p:ph idx="1" type="subTitle"/>
          </p:nvPr>
        </p:nvSpPr>
        <p:spPr>
          <a:xfrm>
            <a:off x="5295149" y="1731948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87" name="Google Shape;987;p83"/>
          <p:cNvSpPr txBox="1"/>
          <p:nvPr>
            <p:ph idx="2" type="subTitle"/>
          </p:nvPr>
        </p:nvSpPr>
        <p:spPr>
          <a:xfrm>
            <a:off x="5295149" y="3281876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88" name="Google Shape;988;p83"/>
          <p:cNvSpPr txBox="1"/>
          <p:nvPr>
            <p:ph idx="3" type="ctrTitle"/>
          </p:nvPr>
        </p:nvSpPr>
        <p:spPr>
          <a:xfrm>
            <a:off x="5295153" y="2989856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89" name="Google Shape;989;p83"/>
          <p:cNvSpPr txBox="1"/>
          <p:nvPr>
            <p:ph idx="4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8">
    <p:spTree>
      <p:nvGrpSpPr>
        <p:cNvPr id="990" name="Shape 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1" name="Google Shape;991;p8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92" name="Google Shape;992;p8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8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8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8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8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8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8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8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8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8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8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8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8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8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8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8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8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8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8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8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8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8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4" name="Google Shape;1014;p84"/>
          <p:cNvSpPr txBox="1"/>
          <p:nvPr>
            <p:ph type="title"/>
          </p:nvPr>
        </p:nvSpPr>
        <p:spPr>
          <a:xfrm>
            <a:off x="720000" y="540000"/>
            <a:ext cx="55107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4">
    <p:spTree>
      <p:nvGrpSpPr>
        <p:cNvPr id="1015" name="Shape 1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6" name="Google Shape;1016;p8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17" name="Google Shape;1017;p8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8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8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8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8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8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8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8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8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8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8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8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8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8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8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8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8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8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8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8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8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8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9" name="Google Shape;1039;p85"/>
          <p:cNvSpPr txBox="1"/>
          <p:nvPr>
            <p:ph type="title"/>
          </p:nvPr>
        </p:nvSpPr>
        <p:spPr>
          <a:xfrm>
            <a:off x="720000" y="540000"/>
            <a:ext cx="5399100" cy="8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9"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1" name="Google Shape;1041;p8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42" name="Google Shape;1042;p8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8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8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8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8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8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8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8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8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8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8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8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8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8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8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8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8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8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8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8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8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8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64" name="Google Shape;1064;p86"/>
          <p:cNvSpPr txBox="1"/>
          <p:nvPr>
            <p:ph idx="1" type="subTitle"/>
          </p:nvPr>
        </p:nvSpPr>
        <p:spPr>
          <a:xfrm>
            <a:off x="8041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65" name="Google Shape;1065;p86"/>
          <p:cNvSpPr txBox="1"/>
          <p:nvPr>
            <p:ph idx="2" type="subTitle"/>
          </p:nvPr>
        </p:nvSpPr>
        <p:spPr>
          <a:xfrm>
            <a:off x="58336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66" name="Google Shape;1066;p86"/>
          <p:cNvSpPr txBox="1"/>
          <p:nvPr>
            <p:ph idx="3" type="subTitle"/>
          </p:nvPr>
        </p:nvSpPr>
        <p:spPr>
          <a:xfrm>
            <a:off x="8041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67" name="Google Shape;1067;p86"/>
          <p:cNvSpPr txBox="1"/>
          <p:nvPr>
            <p:ph idx="4" type="subTitle"/>
          </p:nvPr>
        </p:nvSpPr>
        <p:spPr>
          <a:xfrm>
            <a:off x="58336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68" name="Google Shape;1068;p86"/>
          <p:cNvSpPr txBox="1"/>
          <p:nvPr>
            <p:ph idx="5" type="subTitle"/>
          </p:nvPr>
        </p:nvSpPr>
        <p:spPr>
          <a:xfrm>
            <a:off x="331890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69" name="Google Shape;1069;p86"/>
          <p:cNvSpPr txBox="1"/>
          <p:nvPr>
            <p:ph idx="6" type="subTitle"/>
          </p:nvPr>
        </p:nvSpPr>
        <p:spPr>
          <a:xfrm>
            <a:off x="331890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70" name="Google Shape;1070;p86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71" name="Google Shape;1071;p86"/>
          <p:cNvSpPr txBox="1"/>
          <p:nvPr>
            <p:ph idx="7" type="subTitle"/>
          </p:nvPr>
        </p:nvSpPr>
        <p:spPr>
          <a:xfrm>
            <a:off x="8041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" name="Google Shape;1072;p86"/>
          <p:cNvSpPr txBox="1"/>
          <p:nvPr>
            <p:ph idx="8" type="subTitle"/>
          </p:nvPr>
        </p:nvSpPr>
        <p:spPr>
          <a:xfrm>
            <a:off x="58336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3" name="Google Shape;1073;p86"/>
          <p:cNvSpPr txBox="1"/>
          <p:nvPr>
            <p:ph idx="9" type="subTitle"/>
          </p:nvPr>
        </p:nvSpPr>
        <p:spPr>
          <a:xfrm>
            <a:off x="8041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4" name="Google Shape;1074;p86"/>
          <p:cNvSpPr txBox="1"/>
          <p:nvPr>
            <p:ph idx="13" type="subTitle"/>
          </p:nvPr>
        </p:nvSpPr>
        <p:spPr>
          <a:xfrm>
            <a:off x="58336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5" name="Google Shape;1075;p86"/>
          <p:cNvSpPr txBox="1"/>
          <p:nvPr>
            <p:ph idx="14" type="subTitle"/>
          </p:nvPr>
        </p:nvSpPr>
        <p:spPr>
          <a:xfrm>
            <a:off x="331890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6" name="Google Shape;1076;p86"/>
          <p:cNvSpPr txBox="1"/>
          <p:nvPr>
            <p:ph idx="15" type="subTitle"/>
          </p:nvPr>
        </p:nvSpPr>
        <p:spPr>
          <a:xfrm>
            <a:off x="331890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7">
    <p:spTree>
      <p:nvGrpSpPr>
        <p:cNvPr id="1077" name="Shape 1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8" name="Google Shape;1078;p8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79" name="Google Shape;1079;p8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8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8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8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8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8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8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8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8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8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8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8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8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8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8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8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8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8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8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8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8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8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1" name="Google Shape;1101;p87"/>
          <p:cNvSpPr txBox="1"/>
          <p:nvPr>
            <p:ph idx="1" type="subTitle"/>
          </p:nvPr>
        </p:nvSpPr>
        <p:spPr>
          <a:xfrm>
            <a:off x="8041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102" name="Google Shape;1102;p87"/>
          <p:cNvSpPr txBox="1"/>
          <p:nvPr>
            <p:ph idx="2" type="subTitle"/>
          </p:nvPr>
        </p:nvSpPr>
        <p:spPr>
          <a:xfrm>
            <a:off x="58336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103" name="Google Shape;1103;p87"/>
          <p:cNvSpPr txBox="1"/>
          <p:nvPr>
            <p:ph idx="3" type="subTitle"/>
          </p:nvPr>
        </p:nvSpPr>
        <p:spPr>
          <a:xfrm>
            <a:off x="3318900" y="20030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104" name="Google Shape;1104;p87"/>
          <p:cNvSpPr txBox="1"/>
          <p:nvPr>
            <p:ph type="title"/>
          </p:nvPr>
        </p:nvSpPr>
        <p:spPr>
          <a:xfrm>
            <a:off x="5917800" y="540000"/>
            <a:ext cx="25062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05" name="Google Shape;1105;p87"/>
          <p:cNvSpPr txBox="1"/>
          <p:nvPr>
            <p:ph idx="4" type="subTitle"/>
          </p:nvPr>
        </p:nvSpPr>
        <p:spPr>
          <a:xfrm>
            <a:off x="8041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106" name="Google Shape;1106;p87"/>
          <p:cNvSpPr txBox="1"/>
          <p:nvPr>
            <p:ph idx="5" type="subTitle"/>
          </p:nvPr>
        </p:nvSpPr>
        <p:spPr>
          <a:xfrm>
            <a:off x="58336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107" name="Google Shape;1107;p87"/>
          <p:cNvSpPr txBox="1"/>
          <p:nvPr>
            <p:ph idx="6" type="subTitle"/>
          </p:nvPr>
        </p:nvSpPr>
        <p:spPr>
          <a:xfrm>
            <a:off x="3318900" y="2389956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28">
    <p:spTree>
      <p:nvGrpSpPr>
        <p:cNvPr id="1108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9" name="Google Shape;1109;p8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110" name="Google Shape;1110;p8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8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8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8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8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8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8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8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8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8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8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8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8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8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8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8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8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8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8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8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8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8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2" name="Google Shape;1132;p88"/>
          <p:cNvSpPr txBox="1"/>
          <p:nvPr>
            <p:ph idx="1" type="subTitle"/>
          </p:nvPr>
        </p:nvSpPr>
        <p:spPr>
          <a:xfrm>
            <a:off x="1342450" y="3241403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133" name="Google Shape;1133;p88"/>
          <p:cNvSpPr txBox="1"/>
          <p:nvPr>
            <p:ph idx="2" type="subTitle"/>
          </p:nvPr>
        </p:nvSpPr>
        <p:spPr>
          <a:xfrm>
            <a:off x="5295350" y="3232090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134" name="Google Shape;1134;p88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35" name="Google Shape;1135;p88"/>
          <p:cNvSpPr txBox="1"/>
          <p:nvPr>
            <p:ph idx="3" type="subTitle"/>
          </p:nvPr>
        </p:nvSpPr>
        <p:spPr>
          <a:xfrm>
            <a:off x="1342450" y="3615440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136" name="Google Shape;1136;p88"/>
          <p:cNvSpPr txBox="1"/>
          <p:nvPr>
            <p:ph idx="4" type="subTitle"/>
          </p:nvPr>
        </p:nvSpPr>
        <p:spPr>
          <a:xfrm>
            <a:off x="5295350" y="3606127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20">
    <p:spTree>
      <p:nvGrpSpPr>
        <p:cNvPr id="1137" name="Shape 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8" name="Google Shape;1138;p8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139" name="Google Shape;1139;p8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8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8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8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8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8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8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8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8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8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8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8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8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8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8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8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8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8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8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8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8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8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61" name="Google Shape;1161;p89"/>
          <p:cNvSpPr txBox="1"/>
          <p:nvPr>
            <p:ph type="ctrTitle"/>
          </p:nvPr>
        </p:nvSpPr>
        <p:spPr>
          <a:xfrm>
            <a:off x="3443847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162" name="Google Shape;1162;p89"/>
          <p:cNvSpPr txBox="1"/>
          <p:nvPr>
            <p:ph idx="1" type="subTitle"/>
          </p:nvPr>
        </p:nvSpPr>
        <p:spPr>
          <a:xfrm>
            <a:off x="3443847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163" name="Google Shape;1163;p89"/>
          <p:cNvSpPr txBox="1"/>
          <p:nvPr>
            <p:ph idx="2" type="subTitle"/>
          </p:nvPr>
        </p:nvSpPr>
        <p:spPr>
          <a:xfrm>
            <a:off x="475992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164" name="Google Shape;1164;p89"/>
          <p:cNvSpPr txBox="1"/>
          <p:nvPr>
            <p:ph idx="3" type="ctrTitle"/>
          </p:nvPr>
        </p:nvSpPr>
        <p:spPr>
          <a:xfrm>
            <a:off x="475992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165" name="Google Shape;1165;p89"/>
          <p:cNvSpPr txBox="1"/>
          <p:nvPr>
            <p:ph idx="4" type="ctrTitle"/>
          </p:nvPr>
        </p:nvSpPr>
        <p:spPr>
          <a:xfrm>
            <a:off x="81170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166" name="Google Shape;1166;p89"/>
          <p:cNvSpPr txBox="1"/>
          <p:nvPr>
            <p:ph idx="5" type="subTitle"/>
          </p:nvPr>
        </p:nvSpPr>
        <p:spPr>
          <a:xfrm>
            <a:off x="81170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167" name="Google Shape;1167;p89"/>
          <p:cNvSpPr txBox="1"/>
          <p:nvPr>
            <p:ph idx="6" type="subTitle"/>
          </p:nvPr>
        </p:nvSpPr>
        <p:spPr>
          <a:xfrm>
            <a:off x="212778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168" name="Google Shape;1168;p89"/>
          <p:cNvSpPr txBox="1"/>
          <p:nvPr>
            <p:ph idx="7" type="ctrTitle"/>
          </p:nvPr>
        </p:nvSpPr>
        <p:spPr>
          <a:xfrm>
            <a:off x="212778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169" name="Google Shape;1169;p89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170" name="Google Shape;1170;p89"/>
          <p:cNvSpPr txBox="1"/>
          <p:nvPr>
            <p:ph idx="9" type="ctrTitle"/>
          </p:nvPr>
        </p:nvSpPr>
        <p:spPr>
          <a:xfrm>
            <a:off x="607599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171" name="Google Shape;1171;p89"/>
          <p:cNvSpPr txBox="1"/>
          <p:nvPr>
            <p:ph idx="13" type="subTitle"/>
          </p:nvPr>
        </p:nvSpPr>
        <p:spPr>
          <a:xfrm>
            <a:off x="607599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21">
    <p:spTree>
      <p:nvGrpSpPr>
        <p:cNvPr id="1172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3" name="Google Shape;1173;p9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174" name="Google Shape;1174;p9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9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9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9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9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9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9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9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9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9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9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9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9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9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9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9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9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9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9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93" name="Google Shape;1193;p90"/>
          <p:cNvSpPr txBox="1"/>
          <p:nvPr>
            <p:ph type="title"/>
          </p:nvPr>
        </p:nvSpPr>
        <p:spPr>
          <a:xfrm>
            <a:off x="715349" y="1829975"/>
            <a:ext cx="52644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194" name="Google Shape;1194;p90"/>
          <p:cNvSpPr txBox="1"/>
          <p:nvPr>
            <p:ph idx="1" type="body"/>
          </p:nvPr>
        </p:nvSpPr>
        <p:spPr>
          <a:xfrm>
            <a:off x="715350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33">
    <p:spTree>
      <p:nvGrpSpPr>
        <p:cNvPr id="1195" name="Shape 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6" name="Google Shape;1196;p9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197" name="Google Shape;1197;p9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9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9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9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9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9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9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9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9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9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9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9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9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9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9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9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9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9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9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16" name="Google Shape;1216;p91"/>
          <p:cNvSpPr txBox="1"/>
          <p:nvPr>
            <p:ph type="title"/>
          </p:nvPr>
        </p:nvSpPr>
        <p:spPr>
          <a:xfrm>
            <a:off x="3772625" y="1829975"/>
            <a:ext cx="45693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17" name="Google Shape;1217;p91"/>
          <p:cNvSpPr txBox="1"/>
          <p:nvPr>
            <p:ph idx="1" type="body"/>
          </p:nvPr>
        </p:nvSpPr>
        <p:spPr>
          <a:xfrm>
            <a:off x="3772649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2">
    <p:spTree>
      <p:nvGrpSpPr>
        <p:cNvPr id="1218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9" name="Google Shape;1219;p9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220" name="Google Shape;1220;p9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21" name="Google Shape;1221;p9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222" name="Google Shape;1222;p9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223" name="Google Shape;1223;p9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p9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9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9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9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p9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p9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p9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p9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p9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p9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p9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p9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p9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p9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38" name="Google Shape;1238;p9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239" name="Google Shape;1239;p9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p9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p9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p9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p9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p9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p9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p9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p9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p9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p9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p9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p9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p9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p9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254" name="Google Shape;1254;p9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55" name="Google Shape;1255;p9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56" name="Google Shape;1256;p9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57" name="Google Shape;1257;p9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58" name="Google Shape;1258;p9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59" name="Google Shape;1259;p9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260" name="Google Shape;1260;p92"/>
          <p:cNvSpPr txBox="1"/>
          <p:nvPr>
            <p:ph type="title"/>
          </p:nvPr>
        </p:nvSpPr>
        <p:spPr>
          <a:xfrm>
            <a:off x="720000" y="1143700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61" name="Google Shape;1261;p92"/>
          <p:cNvSpPr txBox="1"/>
          <p:nvPr>
            <p:ph idx="2" type="title"/>
          </p:nvPr>
        </p:nvSpPr>
        <p:spPr>
          <a:xfrm>
            <a:off x="720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62" name="Google Shape;1262;p92"/>
          <p:cNvSpPr txBox="1"/>
          <p:nvPr>
            <p:ph idx="3" type="title"/>
          </p:nvPr>
        </p:nvSpPr>
        <p:spPr>
          <a:xfrm>
            <a:off x="5094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63" name="Google Shape;1263;p92"/>
          <p:cNvSpPr txBox="1"/>
          <p:nvPr>
            <p:ph idx="1" type="subTitle"/>
          </p:nvPr>
        </p:nvSpPr>
        <p:spPr>
          <a:xfrm>
            <a:off x="915300" y="1964863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" name="Google Shape;1264;p92"/>
          <p:cNvSpPr txBox="1"/>
          <p:nvPr>
            <p:ph idx="4" type="subTitle"/>
          </p:nvPr>
        </p:nvSpPr>
        <p:spPr>
          <a:xfrm>
            <a:off x="915300" y="3754738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5" name="Google Shape;1265;p92"/>
          <p:cNvSpPr txBox="1"/>
          <p:nvPr>
            <p:ph idx="5" type="subTitle"/>
          </p:nvPr>
        </p:nvSpPr>
        <p:spPr>
          <a:xfrm>
            <a:off x="5192850" y="3754772"/>
            <a:ext cx="3132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3">
    <p:spTree>
      <p:nvGrpSpPr>
        <p:cNvPr id="1266" name="Shape 1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7" name="Google Shape;1267;p9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268" name="Google Shape;1268;p9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9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9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9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9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9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9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9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9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9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9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9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9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9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9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9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9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9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9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7" name="Google Shape;1287;p93"/>
          <p:cNvSpPr txBox="1"/>
          <p:nvPr>
            <p:ph type="title"/>
          </p:nvPr>
        </p:nvSpPr>
        <p:spPr>
          <a:xfrm>
            <a:off x="3285938" y="11437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88" name="Google Shape;1288;p93"/>
          <p:cNvSpPr txBox="1"/>
          <p:nvPr>
            <p:ph idx="1" type="subTitle"/>
          </p:nvPr>
        </p:nvSpPr>
        <p:spPr>
          <a:xfrm>
            <a:off x="3285938" y="1964876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89" name="Google Shape;1289;p93"/>
          <p:cNvSpPr txBox="1"/>
          <p:nvPr>
            <p:ph idx="2" type="title"/>
          </p:nvPr>
        </p:nvSpPr>
        <p:spPr>
          <a:xfrm>
            <a:off x="3285938" y="29701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90" name="Google Shape;1290;p93"/>
          <p:cNvSpPr txBox="1"/>
          <p:nvPr>
            <p:ph idx="3" type="subTitle"/>
          </p:nvPr>
        </p:nvSpPr>
        <p:spPr>
          <a:xfrm>
            <a:off x="3285938" y="3791277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91" name="Google Shape;1291;p93"/>
          <p:cNvSpPr txBox="1"/>
          <p:nvPr>
            <p:ph idx="4" type="title"/>
          </p:nvPr>
        </p:nvSpPr>
        <p:spPr>
          <a:xfrm>
            <a:off x="6030113" y="11563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92" name="Google Shape;1292;p93"/>
          <p:cNvSpPr txBox="1"/>
          <p:nvPr>
            <p:ph idx="5" type="subTitle"/>
          </p:nvPr>
        </p:nvSpPr>
        <p:spPr>
          <a:xfrm>
            <a:off x="6030113" y="19775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93" name="Google Shape;1293;p93"/>
          <p:cNvSpPr txBox="1"/>
          <p:nvPr>
            <p:ph idx="6" type="title"/>
          </p:nvPr>
        </p:nvSpPr>
        <p:spPr>
          <a:xfrm>
            <a:off x="6030113" y="29827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94" name="Google Shape;1294;p93"/>
          <p:cNvSpPr txBox="1"/>
          <p:nvPr>
            <p:ph idx="7" type="subTitle"/>
          </p:nvPr>
        </p:nvSpPr>
        <p:spPr>
          <a:xfrm>
            <a:off x="6030113" y="38039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5">
    <p:spTree>
      <p:nvGrpSpPr>
        <p:cNvPr id="1295" name="Shape 1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6" name="Google Shape;1296;p94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297" name="Google Shape;1297;p94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98" name="Google Shape;1298;p9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299" name="Google Shape;1299;p94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300" name="Google Shape;1300;p9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" name="Google Shape;1301;p9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" name="Google Shape;1302;p9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" name="Google Shape;1303;p9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4" name="Google Shape;1304;p9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5" name="Google Shape;1305;p9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6" name="Google Shape;1306;p9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7" name="Google Shape;1307;p9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8" name="Google Shape;1308;p9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" name="Google Shape;1309;p9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" name="Google Shape;1310;p9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1" name="Google Shape;1311;p9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2" name="Google Shape;1312;p9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3" name="Google Shape;1313;p9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" name="Google Shape;1314;p9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15" name="Google Shape;1315;p94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316" name="Google Shape;1316;p9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" name="Google Shape;1317;p9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9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9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" name="Google Shape;1320;p9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" name="Google Shape;1321;p9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" name="Google Shape;1322;p9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3" name="Google Shape;1323;p9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4" name="Google Shape;1324;p9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5" name="Google Shape;1325;p9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9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9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9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9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9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331" name="Google Shape;1331;p94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2" name="Google Shape;1332;p94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3" name="Google Shape;1333;p94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4" name="Google Shape;1334;p94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5" name="Google Shape;1335;p94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6" name="Google Shape;1336;p9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337" name="Google Shape;1337;p94"/>
          <p:cNvSpPr txBox="1"/>
          <p:nvPr>
            <p:ph idx="1" type="subTitle"/>
          </p:nvPr>
        </p:nvSpPr>
        <p:spPr>
          <a:xfrm>
            <a:off x="720000" y="2532242"/>
            <a:ext cx="23004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338" name="Google Shape;1338;p94"/>
          <p:cNvSpPr txBox="1"/>
          <p:nvPr>
            <p:ph type="title"/>
          </p:nvPr>
        </p:nvSpPr>
        <p:spPr>
          <a:xfrm>
            <a:off x="720000" y="1452200"/>
            <a:ext cx="15549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6">
    <p:spTree>
      <p:nvGrpSpPr>
        <p:cNvPr id="1339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0" name="Google Shape;1340;p95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341" name="Google Shape;1341;p95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342" name="Google Shape;1342;p9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343" name="Google Shape;1343;p95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344" name="Google Shape;1344;p9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" name="Google Shape;1345;p9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9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" name="Google Shape;1347;p9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" name="Google Shape;1348;p9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9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" name="Google Shape;1350;p9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" name="Google Shape;1351;p9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9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" name="Google Shape;1353;p9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" name="Google Shape;1354;p9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" name="Google Shape;1355;p9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" name="Google Shape;1356;p9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" name="Google Shape;1357;p9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" name="Google Shape;1358;p9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9" name="Google Shape;1359;p95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360" name="Google Shape;1360;p9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" name="Google Shape;1361;p9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" name="Google Shape;1362;p9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" name="Google Shape;1363;p9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" name="Google Shape;1364;p9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" name="Google Shape;1365;p9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6" name="Google Shape;1366;p9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" name="Google Shape;1367;p9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8" name="Google Shape;1368;p9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" name="Google Shape;1369;p9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0" name="Google Shape;1370;p9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1" name="Google Shape;1371;p9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2" name="Google Shape;1372;p9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3" name="Google Shape;1373;p9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4" name="Google Shape;1374;p9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375" name="Google Shape;1375;p95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76" name="Google Shape;1376;p95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77" name="Google Shape;1377;p95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78" name="Google Shape;1378;p95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79" name="Google Shape;1379;p95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80" name="Google Shape;1380;p9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381" name="Google Shape;1381;p95"/>
          <p:cNvSpPr txBox="1"/>
          <p:nvPr>
            <p:ph idx="1" type="subTitle"/>
          </p:nvPr>
        </p:nvSpPr>
        <p:spPr>
          <a:xfrm>
            <a:off x="6302975" y="2571750"/>
            <a:ext cx="21213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382" name="Google Shape;1382;p95"/>
          <p:cNvSpPr txBox="1"/>
          <p:nvPr>
            <p:ph type="title"/>
          </p:nvPr>
        </p:nvSpPr>
        <p:spPr>
          <a:xfrm>
            <a:off x="6682500" y="1452213"/>
            <a:ext cx="17415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30">
    <p:spTree>
      <p:nvGrpSpPr>
        <p:cNvPr id="1383" name="Shape 1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4" name="Google Shape;1384;p9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385" name="Google Shape;1385;p9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9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9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9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9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9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9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9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9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9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9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9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9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9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9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9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9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9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9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9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9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9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07" name="Google Shape;1407;p96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408" name="Google Shape;1408;p96"/>
          <p:cNvSpPr txBox="1"/>
          <p:nvPr>
            <p:ph idx="1" type="body"/>
          </p:nvPr>
        </p:nvSpPr>
        <p:spPr>
          <a:xfrm>
            <a:off x="720000" y="1246924"/>
            <a:ext cx="7704000" cy="3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29">
    <p:spTree>
      <p:nvGrpSpPr>
        <p:cNvPr id="1409" name="Shape 1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0" name="Google Shape;1410;p9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411" name="Google Shape;1411;p9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9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9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9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9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9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9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9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9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9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9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9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9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9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9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9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9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9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9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430" name="Google Shape;1430;p97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431" name="Google Shape;1431;p97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2" name="Google Shape;1432;p97"/>
          <p:cNvSpPr txBox="1"/>
          <p:nvPr>
            <p:ph type="ctrTitle"/>
          </p:nvPr>
        </p:nvSpPr>
        <p:spPr>
          <a:xfrm>
            <a:off x="2351875" y="540000"/>
            <a:ext cx="44403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433" name="Google Shape;1433;p97"/>
          <p:cNvSpPr txBox="1"/>
          <p:nvPr/>
        </p:nvSpPr>
        <p:spPr>
          <a:xfrm>
            <a:off x="2422213" y="3592175"/>
            <a:ext cx="4299600" cy="6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CREDITS: This presentation template was created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, including icons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 and infographics &amp; images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0" i="0" sz="12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 b="0" i="0" sz="12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4" name="Google Shape;1434;p97"/>
          <p:cNvSpPr txBox="1"/>
          <p:nvPr>
            <p:ph idx="1" type="subTitle"/>
          </p:nvPr>
        </p:nvSpPr>
        <p:spPr>
          <a:xfrm>
            <a:off x="2955600" y="2255325"/>
            <a:ext cx="3232800" cy="13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435" name="Google Shape;1435;p97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1436" name="Google Shape;1436;p97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97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97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97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97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97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97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97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97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97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97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35">
    <p:spTree>
      <p:nvGrpSpPr>
        <p:cNvPr id="1447" name="Shape 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8" name="Google Shape;1448;p98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449" name="Google Shape;1449;p98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450" name="Google Shape;1450;p9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451" name="Google Shape;1451;p98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452" name="Google Shape;1452;p9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9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9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9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9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9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9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9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9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9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9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9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9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9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9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67" name="Google Shape;1467;p98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468" name="Google Shape;1468;p9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9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9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9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9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9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9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9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9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9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9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9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9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9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9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483" name="Google Shape;1483;p98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484" name="Google Shape;1484;p98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485" name="Google Shape;1485;p98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486" name="Google Shape;1486;p98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487" name="Google Shape;1487;p98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488" name="Google Shape;1488;p9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36">
    <p:spTree>
      <p:nvGrpSpPr>
        <p:cNvPr id="1489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0" name="Google Shape;1490;p9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491" name="Google Shape;1491;p9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9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9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9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9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9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9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9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9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9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9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9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9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9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9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9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9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9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9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510" name="Google Shape;1510;p99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511" name="Google Shape;1511;p99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12" name="Google Shape;1512;p99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1513" name="Google Shape;1513;p99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99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99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99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99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99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99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99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99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99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99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37">
    <p:spTree>
      <p:nvGrpSpPr>
        <p:cNvPr id="1524" name="Shape 1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5" name="Google Shape;1525;p10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526" name="Google Shape;1526;p10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0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0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0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0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0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0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0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0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0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0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0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0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0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0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0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0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0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0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0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0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0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8">
    <p:spTree>
      <p:nvGrpSpPr>
        <p:cNvPr id="1548" name="Shape 1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9" name="Google Shape;1549;p10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550" name="Google Shape;1550;p10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0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0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0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0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0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0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0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0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0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0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0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0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0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0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0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0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0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0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0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0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10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2" name="Google Shape;1572;p101"/>
          <p:cNvGrpSpPr/>
          <p:nvPr/>
        </p:nvGrpSpPr>
        <p:grpSpPr>
          <a:xfrm>
            <a:off x="2995920" y="1056023"/>
            <a:ext cx="3152176" cy="3031462"/>
            <a:chOff x="1857000" y="3245400"/>
            <a:chExt cx="1233825" cy="1186575"/>
          </a:xfrm>
        </p:grpSpPr>
        <p:sp>
          <p:nvSpPr>
            <p:cNvPr id="1573" name="Google Shape;1573;p101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101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101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101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01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01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9">
    <p:spTree>
      <p:nvGrpSpPr>
        <p:cNvPr id="1579" name="Shape 1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0" name="Google Shape;1580;p10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581" name="Google Shape;1581;p10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0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0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0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0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0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0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0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0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0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0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0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0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0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0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0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0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0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0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0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0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0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03" name="Google Shape;1603;p102"/>
          <p:cNvGrpSpPr/>
          <p:nvPr/>
        </p:nvGrpSpPr>
        <p:grpSpPr>
          <a:xfrm>
            <a:off x="262" y="2729663"/>
            <a:ext cx="2995174" cy="2414035"/>
            <a:chOff x="6562292" y="3785209"/>
            <a:chExt cx="1875030" cy="1511227"/>
          </a:xfrm>
        </p:grpSpPr>
        <p:grpSp>
          <p:nvGrpSpPr>
            <p:cNvPr id="1604" name="Google Shape;1604;p102"/>
            <p:cNvGrpSpPr/>
            <p:nvPr/>
          </p:nvGrpSpPr>
          <p:grpSpPr>
            <a:xfrm>
              <a:off x="7717466" y="3785209"/>
              <a:ext cx="719856" cy="680112"/>
              <a:chOff x="7717200" y="3905550"/>
              <a:chExt cx="592377" cy="559671"/>
            </a:xfrm>
          </p:grpSpPr>
          <p:sp>
            <p:nvSpPr>
              <p:cNvPr id="1605" name="Google Shape;1605;p102"/>
              <p:cNvSpPr/>
              <p:nvPr/>
            </p:nvSpPr>
            <p:spPr>
              <a:xfrm>
                <a:off x="7724869" y="3917054"/>
                <a:ext cx="581268" cy="532152"/>
              </a:xfrm>
              <a:custGeom>
                <a:rect b="b" l="l" r="r" t="t"/>
                <a:pathLst>
                  <a:path extrusionOk="0" h="9437" w="10308">
                    <a:moveTo>
                      <a:pt x="10129" y="1"/>
                    </a:moveTo>
                    <a:cubicBezTo>
                      <a:pt x="9518" y="1"/>
                      <a:pt x="4203" y="2425"/>
                      <a:pt x="3814" y="2672"/>
                    </a:cubicBezTo>
                    <a:cubicBezTo>
                      <a:pt x="3407" y="2932"/>
                      <a:pt x="0" y="4549"/>
                      <a:pt x="0" y="4684"/>
                    </a:cubicBezTo>
                    <a:cubicBezTo>
                      <a:pt x="0" y="4808"/>
                      <a:pt x="2382" y="5425"/>
                      <a:pt x="2382" y="5425"/>
                    </a:cubicBezTo>
                    <a:cubicBezTo>
                      <a:pt x="2382" y="5425"/>
                      <a:pt x="2456" y="6129"/>
                      <a:pt x="2580" y="6771"/>
                    </a:cubicBezTo>
                    <a:cubicBezTo>
                      <a:pt x="2703" y="7400"/>
                      <a:pt x="2963" y="8511"/>
                      <a:pt x="2963" y="8511"/>
                    </a:cubicBezTo>
                    <a:cubicBezTo>
                      <a:pt x="3308" y="8474"/>
                      <a:pt x="4901" y="7104"/>
                      <a:pt x="4901" y="7104"/>
                    </a:cubicBezTo>
                    <a:cubicBezTo>
                      <a:pt x="4901" y="7104"/>
                      <a:pt x="6308" y="9424"/>
                      <a:pt x="6542" y="9437"/>
                    </a:cubicBezTo>
                    <a:cubicBezTo>
                      <a:pt x="6543" y="9437"/>
                      <a:pt x="6543" y="9437"/>
                      <a:pt x="6543" y="9437"/>
                    </a:cubicBezTo>
                    <a:cubicBezTo>
                      <a:pt x="6786" y="9437"/>
                      <a:pt x="10307" y="265"/>
                      <a:pt x="10184" y="18"/>
                    </a:cubicBezTo>
                    <a:cubicBezTo>
                      <a:pt x="10177" y="6"/>
                      <a:pt x="10159" y="1"/>
                      <a:pt x="10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102"/>
              <p:cNvSpPr/>
              <p:nvPr/>
            </p:nvSpPr>
            <p:spPr>
              <a:xfrm>
                <a:off x="7717200" y="3905550"/>
                <a:ext cx="592377" cy="559671"/>
              </a:xfrm>
              <a:custGeom>
                <a:rect b="b" l="l" r="r" t="t"/>
                <a:pathLst>
                  <a:path extrusionOk="0" h="9925" w="10505">
                    <a:moveTo>
                      <a:pt x="9764" y="420"/>
                    </a:moveTo>
                    <a:cubicBezTo>
                      <a:pt x="9147" y="827"/>
                      <a:pt x="8518" y="1247"/>
                      <a:pt x="7913" y="1654"/>
                    </a:cubicBezTo>
                    <a:cubicBezTo>
                      <a:pt x="7715" y="1802"/>
                      <a:pt x="7505" y="1938"/>
                      <a:pt x="7283" y="2086"/>
                    </a:cubicBezTo>
                    <a:cubicBezTo>
                      <a:pt x="6111" y="2889"/>
                      <a:pt x="4728" y="3839"/>
                      <a:pt x="3382" y="4851"/>
                    </a:cubicBezTo>
                    <a:cubicBezTo>
                      <a:pt x="3148" y="5037"/>
                      <a:pt x="2926" y="5209"/>
                      <a:pt x="2728" y="5382"/>
                    </a:cubicBezTo>
                    <a:lnTo>
                      <a:pt x="2679" y="5419"/>
                    </a:lnTo>
                    <a:lnTo>
                      <a:pt x="2605" y="5493"/>
                    </a:lnTo>
                    <a:cubicBezTo>
                      <a:pt x="2506" y="5432"/>
                      <a:pt x="2407" y="5382"/>
                      <a:pt x="2296" y="5370"/>
                    </a:cubicBezTo>
                    <a:lnTo>
                      <a:pt x="2197" y="5345"/>
                    </a:lnTo>
                    <a:cubicBezTo>
                      <a:pt x="1963" y="5259"/>
                      <a:pt x="1728" y="5197"/>
                      <a:pt x="1482" y="5123"/>
                    </a:cubicBezTo>
                    <a:cubicBezTo>
                      <a:pt x="1087" y="5000"/>
                      <a:pt x="716" y="4913"/>
                      <a:pt x="358" y="4839"/>
                    </a:cubicBezTo>
                    <a:lnTo>
                      <a:pt x="371" y="4839"/>
                    </a:lnTo>
                    <a:lnTo>
                      <a:pt x="420" y="4802"/>
                    </a:lnTo>
                    <a:cubicBezTo>
                      <a:pt x="506" y="4740"/>
                      <a:pt x="605" y="4679"/>
                      <a:pt x="704" y="4629"/>
                    </a:cubicBezTo>
                    <a:cubicBezTo>
                      <a:pt x="815" y="4568"/>
                      <a:pt x="938" y="4518"/>
                      <a:pt x="1062" y="4456"/>
                    </a:cubicBezTo>
                    <a:lnTo>
                      <a:pt x="1210" y="4382"/>
                    </a:lnTo>
                    <a:cubicBezTo>
                      <a:pt x="1802" y="4098"/>
                      <a:pt x="2407" y="3790"/>
                      <a:pt x="3062" y="3457"/>
                    </a:cubicBezTo>
                    <a:cubicBezTo>
                      <a:pt x="3432" y="3259"/>
                      <a:pt x="3827" y="3062"/>
                      <a:pt x="4296" y="2827"/>
                    </a:cubicBezTo>
                    <a:cubicBezTo>
                      <a:pt x="5975" y="1988"/>
                      <a:pt x="7382" y="1309"/>
                      <a:pt x="8876" y="729"/>
                    </a:cubicBezTo>
                    <a:cubicBezTo>
                      <a:pt x="9159" y="605"/>
                      <a:pt x="9468" y="506"/>
                      <a:pt x="9764" y="420"/>
                    </a:cubicBezTo>
                    <a:close/>
                    <a:moveTo>
                      <a:pt x="9949" y="494"/>
                    </a:moveTo>
                    <a:lnTo>
                      <a:pt x="9949" y="494"/>
                    </a:lnTo>
                    <a:cubicBezTo>
                      <a:pt x="9814" y="630"/>
                      <a:pt x="9678" y="790"/>
                      <a:pt x="9542" y="938"/>
                    </a:cubicBezTo>
                    <a:cubicBezTo>
                      <a:pt x="9468" y="1037"/>
                      <a:pt x="9394" y="1124"/>
                      <a:pt x="9320" y="1198"/>
                    </a:cubicBezTo>
                    <a:cubicBezTo>
                      <a:pt x="8900" y="1654"/>
                      <a:pt x="8468" y="2111"/>
                      <a:pt x="8049" y="2568"/>
                    </a:cubicBezTo>
                    <a:cubicBezTo>
                      <a:pt x="7296" y="3358"/>
                      <a:pt x="6543" y="4148"/>
                      <a:pt x="5790" y="4938"/>
                    </a:cubicBezTo>
                    <a:lnTo>
                      <a:pt x="5283" y="5469"/>
                    </a:lnTo>
                    <a:lnTo>
                      <a:pt x="4913" y="5864"/>
                    </a:lnTo>
                    <a:cubicBezTo>
                      <a:pt x="4777" y="6012"/>
                      <a:pt x="4642" y="6160"/>
                      <a:pt x="4493" y="6308"/>
                    </a:cubicBezTo>
                    <a:lnTo>
                      <a:pt x="4469" y="6308"/>
                    </a:lnTo>
                    <a:cubicBezTo>
                      <a:pt x="4358" y="6370"/>
                      <a:pt x="4259" y="6456"/>
                      <a:pt x="4197" y="6567"/>
                    </a:cubicBezTo>
                    <a:cubicBezTo>
                      <a:pt x="4173" y="6580"/>
                      <a:pt x="4160" y="6604"/>
                      <a:pt x="4148" y="6617"/>
                    </a:cubicBezTo>
                    <a:cubicBezTo>
                      <a:pt x="4061" y="6740"/>
                      <a:pt x="3987" y="6863"/>
                      <a:pt x="3913" y="6987"/>
                    </a:cubicBezTo>
                    <a:lnTo>
                      <a:pt x="3864" y="7086"/>
                    </a:lnTo>
                    <a:cubicBezTo>
                      <a:pt x="3790" y="7209"/>
                      <a:pt x="3716" y="7320"/>
                      <a:pt x="3642" y="7431"/>
                    </a:cubicBezTo>
                    <a:cubicBezTo>
                      <a:pt x="3580" y="7555"/>
                      <a:pt x="3518" y="7641"/>
                      <a:pt x="3444" y="7752"/>
                    </a:cubicBezTo>
                    <a:lnTo>
                      <a:pt x="3173" y="8221"/>
                    </a:lnTo>
                    <a:lnTo>
                      <a:pt x="3123" y="8295"/>
                    </a:lnTo>
                    <a:cubicBezTo>
                      <a:pt x="3025" y="7876"/>
                      <a:pt x="2950" y="7444"/>
                      <a:pt x="2889" y="7024"/>
                    </a:cubicBezTo>
                    <a:cubicBezTo>
                      <a:pt x="2827" y="6592"/>
                      <a:pt x="2765" y="6148"/>
                      <a:pt x="2654" y="5728"/>
                    </a:cubicBezTo>
                    <a:cubicBezTo>
                      <a:pt x="2679" y="5678"/>
                      <a:pt x="2691" y="5629"/>
                      <a:pt x="2679" y="5580"/>
                    </a:cubicBezTo>
                    <a:cubicBezTo>
                      <a:pt x="2827" y="5456"/>
                      <a:pt x="2975" y="5333"/>
                      <a:pt x="3136" y="5222"/>
                    </a:cubicBezTo>
                    <a:cubicBezTo>
                      <a:pt x="3210" y="5172"/>
                      <a:pt x="3284" y="5123"/>
                      <a:pt x="3358" y="5074"/>
                    </a:cubicBezTo>
                    <a:cubicBezTo>
                      <a:pt x="3950" y="4629"/>
                      <a:pt x="4568" y="4197"/>
                      <a:pt x="5098" y="3815"/>
                    </a:cubicBezTo>
                    <a:cubicBezTo>
                      <a:pt x="6333" y="2950"/>
                      <a:pt x="7666" y="2025"/>
                      <a:pt x="9024" y="1111"/>
                    </a:cubicBezTo>
                    <a:lnTo>
                      <a:pt x="9196" y="988"/>
                    </a:lnTo>
                    <a:cubicBezTo>
                      <a:pt x="9443" y="827"/>
                      <a:pt x="9703" y="654"/>
                      <a:pt x="9949" y="494"/>
                    </a:cubicBezTo>
                    <a:close/>
                    <a:moveTo>
                      <a:pt x="4530" y="6530"/>
                    </a:moveTo>
                    <a:cubicBezTo>
                      <a:pt x="4555" y="6555"/>
                      <a:pt x="4580" y="6580"/>
                      <a:pt x="4592" y="6617"/>
                    </a:cubicBezTo>
                    <a:lnTo>
                      <a:pt x="4617" y="6641"/>
                    </a:lnTo>
                    <a:cubicBezTo>
                      <a:pt x="4679" y="6777"/>
                      <a:pt x="4753" y="6901"/>
                      <a:pt x="4802" y="7036"/>
                    </a:cubicBezTo>
                    <a:lnTo>
                      <a:pt x="4839" y="7110"/>
                    </a:lnTo>
                    <a:cubicBezTo>
                      <a:pt x="4864" y="7160"/>
                      <a:pt x="4888" y="7221"/>
                      <a:pt x="4925" y="7283"/>
                    </a:cubicBezTo>
                    <a:cubicBezTo>
                      <a:pt x="4802" y="7345"/>
                      <a:pt x="4691" y="7419"/>
                      <a:pt x="4580" y="7505"/>
                    </a:cubicBezTo>
                    <a:cubicBezTo>
                      <a:pt x="4555" y="7530"/>
                      <a:pt x="4530" y="7542"/>
                      <a:pt x="4493" y="7567"/>
                    </a:cubicBezTo>
                    <a:cubicBezTo>
                      <a:pt x="4333" y="7691"/>
                      <a:pt x="4160" y="7826"/>
                      <a:pt x="4000" y="7950"/>
                    </a:cubicBezTo>
                    <a:cubicBezTo>
                      <a:pt x="3901" y="8024"/>
                      <a:pt x="3815" y="8098"/>
                      <a:pt x="3728" y="8172"/>
                    </a:cubicBezTo>
                    <a:lnTo>
                      <a:pt x="3580" y="8308"/>
                    </a:lnTo>
                    <a:lnTo>
                      <a:pt x="3518" y="8357"/>
                    </a:lnTo>
                    <a:cubicBezTo>
                      <a:pt x="3457" y="8406"/>
                      <a:pt x="3395" y="8456"/>
                      <a:pt x="3321" y="8505"/>
                    </a:cubicBezTo>
                    <a:cubicBezTo>
                      <a:pt x="3407" y="8382"/>
                      <a:pt x="3481" y="8258"/>
                      <a:pt x="3555" y="8135"/>
                    </a:cubicBezTo>
                    <a:cubicBezTo>
                      <a:pt x="3703" y="7876"/>
                      <a:pt x="3864" y="7629"/>
                      <a:pt x="4000" y="7370"/>
                    </a:cubicBezTo>
                    <a:cubicBezTo>
                      <a:pt x="4049" y="7296"/>
                      <a:pt x="4086" y="7209"/>
                      <a:pt x="4135" y="7123"/>
                    </a:cubicBezTo>
                    <a:cubicBezTo>
                      <a:pt x="4222" y="6925"/>
                      <a:pt x="4333" y="6752"/>
                      <a:pt x="4469" y="6592"/>
                    </a:cubicBezTo>
                    <a:cubicBezTo>
                      <a:pt x="4493" y="6567"/>
                      <a:pt x="4506" y="6543"/>
                      <a:pt x="4530" y="6530"/>
                    </a:cubicBezTo>
                    <a:close/>
                    <a:moveTo>
                      <a:pt x="9912" y="877"/>
                    </a:moveTo>
                    <a:lnTo>
                      <a:pt x="9912" y="877"/>
                    </a:lnTo>
                    <a:cubicBezTo>
                      <a:pt x="9826" y="1087"/>
                      <a:pt x="9752" y="1296"/>
                      <a:pt x="9690" y="1469"/>
                    </a:cubicBezTo>
                    <a:cubicBezTo>
                      <a:pt x="9431" y="2222"/>
                      <a:pt x="9147" y="2963"/>
                      <a:pt x="8876" y="3654"/>
                    </a:cubicBezTo>
                    <a:cubicBezTo>
                      <a:pt x="8567" y="4444"/>
                      <a:pt x="8258" y="5246"/>
                      <a:pt x="7950" y="6049"/>
                    </a:cubicBezTo>
                    <a:cubicBezTo>
                      <a:pt x="7654" y="6802"/>
                      <a:pt x="7357" y="7567"/>
                      <a:pt x="7073" y="8320"/>
                    </a:cubicBezTo>
                    <a:cubicBezTo>
                      <a:pt x="7012" y="8456"/>
                      <a:pt x="6962" y="8604"/>
                      <a:pt x="6913" y="8740"/>
                    </a:cubicBezTo>
                    <a:cubicBezTo>
                      <a:pt x="6839" y="8962"/>
                      <a:pt x="6752" y="9196"/>
                      <a:pt x="6666" y="9406"/>
                    </a:cubicBezTo>
                    <a:cubicBezTo>
                      <a:pt x="6580" y="9258"/>
                      <a:pt x="6506" y="9110"/>
                      <a:pt x="6407" y="8974"/>
                    </a:cubicBezTo>
                    <a:lnTo>
                      <a:pt x="6333" y="8863"/>
                    </a:lnTo>
                    <a:lnTo>
                      <a:pt x="6197" y="8666"/>
                    </a:lnTo>
                    <a:cubicBezTo>
                      <a:pt x="6073" y="8468"/>
                      <a:pt x="5938" y="8258"/>
                      <a:pt x="5814" y="8061"/>
                    </a:cubicBezTo>
                    <a:cubicBezTo>
                      <a:pt x="5580" y="7715"/>
                      <a:pt x="5345" y="7345"/>
                      <a:pt x="5086" y="6851"/>
                    </a:cubicBezTo>
                    <a:lnTo>
                      <a:pt x="5061" y="6814"/>
                    </a:lnTo>
                    <a:cubicBezTo>
                      <a:pt x="4975" y="6666"/>
                      <a:pt x="4839" y="6407"/>
                      <a:pt x="4654" y="6333"/>
                    </a:cubicBezTo>
                    <a:cubicBezTo>
                      <a:pt x="5197" y="5839"/>
                      <a:pt x="5703" y="5308"/>
                      <a:pt x="6197" y="4790"/>
                    </a:cubicBezTo>
                    <a:cubicBezTo>
                      <a:pt x="6320" y="4654"/>
                      <a:pt x="6444" y="4530"/>
                      <a:pt x="6567" y="4395"/>
                    </a:cubicBezTo>
                    <a:cubicBezTo>
                      <a:pt x="7394" y="3531"/>
                      <a:pt x="8382" y="2494"/>
                      <a:pt x="9345" y="1469"/>
                    </a:cubicBezTo>
                    <a:cubicBezTo>
                      <a:pt x="9419" y="1383"/>
                      <a:pt x="9493" y="1309"/>
                      <a:pt x="9579" y="1222"/>
                    </a:cubicBezTo>
                    <a:cubicBezTo>
                      <a:pt x="9690" y="1111"/>
                      <a:pt x="9801" y="1000"/>
                      <a:pt x="9912" y="877"/>
                    </a:cubicBezTo>
                    <a:close/>
                    <a:moveTo>
                      <a:pt x="10172" y="0"/>
                    </a:moveTo>
                    <a:cubicBezTo>
                      <a:pt x="10085" y="0"/>
                      <a:pt x="10011" y="13"/>
                      <a:pt x="9937" y="25"/>
                    </a:cubicBezTo>
                    <a:cubicBezTo>
                      <a:pt x="9653" y="99"/>
                      <a:pt x="9369" y="185"/>
                      <a:pt x="9098" y="297"/>
                    </a:cubicBezTo>
                    <a:cubicBezTo>
                      <a:pt x="8258" y="605"/>
                      <a:pt x="7444" y="988"/>
                      <a:pt x="6691" y="1346"/>
                    </a:cubicBezTo>
                    <a:cubicBezTo>
                      <a:pt x="5506" y="1914"/>
                      <a:pt x="4271" y="2543"/>
                      <a:pt x="2913" y="3247"/>
                    </a:cubicBezTo>
                    <a:cubicBezTo>
                      <a:pt x="2407" y="3518"/>
                      <a:pt x="1889" y="3777"/>
                      <a:pt x="1370" y="4024"/>
                    </a:cubicBezTo>
                    <a:lnTo>
                      <a:pt x="667" y="4382"/>
                    </a:lnTo>
                    <a:cubicBezTo>
                      <a:pt x="482" y="4469"/>
                      <a:pt x="309" y="4568"/>
                      <a:pt x="161" y="4703"/>
                    </a:cubicBezTo>
                    <a:cubicBezTo>
                      <a:pt x="136" y="4728"/>
                      <a:pt x="111" y="4765"/>
                      <a:pt x="99" y="4802"/>
                    </a:cubicBezTo>
                    <a:cubicBezTo>
                      <a:pt x="50" y="4814"/>
                      <a:pt x="25" y="4851"/>
                      <a:pt x="13" y="4888"/>
                    </a:cubicBezTo>
                    <a:cubicBezTo>
                      <a:pt x="0" y="4938"/>
                      <a:pt x="25" y="4975"/>
                      <a:pt x="62" y="5000"/>
                    </a:cubicBezTo>
                    <a:cubicBezTo>
                      <a:pt x="482" y="5172"/>
                      <a:pt x="914" y="5333"/>
                      <a:pt x="1346" y="5456"/>
                    </a:cubicBezTo>
                    <a:cubicBezTo>
                      <a:pt x="1593" y="5530"/>
                      <a:pt x="1827" y="5617"/>
                      <a:pt x="2074" y="5691"/>
                    </a:cubicBezTo>
                    <a:cubicBezTo>
                      <a:pt x="2160" y="5715"/>
                      <a:pt x="2235" y="5740"/>
                      <a:pt x="2321" y="5765"/>
                    </a:cubicBezTo>
                    <a:lnTo>
                      <a:pt x="2395" y="5790"/>
                    </a:lnTo>
                    <a:lnTo>
                      <a:pt x="2407" y="5802"/>
                    </a:lnTo>
                    <a:cubicBezTo>
                      <a:pt x="2432" y="5814"/>
                      <a:pt x="2444" y="5827"/>
                      <a:pt x="2469" y="5827"/>
                    </a:cubicBezTo>
                    <a:cubicBezTo>
                      <a:pt x="2494" y="6061"/>
                      <a:pt x="2518" y="6283"/>
                      <a:pt x="2543" y="6518"/>
                    </a:cubicBezTo>
                    <a:cubicBezTo>
                      <a:pt x="2617" y="7246"/>
                      <a:pt x="2691" y="7999"/>
                      <a:pt x="2950" y="8690"/>
                    </a:cubicBezTo>
                    <a:lnTo>
                      <a:pt x="2950" y="8703"/>
                    </a:lnTo>
                    <a:cubicBezTo>
                      <a:pt x="2950" y="8740"/>
                      <a:pt x="2963" y="8764"/>
                      <a:pt x="2987" y="8789"/>
                    </a:cubicBezTo>
                    <a:cubicBezTo>
                      <a:pt x="3012" y="8838"/>
                      <a:pt x="3062" y="8876"/>
                      <a:pt x="3111" y="8876"/>
                    </a:cubicBezTo>
                    <a:lnTo>
                      <a:pt x="3148" y="8876"/>
                    </a:lnTo>
                    <a:cubicBezTo>
                      <a:pt x="3457" y="8764"/>
                      <a:pt x="3728" y="8604"/>
                      <a:pt x="3975" y="8382"/>
                    </a:cubicBezTo>
                    <a:cubicBezTo>
                      <a:pt x="4012" y="8345"/>
                      <a:pt x="4061" y="8308"/>
                      <a:pt x="4111" y="8271"/>
                    </a:cubicBezTo>
                    <a:cubicBezTo>
                      <a:pt x="4222" y="8184"/>
                      <a:pt x="4333" y="8098"/>
                      <a:pt x="4444" y="8024"/>
                    </a:cubicBezTo>
                    <a:lnTo>
                      <a:pt x="4617" y="7900"/>
                    </a:lnTo>
                    <a:lnTo>
                      <a:pt x="4765" y="7789"/>
                    </a:lnTo>
                    <a:cubicBezTo>
                      <a:pt x="4864" y="7728"/>
                      <a:pt x="4963" y="7653"/>
                      <a:pt x="5049" y="7579"/>
                    </a:cubicBezTo>
                    <a:cubicBezTo>
                      <a:pt x="5160" y="7777"/>
                      <a:pt x="5296" y="7999"/>
                      <a:pt x="5444" y="8258"/>
                    </a:cubicBezTo>
                    <a:cubicBezTo>
                      <a:pt x="5617" y="8530"/>
                      <a:pt x="5790" y="8814"/>
                      <a:pt x="5950" y="9061"/>
                    </a:cubicBezTo>
                    <a:cubicBezTo>
                      <a:pt x="6012" y="9147"/>
                      <a:pt x="6061" y="9246"/>
                      <a:pt x="6123" y="9345"/>
                    </a:cubicBezTo>
                    <a:cubicBezTo>
                      <a:pt x="6222" y="9530"/>
                      <a:pt x="6345" y="9703"/>
                      <a:pt x="6468" y="9875"/>
                    </a:cubicBezTo>
                    <a:cubicBezTo>
                      <a:pt x="6493" y="9900"/>
                      <a:pt x="6543" y="9925"/>
                      <a:pt x="6580" y="9925"/>
                    </a:cubicBezTo>
                    <a:cubicBezTo>
                      <a:pt x="6629" y="9925"/>
                      <a:pt x="6666" y="9900"/>
                      <a:pt x="6703" y="9875"/>
                    </a:cubicBezTo>
                    <a:cubicBezTo>
                      <a:pt x="6728" y="9838"/>
                      <a:pt x="6752" y="9789"/>
                      <a:pt x="6752" y="9740"/>
                    </a:cubicBezTo>
                    <a:cubicBezTo>
                      <a:pt x="6925" y="9431"/>
                      <a:pt x="7073" y="9110"/>
                      <a:pt x="7209" y="8801"/>
                    </a:cubicBezTo>
                    <a:lnTo>
                      <a:pt x="7258" y="8703"/>
                    </a:lnTo>
                    <a:cubicBezTo>
                      <a:pt x="7555" y="8024"/>
                      <a:pt x="7851" y="7333"/>
                      <a:pt x="8123" y="6666"/>
                    </a:cubicBezTo>
                    <a:lnTo>
                      <a:pt x="8147" y="6592"/>
                    </a:lnTo>
                    <a:cubicBezTo>
                      <a:pt x="8740" y="5185"/>
                      <a:pt x="9406" y="3518"/>
                      <a:pt x="10024" y="1827"/>
                    </a:cubicBezTo>
                    <a:cubicBezTo>
                      <a:pt x="10135" y="1519"/>
                      <a:pt x="10258" y="1210"/>
                      <a:pt x="10357" y="877"/>
                    </a:cubicBezTo>
                    <a:lnTo>
                      <a:pt x="10369" y="827"/>
                    </a:lnTo>
                    <a:cubicBezTo>
                      <a:pt x="10443" y="654"/>
                      <a:pt x="10480" y="469"/>
                      <a:pt x="10468" y="284"/>
                    </a:cubicBezTo>
                    <a:cubicBezTo>
                      <a:pt x="10505" y="222"/>
                      <a:pt x="10493" y="148"/>
                      <a:pt x="10443" y="111"/>
                    </a:cubicBezTo>
                    <a:cubicBezTo>
                      <a:pt x="10369" y="37"/>
                      <a:pt x="10270" y="0"/>
                      <a:pt x="101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07" name="Google Shape;1607;p102"/>
            <p:cNvSpPr/>
            <p:nvPr/>
          </p:nvSpPr>
          <p:spPr>
            <a:xfrm>
              <a:off x="6562292" y="4354432"/>
              <a:ext cx="1368335" cy="942004"/>
            </a:xfrm>
            <a:custGeom>
              <a:rect b="b" l="l" r="r" t="t"/>
              <a:pathLst>
                <a:path extrusionOk="0" h="11703" w="16999">
                  <a:moveTo>
                    <a:pt x="16961" y="211"/>
                  </a:moveTo>
                  <a:cubicBezTo>
                    <a:pt x="16998" y="87"/>
                    <a:pt x="16850" y="1"/>
                    <a:pt x="16764" y="100"/>
                  </a:cubicBezTo>
                  <a:cubicBezTo>
                    <a:pt x="16752" y="112"/>
                    <a:pt x="16752" y="124"/>
                    <a:pt x="16739" y="137"/>
                  </a:cubicBezTo>
                  <a:lnTo>
                    <a:pt x="16727" y="186"/>
                  </a:lnTo>
                  <a:lnTo>
                    <a:pt x="16715" y="235"/>
                  </a:lnTo>
                  <a:lnTo>
                    <a:pt x="16690" y="285"/>
                  </a:lnTo>
                  <a:lnTo>
                    <a:pt x="16665" y="346"/>
                  </a:lnTo>
                  <a:cubicBezTo>
                    <a:pt x="16616" y="495"/>
                    <a:pt x="16826" y="569"/>
                    <a:pt x="16887" y="433"/>
                  </a:cubicBezTo>
                  <a:lnTo>
                    <a:pt x="16912" y="359"/>
                  </a:lnTo>
                  <a:lnTo>
                    <a:pt x="16924" y="309"/>
                  </a:lnTo>
                  <a:lnTo>
                    <a:pt x="16949" y="260"/>
                  </a:lnTo>
                  <a:close/>
                  <a:moveTo>
                    <a:pt x="260" y="10197"/>
                  </a:moveTo>
                  <a:cubicBezTo>
                    <a:pt x="137" y="10110"/>
                    <a:pt x="1" y="10283"/>
                    <a:pt x="112" y="10382"/>
                  </a:cubicBezTo>
                  <a:lnTo>
                    <a:pt x="186" y="10444"/>
                  </a:lnTo>
                  <a:lnTo>
                    <a:pt x="248" y="10481"/>
                  </a:lnTo>
                  <a:lnTo>
                    <a:pt x="309" y="10530"/>
                  </a:lnTo>
                  <a:cubicBezTo>
                    <a:pt x="433" y="10617"/>
                    <a:pt x="569" y="10431"/>
                    <a:pt x="445" y="10345"/>
                  </a:cubicBezTo>
                  <a:lnTo>
                    <a:pt x="384" y="10296"/>
                  </a:lnTo>
                  <a:lnTo>
                    <a:pt x="334" y="10259"/>
                  </a:lnTo>
                  <a:close/>
                  <a:moveTo>
                    <a:pt x="1013" y="10728"/>
                  </a:moveTo>
                  <a:cubicBezTo>
                    <a:pt x="890" y="10617"/>
                    <a:pt x="741" y="10789"/>
                    <a:pt x="853" y="10900"/>
                  </a:cubicBezTo>
                  <a:cubicBezTo>
                    <a:pt x="865" y="10900"/>
                    <a:pt x="877" y="10913"/>
                    <a:pt x="890" y="10925"/>
                  </a:cubicBezTo>
                  <a:lnTo>
                    <a:pt x="951" y="10962"/>
                  </a:lnTo>
                  <a:lnTo>
                    <a:pt x="1013" y="10999"/>
                  </a:lnTo>
                  <a:lnTo>
                    <a:pt x="1087" y="11036"/>
                  </a:lnTo>
                  <a:cubicBezTo>
                    <a:pt x="1211" y="11135"/>
                    <a:pt x="1359" y="10962"/>
                    <a:pt x="1248" y="10863"/>
                  </a:cubicBezTo>
                  <a:cubicBezTo>
                    <a:pt x="1235" y="10851"/>
                    <a:pt x="1223" y="10839"/>
                    <a:pt x="1211" y="10839"/>
                  </a:cubicBezTo>
                  <a:lnTo>
                    <a:pt x="1136" y="10802"/>
                  </a:lnTo>
                  <a:lnTo>
                    <a:pt x="1075" y="10765"/>
                  </a:lnTo>
                  <a:close/>
                  <a:moveTo>
                    <a:pt x="1828" y="11123"/>
                  </a:moveTo>
                  <a:cubicBezTo>
                    <a:pt x="1680" y="11073"/>
                    <a:pt x="1593" y="11283"/>
                    <a:pt x="1741" y="11345"/>
                  </a:cubicBezTo>
                  <a:lnTo>
                    <a:pt x="1791" y="11370"/>
                  </a:lnTo>
                  <a:lnTo>
                    <a:pt x="1852" y="11382"/>
                  </a:lnTo>
                  <a:lnTo>
                    <a:pt x="1914" y="11407"/>
                  </a:lnTo>
                  <a:lnTo>
                    <a:pt x="1964" y="11431"/>
                  </a:lnTo>
                  <a:cubicBezTo>
                    <a:pt x="2001" y="11444"/>
                    <a:pt x="2050" y="11431"/>
                    <a:pt x="2075" y="11394"/>
                  </a:cubicBezTo>
                  <a:cubicBezTo>
                    <a:pt x="2136" y="11345"/>
                    <a:pt x="2124" y="11234"/>
                    <a:pt x="2038" y="11209"/>
                  </a:cubicBezTo>
                  <a:lnTo>
                    <a:pt x="1988" y="11184"/>
                  </a:lnTo>
                  <a:lnTo>
                    <a:pt x="1927" y="11172"/>
                  </a:lnTo>
                  <a:lnTo>
                    <a:pt x="1877" y="11147"/>
                  </a:lnTo>
                  <a:close/>
                  <a:moveTo>
                    <a:pt x="2692" y="11382"/>
                  </a:moveTo>
                  <a:cubicBezTo>
                    <a:pt x="2568" y="11370"/>
                    <a:pt x="2507" y="11518"/>
                    <a:pt x="2605" y="11592"/>
                  </a:cubicBezTo>
                  <a:cubicBezTo>
                    <a:pt x="2618" y="11604"/>
                    <a:pt x="2630" y="11616"/>
                    <a:pt x="2642" y="11616"/>
                  </a:cubicBezTo>
                  <a:lnTo>
                    <a:pt x="2717" y="11629"/>
                  </a:lnTo>
                  <a:lnTo>
                    <a:pt x="2778" y="11641"/>
                  </a:lnTo>
                  <a:lnTo>
                    <a:pt x="2840" y="11653"/>
                  </a:lnTo>
                  <a:lnTo>
                    <a:pt x="2877" y="11653"/>
                  </a:lnTo>
                  <a:cubicBezTo>
                    <a:pt x="3013" y="11666"/>
                    <a:pt x="3062" y="11481"/>
                    <a:pt x="2939" y="11431"/>
                  </a:cubicBezTo>
                  <a:lnTo>
                    <a:pt x="2914" y="11431"/>
                  </a:lnTo>
                  <a:lnTo>
                    <a:pt x="2865" y="11431"/>
                  </a:lnTo>
                  <a:lnTo>
                    <a:pt x="2815" y="11419"/>
                  </a:lnTo>
                  <a:lnTo>
                    <a:pt x="2766" y="11407"/>
                  </a:lnTo>
                  <a:lnTo>
                    <a:pt x="2692" y="11394"/>
                  </a:lnTo>
                  <a:close/>
                  <a:moveTo>
                    <a:pt x="3593" y="11468"/>
                  </a:moveTo>
                  <a:cubicBezTo>
                    <a:pt x="3457" y="11481"/>
                    <a:pt x="3432" y="11653"/>
                    <a:pt x="3556" y="11690"/>
                  </a:cubicBezTo>
                  <a:cubicBezTo>
                    <a:pt x="3568" y="11703"/>
                    <a:pt x="3581" y="11703"/>
                    <a:pt x="3593" y="11690"/>
                  </a:cubicBezTo>
                  <a:lnTo>
                    <a:pt x="3679" y="11690"/>
                  </a:lnTo>
                  <a:lnTo>
                    <a:pt x="3741" y="11690"/>
                  </a:lnTo>
                  <a:lnTo>
                    <a:pt x="3790" y="11690"/>
                  </a:lnTo>
                  <a:lnTo>
                    <a:pt x="3827" y="11690"/>
                  </a:lnTo>
                  <a:cubicBezTo>
                    <a:pt x="3963" y="11690"/>
                    <a:pt x="3988" y="11518"/>
                    <a:pt x="3865" y="11468"/>
                  </a:cubicBezTo>
                  <a:cubicBezTo>
                    <a:pt x="3852" y="11468"/>
                    <a:pt x="3840" y="11468"/>
                    <a:pt x="3815" y="11468"/>
                  </a:cubicBezTo>
                  <a:lnTo>
                    <a:pt x="3778" y="11468"/>
                  </a:lnTo>
                  <a:lnTo>
                    <a:pt x="3729" y="11468"/>
                  </a:lnTo>
                  <a:lnTo>
                    <a:pt x="3593" y="11468"/>
                  </a:lnTo>
                  <a:close/>
                  <a:moveTo>
                    <a:pt x="4482" y="11357"/>
                  </a:moveTo>
                  <a:cubicBezTo>
                    <a:pt x="4371" y="11394"/>
                    <a:pt x="4371" y="11567"/>
                    <a:pt x="4482" y="11592"/>
                  </a:cubicBezTo>
                  <a:cubicBezTo>
                    <a:pt x="4506" y="11592"/>
                    <a:pt x="4519" y="11592"/>
                    <a:pt x="4531" y="11592"/>
                  </a:cubicBezTo>
                  <a:lnTo>
                    <a:pt x="4593" y="11579"/>
                  </a:lnTo>
                  <a:lnTo>
                    <a:pt x="4642" y="11567"/>
                  </a:lnTo>
                  <a:lnTo>
                    <a:pt x="4704" y="11555"/>
                  </a:lnTo>
                  <a:lnTo>
                    <a:pt x="4766" y="11530"/>
                  </a:lnTo>
                  <a:cubicBezTo>
                    <a:pt x="4864" y="11505"/>
                    <a:pt x="4877" y="11370"/>
                    <a:pt x="4790" y="11320"/>
                  </a:cubicBezTo>
                  <a:cubicBezTo>
                    <a:pt x="4766" y="11308"/>
                    <a:pt x="4729" y="11295"/>
                    <a:pt x="4704" y="11308"/>
                  </a:cubicBezTo>
                  <a:lnTo>
                    <a:pt x="4642" y="11320"/>
                  </a:lnTo>
                  <a:lnTo>
                    <a:pt x="4593" y="11333"/>
                  </a:lnTo>
                  <a:lnTo>
                    <a:pt x="4543" y="11345"/>
                  </a:lnTo>
                  <a:lnTo>
                    <a:pt x="4482" y="11370"/>
                  </a:lnTo>
                  <a:close/>
                  <a:moveTo>
                    <a:pt x="5346" y="11073"/>
                  </a:moveTo>
                  <a:cubicBezTo>
                    <a:pt x="5222" y="11123"/>
                    <a:pt x="5272" y="11308"/>
                    <a:pt x="5395" y="11295"/>
                  </a:cubicBezTo>
                  <a:cubicBezTo>
                    <a:pt x="5408" y="11295"/>
                    <a:pt x="5432" y="11295"/>
                    <a:pt x="5445" y="11283"/>
                  </a:cubicBezTo>
                  <a:lnTo>
                    <a:pt x="5469" y="11271"/>
                  </a:lnTo>
                  <a:lnTo>
                    <a:pt x="5519" y="11258"/>
                  </a:lnTo>
                  <a:lnTo>
                    <a:pt x="5568" y="11234"/>
                  </a:lnTo>
                  <a:lnTo>
                    <a:pt x="5617" y="11209"/>
                  </a:lnTo>
                  <a:lnTo>
                    <a:pt x="5654" y="11184"/>
                  </a:lnTo>
                  <a:cubicBezTo>
                    <a:pt x="5741" y="11147"/>
                    <a:pt x="5741" y="11012"/>
                    <a:pt x="5642" y="10975"/>
                  </a:cubicBezTo>
                  <a:cubicBezTo>
                    <a:pt x="5617" y="10962"/>
                    <a:pt x="5580" y="10962"/>
                    <a:pt x="5556" y="10975"/>
                  </a:cubicBezTo>
                  <a:lnTo>
                    <a:pt x="5469" y="11012"/>
                  </a:lnTo>
                  <a:lnTo>
                    <a:pt x="5420" y="11036"/>
                  </a:lnTo>
                  <a:lnTo>
                    <a:pt x="5346" y="11073"/>
                  </a:lnTo>
                  <a:close/>
                  <a:moveTo>
                    <a:pt x="6136" y="10641"/>
                  </a:moveTo>
                  <a:cubicBezTo>
                    <a:pt x="6099" y="10666"/>
                    <a:pt x="6086" y="10703"/>
                    <a:pt x="6086" y="10752"/>
                  </a:cubicBezTo>
                  <a:cubicBezTo>
                    <a:pt x="6111" y="10839"/>
                    <a:pt x="6198" y="10876"/>
                    <a:pt x="6272" y="10839"/>
                  </a:cubicBezTo>
                  <a:lnTo>
                    <a:pt x="6333" y="10789"/>
                  </a:lnTo>
                  <a:lnTo>
                    <a:pt x="6370" y="10765"/>
                  </a:lnTo>
                  <a:lnTo>
                    <a:pt x="6420" y="10728"/>
                  </a:lnTo>
                  <a:lnTo>
                    <a:pt x="6469" y="10703"/>
                  </a:lnTo>
                  <a:cubicBezTo>
                    <a:pt x="6580" y="10617"/>
                    <a:pt x="6481" y="10444"/>
                    <a:pt x="6358" y="10493"/>
                  </a:cubicBezTo>
                  <a:lnTo>
                    <a:pt x="6333" y="10505"/>
                  </a:lnTo>
                  <a:lnTo>
                    <a:pt x="6247" y="10567"/>
                  </a:lnTo>
                  <a:cubicBezTo>
                    <a:pt x="6210" y="10592"/>
                    <a:pt x="6173" y="10617"/>
                    <a:pt x="6136" y="10641"/>
                  </a:cubicBezTo>
                  <a:close/>
                  <a:moveTo>
                    <a:pt x="6864" y="10086"/>
                  </a:moveTo>
                  <a:cubicBezTo>
                    <a:pt x="6753" y="10160"/>
                    <a:pt x="6864" y="10333"/>
                    <a:pt x="6988" y="10271"/>
                  </a:cubicBezTo>
                  <a:cubicBezTo>
                    <a:pt x="7000" y="10271"/>
                    <a:pt x="7000" y="10259"/>
                    <a:pt x="7012" y="10259"/>
                  </a:cubicBezTo>
                  <a:lnTo>
                    <a:pt x="7185" y="10098"/>
                  </a:lnTo>
                  <a:cubicBezTo>
                    <a:pt x="7222" y="10061"/>
                    <a:pt x="7234" y="10012"/>
                    <a:pt x="7210" y="9962"/>
                  </a:cubicBezTo>
                  <a:cubicBezTo>
                    <a:pt x="7173" y="9888"/>
                    <a:pt x="7086" y="9876"/>
                    <a:pt x="7025" y="9925"/>
                  </a:cubicBezTo>
                  <a:cubicBezTo>
                    <a:pt x="6975" y="9987"/>
                    <a:pt x="6913" y="10036"/>
                    <a:pt x="6864" y="10086"/>
                  </a:cubicBezTo>
                  <a:close/>
                  <a:moveTo>
                    <a:pt x="7494" y="9432"/>
                  </a:moveTo>
                  <a:cubicBezTo>
                    <a:pt x="7395" y="9543"/>
                    <a:pt x="7568" y="9703"/>
                    <a:pt x="7679" y="9580"/>
                  </a:cubicBezTo>
                  <a:lnTo>
                    <a:pt x="7827" y="9407"/>
                  </a:lnTo>
                  <a:cubicBezTo>
                    <a:pt x="7926" y="9296"/>
                    <a:pt x="7790" y="9148"/>
                    <a:pt x="7679" y="9222"/>
                  </a:cubicBezTo>
                  <a:cubicBezTo>
                    <a:pt x="7666" y="9234"/>
                    <a:pt x="7654" y="9246"/>
                    <a:pt x="7642" y="9259"/>
                  </a:cubicBezTo>
                  <a:cubicBezTo>
                    <a:pt x="7592" y="9320"/>
                    <a:pt x="7543" y="9370"/>
                    <a:pt x="7494" y="9432"/>
                  </a:cubicBezTo>
                  <a:close/>
                  <a:moveTo>
                    <a:pt x="8049" y="8703"/>
                  </a:moveTo>
                  <a:cubicBezTo>
                    <a:pt x="7963" y="8827"/>
                    <a:pt x="8160" y="8975"/>
                    <a:pt x="8247" y="8827"/>
                  </a:cubicBezTo>
                  <a:cubicBezTo>
                    <a:pt x="8296" y="8765"/>
                    <a:pt x="8333" y="8703"/>
                    <a:pt x="8382" y="8629"/>
                  </a:cubicBezTo>
                  <a:cubicBezTo>
                    <a:pt x="8456" y="8518"/>
                    <a:pt x="8308" y="8382"/>
                    <a:pt x="8210" y="8481"/>
                  </a:cubicBezTo>
                  <a:cubicBezTo>
                    <a:pt x="8197" y="8493"/>
                    <a:pt x="8185" y="8493"/>
                    <a:pt x="8185" y="8506"/>
                  </a:cubicBezTo>
                  <a:cubicBezTo>
                    <a:pt x="8136" y="8567"/>
                    <a:pt x="8098" y="8642"/>
                    <a:pt x="8061" y="8703"/>
                  </a:cubicBezTo>
                  <a:close/>
                  <a:moveTo>
                    <a:pt x="8518" y="7913"/>
                  </a:moveTo>
                  <a:cubicBezTo>
                    <a:pt x="8493" y="7963"/>
                    <a:pt x="8506" y="8024"/>
                    <a:pt x="8543" y="8061"/>
                  </a:cubicBezTo>
                  <a:cubicBezTo>
                    <a:pt x="8605" y="8111"/>
                    <a:pt x="8691" y="8086"/>
                    <a:pt x="8728" y="8024"/>
                  </a:cubicBezTo>
                  <a:cubicBezTo>
                    <a:pt x="8765" y="7950"/>
                    <a:pt x="8802" y="7889"/>
                    <a:pt x="8827" y="7814"/>
                  </a:cubicBezTo>
                  <a:cubicBezTo>
                    <a:pt x="8888" y="7703"/>
                    <a:pt x="8740" y="7592"/>
                    <a:pt x="8654" y="7679"/>
                  </a:cubicBezTo>
                  <a:cubicBezTo>
                    <a:pt x="8642" y="7691"/>
                    <a:pt x="8629" y="7703"/>
                    <a:pt x="8629" y="7716"/>
                  </a:cubicBezTo>
                  <a:cubicBezTo>
                    <a:pt x="8592" y="7777"/>
                    <a:pt x="8555" y="7852"/>
                    <a:pt x="8518" y="7913"/>
                  </a:cubicBezTo>
                  <a:close/>
                  <a:moveTo>
                    <a:pt x="8901" y="7086"/>
                  </a:moveTo>
                  <a:cubicBezTo>
                    <a:pt x="8851" y="7197"/>
                    <a:pt x="9000" y="7296"/>
                    <a:pt x="9098" y="7210"/>
                  </a:cubicBezTo>
                  <a:cubicBezTo>
                    <a:pt x="9111" y="7197"/>
                    <a:pt x="9111" y="7185"/>
                    <a:pt x="9123" y="7173"/>
                  </a:cubicBezTo>
                  <a:cubicBezTo>
                    <a:pt x="9148" y="7099"/>
                    <a:pt x="9172" y="7024"/>
                    <a:pt x="9197" y="6950"/>
                  </a:cubicBezTo>
                  <a:cubicBezTo>
                    <a:pt x="9246" y="6827"/>
                    <a:pt x="9086" y="6728"/>
                    <a:pt x="9012" y="6839"/>
                  </a:cubicBezTo>
                  <a:cubicBezTo>
                    <a:pt x="9000" y="6839"/>
                    <a:pt x="8987" y="6852"/>
                    <a:pt x="8987" y="6876"/>
                  </a:cubicBezTo>
                  <a:cubicBezTo>
                    <a:pt x="8963" y="6938"/>
                    <a:pt x="8926" y="7012"/>
                    <a:pt x="8901" y="7086"/>
                  </a:cubicBezTo>
                  <a:close/>
                  <a:moveTo>
                    <a:pt x="9197" y="6222"/>
                  </a:moveTo>
                  <a:cubicBezTo>
                    <a:pt x="9160" y="6370"/>
                    <a:pt x="9382" y="6432"/>
                    <a:pt x="9419" y="6284"/>
                  </a:cubicBezTo>
                  <a:cubicBezTo>
                    <a:pt x="9444" y="6197"/>
                    <a:pt x="9456" y="6123"/>
                    <a:pt x="9481" y="6049"/>
                  </a:cubicBezTo>
                  <a:cubicBezTo>
                    <a:pt x="9506" y="5951"/>
                    <a:pt x="9395" y="5864"/>
                    <a:pt x="9308" y="5926"/>
                  </a:cubicBezTo>
                  <a:cubicBezTo>
                    <a:pt x="9284" y="5938"/>
                    <a:pt x="9259" y="5963"/>
                    <a:pt x="9246" y="6000"/>
                  </a:cubicBezTo>
                  <a:cubicBezTo>
                    <a:pt x="9234" y="6074"/>
                    <a:pt x="9209" y="6148"/>
                    <a:pt x="9197" y="6222"/>
                  </a:cubicBezTo>
                  <a:close/>
                  <a:moveTo>
                    <a:pt x="9382" y="5321"/>
                  </a:moveTo>
                  <a:cubicBezTo>
                    <a:pt x="9358" y="5444"/>
                    <a:pt x="9530" y="5506"/>
                    <a:pt x="9592" y="5407"/>
                  </a:cubicBezTo>
                  <a:cubicBezTo>
                    <a:pt x="9604" y="5395"/>
                    <a:pt x="9617" y="5370"/>
                    <a:pt x="9617" y="5358"/>
                  </a:cubicBezTo>
                  <a:cubicBezTo>
                    <a:pt x="9629" y="5284"/>
                    <a:pt x="9629" y="5198"/>
                    <a:pt x="9641" y="5124"/>
                  </a:cubicBezTo>
                  <a:cubicBezTo>
                    <a:pt x="9641" y="5099"/>
                    <a:pt x="9641" y="5087"/>
                    <a:pt x="9641" y="5062"/>
                  </a:cubicBezTo>
                  <a:cubicBezTo>
                    <a:pt x="9666" y="5000"/>
                    <a:pt x="9629" y="4938"/>
                    <a:pt x="9567" y="4926"/>
                  </a:cubicBezTo>
                  <a:cubicBezTo>
                    <a:pt x="9555" y="4914"/>
                    <a:pt x="9543" y="4914"/>
                    <a:pt x="9530" y="4926"/>
                  </a:cubicBezTo>
                  <a:cubicBezTo>
                    <a:pt x="9456" y="4926"/>
                    <a:pt x="9370" y="4926"/>
                    <a:pt x="9296" y="4926"/>
                  </a:cubicBezTo>
                  <a:cubicBezTo>
                    <a:pt x="9172" y="4926"/>
                    <a:pt x="9135" y="5111"/>
                    <a:pt x="9259" y="5148"/>
                  </a:cubicBezTo>
                  <a:cubicBezTo>
                    <a:pt x="9271" y="5161"/>
                    <a:pt x="9284" y="5161"/>
                    <a:pt x="9308" y="5161"/>
                  </a:cubicBezTo>
                  <a:lnTo>
                    <a:pt x="9419" y="5161"/>
                  </a:lnTo>
                  <a:cubicBezTo>
                    <a:pt x="9419" y="5222"/>
                    <a:pt x="9395" y="5272"/>
                    <a:pt x="9395" y="5333"/>
                  </a:cubicBezTo>
                  <a:close/>
                  <a:moveTo>
                    <a:pt x="9456" y="4420"/>
                  </a:moveTo>
                  <a:cubicBezTo>
                    <a:pt x="9469" y="4556"/>
                    <a:pt x="9666" y="4556"/>
                    <a:pt x="9679" y="4420"/>
                  </a:cubicBezTo>
                  <a:lnTo>
                    <a:pt x="9679" y="4358"/>
                  </a:lnTo>
                  <a:lnTo>
                    <a:pt x="9679" y="4173"/>
                  </a:lnTo>
                  <a:cubicBezTo>
                    <a:pt x="9679" y="4050"/>
                    <a:pt x="9506" y="4025"/>
                    <a:pt x="9456" y="4136"/>
                  </a:cubicBezTo>
                  <a:cubicBezTo>
                    <a:pt x="9456" y="4161"/>
                    <a:pt x="9456" y="4173"/>
                    <a:pt x="9456" y="4185"/>
                  </a:cubicBezTo>
                  <a:lnTo>
                    <a:pt x="9456" y="4420"/>
                  </a:lnTo>
                  <a:close/>
                  <a:moveTo>
                    <a:pt x="9395" y="3506"/>
                  </a:moveTo>
                  <a:cubicBezTo>
                    <a:pt x="9407" y="3642"/>
                    <a:pt x="9604" y="3642"/>
                    <a:pt x="9617" y="3506"/>
                  </a:cubicBezTo>
                  <a:lnTo>
                    <a:pt x="9617" y="3482"/>
                  </a:lnTo>
                  <a:cubicBezTo>
                    <a:pt x="9604" y="3395"/>
                    <a:pt x="9592" y="3321"/>
                    <a:pt x="9580" y="3235"/>
                  </a:cubicBezTo>
                  <a:cubicBezTo>
                    <a:pt x="9555" y="3111"/>
                    <a:pt x="9370" y="3111"/>
                    <a:pt x="9358" y="3235"/>
                  </a:cubicBezTo>
                  <a:cubicBezTo>
                    <a:pt x="9345" y="3260"/>
                    <a:pt x="9345" y="3272"/>
                    <a:pt x="9358" y="3284"/>
                  </a:cubicBezTo>
                  <a:cubicBezTo>
                    <a:pt x="9370" y="3358"/>
                    <a:pt x="9382" y="3432"/>
                    <a:pt x="9395" y="3506"/>
                  </a:cubicBezTo>
                  <a:close/>
                  <a:moveTo>
                    <a:pt x="9111" y="2692"/>
                  </a:moveTo>
                  <a:cubicBezTo>
                    <a:pt x="9197" y="2791"/>
                    <a:pt x="9358" y="2716"/>
                    <a:pt x="9321" y="2593"/>
                  </a:cubicBezTo>
                  <a:cubicBezTo>
                    <a:pt x="9308" y="2568"/>
                    <a:pt x="9308" y="2556"/>
                    <a:pt x="9296" y="2544"/>
                  </a:cubicBezTo>
                  <a:cubicBezTo>
                    <a:pt x="9234" y="2482"/>
                    <a:pt x="9172" y="2420"/>
                    <a:pt x="9098" y="2371"/>
                  </a:cubicBezTo>
                  <a:cubicBezTo>
                    <a:pt x="8987" y="2297"/>
                    <a:pt x="8851" y="2433"/>
                    <a:pt x="8938" y="2544"/>
                  </a:cubicBezTo>
                  <a:cubicBezTo>
                    <a:pt x="8950" y="2544"/>
                    <a:pt x="8963" y="2556"/>
                    <a:pt x="8975" y="2568"/>
                  </a:cubicBezTo>
                  <a:cubicBezTo>
                    <a:pt x="9024" y="2593"/>
                    <a:pt x="9074" y="2642"/>
                    <a:pt x="9111" y="2692"/>
                  </a:cubicBezTo>
                  <a:close/>
                  <a:moveTo>
                    <a:pt x="8395" y="2544"/>
                  </a:moveTo>
                  <a:cubicBezTo>
                    <a:pt x="8531" y="2507"/>
                    <a:pt x="8493" y="2309"/>
                    <a:pt x="8358" y="2321"/>
                  </a:cubicBezTo>
                  <a:cubicBezTo>
                    <a:pt x="8345" y="2321"/>
                    <a:pt x="8333" y="2321"/>
                    <a:pt x="8321" y="2321"/>
                  </a:cubicBezTo>
                  <a:cubicBezTo>
                    <a:pt x="8247" y="2346"/>
                    <a:pt x="8173" y="2383"/>
                    <a:pt x="8098" y="2420"/>
                  </a:cubicBezTo>
                  <a:cubicBezTo>
                    <a:pt x="8074" y="2433"/>
                    <a:pt x="8049" y="2445"/>
                    <a:pt x="8037" y="2470"/>
                  </a:cubicBezTo>
                  <a:cubicBezTo>
                    <a:pt x="8000" y="2568"/>
                    <a:pt x="8098" y="2679"/>
                    <a:pt x="8197" y="2630"/>
                  </a:cubicBezTo>
                  <a:cubicBezTo>
                    <a:pt x="8259" y="2593"/>
                    <a:pt x="8333" y="2568"/>
                    <a:pt x="8395" y="2544"/>
                  </a:cubicBezTo>
                  <a:close/>
                  <a:moveTo>
                    <a:pt x="7642" y="3000"/>
                  </a:moveTo>
                  <a:cubicBezTo>
                    <a:pt x="7666" y="2976"/>
                    <a:pt x="7679" y="2951"/>
                    <a:pt x="7679" y="2926"/>
                  </a:cubicBezTo>
                  <a:cubicBezTo>
                    <a:pt x="7691" y="2815"/>
                    <a:pt x="7568" y="2754"/>
                    <a:pt x="7494" y="2815"/>
                  </a:cubicBezTo>
                  <a:cubicBezTo>
                    <a:pt x="7420" y="2877"/>
                    <a:pt x="7370" y="2926"/>
                    <a:pt x="7308" y="3000"/>
                  </a:cubicBezTo>
                  <a:cubicBezTo>
                    <a:pt x="7284" y="3037"/>
                    <a:pt x="7271" y="3087"/>
                    <a:pt x="7296" y="3136"/>
                  </a:cubicBezTo>
                  <a:cubicBezTo>
                    <a:pt x="7346" y="3198"/>
                    <a:pt x="7432" y="3210"/>
                    <a:pt x="7481" y="3149"/>
                  </a:cubicBezTo>
                  <a:cubicBezTo>
                    <a:pt x="7531" y="3087"/>
                    <a:pt x="7580" y="3037"/>
                    <a:pt x="7642" y="2988"/>
                  </a:cubicBezTo>
                  <a:close/>
                  <a:moveTo>
                    <a:pt x="7259" y="3692"/>
                  </a:moveTo>
                  <a:cubicBezTo>
                    <a:pt x="7259" y="3655"/>
                    <a:pt x="7234" y="3605"/>
                    <a:pt x="7185" y="3593"/>
                  </a:cubicBezTo>
                  <a:cubicBezTo>
                    <a:pt x="7111" y="3568"/>
                    <a:pt x="7025" y="3630"/>
                    <a:pt x="7037" y="3704"/>
                  </a:cubicBezTo>
                  <a:cubicBezTo>
                    <a:pt x="7037" y="3790"/>
                    <a:pt x="7049" y="3877"/>
                    <a:pt x="7086" y="3963"/>
                  </a:cubicBezTo>
                  <a:cubicBezTo>
                    <a:pt x="7123" y="4099"/>
                    <a:pt x="7321" y="4050"/>
                    <a:pt x="7308" y="3914"/>
                  </a:cubicBezTo>
                  <a:cubicBezTo>
                    <a:pt x="7308" y="3914"/>
                    <a:pt x="7308" y="3901"/>
                    <a:pt x="7308" y="3889"/>
                  </a:cubicBezTo>
                  <a:cubicBezTo>
                    <a:pt x="7284" y="3827"/>
                    <a:pt x="7271" y="3766"/>
                    <a:pt x="7271" y="3692"/>
                  </a:cubicBezTo>
                  <a:close/>
                  <a:moveTo>
                    <a:pt x="7666" y="4408"/>
                  </a:moveTo>
                  <a:cubicBezTo>
                    <a:pt x="7568" y="4321"/>
                    <a:pt x="7420" y="4432"/>
                    <a:pt x="7481" y="4556"/>
                  </a:cubicBezTo>
                  <a:cubicBezTo>
                    <a:pt x="7481" y="4556"/>
                    <a:pt x="7494" y="4568"/>
                    <a:pt x="7506" y="4580"/>
                  </a:cubicBezTo>
                  <a:cubicBezTo>
                    <a:pt x="7555" y="4642"/>
                    <a:pt x="7617" y="4691"/>
                    <a:pt x="7679" y="4741"/>
                  </a:cubicBezTo>
                  <a:cubicBezTo>
                    <a:pt x="7802" y="4840"/>
                    <a:pt x="7950" y="4667"/>
                    <a:pt x="7839" y="4568"/>
                  </a:cubicBezTo>
                  <a:cubicBezTo>
                    <a:pt x="7778" y="4519"/>
                    <a:pt x="7728" y="4469"/>
                    <a:pt x="7666" y="4408"/>
                  </a:cubicBezTo>
                  <a:close/>
                  <a:moveTo>
                    <a:pt x="8395" y="4852"/>
                  </a:moveTo>
                  <a:cubicBezTo>
                    <a:pt x="8271" y="4815"/>
                    <a:pt x="8197" y="4988"/>
                    <a:pt x="8308" y="5062"/>
                  </a:cubicBezTo>
                  <a:cubicBezTo>
                    <a:pt x="8321" y="5062"/>
                    <a:pt x="8333" y="5074"/>
                    <a:pt x="8345" y="5074"/>
                  </a:cubicBezTo>
                  <a:cubicBezTo>
                    <a:pt x="8419" y="5099"/>
                    <a:pt x="8493" y="5111"/>
                    <a:pt x="8580" y="5124"/>
                  </a:cubicBezTo>
                  <a:cubicBezTo>
                    <a:pt x="8703" y="5136"/>
                    <a:pt x="8765" y="4963"/>
                    <a:pt x="8654" y="4901"/>
                  </a:cubicBezTo>
                  <a:cubicBezTo>
                    <a:pt x="8642" y="4901"/>
                    <a:pt x="8629" y="4889"/>
                    <a:pt x="8617" y="4889"/>
                  </a:cubicBezTo>
                  <a:cubicBezTo>
                    <a:pt x="8543" y="4877"/>
                    <a:pt x="8469" y="4864"/>
                    <a:pt x="8395" y="4852"/>
                  </a:cubicBezTo>
                  <a:close/>
                  <a:moveTo>
                    <a:pt x="10197" y="4852"/>
                  </a:moveTo>
                  <a:cubicBezTo>
                    <a:pt x="10074" y="4864"/>
                    <a:pt x="10074" y="5049"/>
                    <a:pt x="10197" y="5074"/>
                  </a:cubicBezTo>
                  <a:cubicBezTo>
                    <a:pt x="10209" y="5074"/>
                    <a:pt x="10222" y="5074"/>
                    <a:pt x="10234" y="5074"/>
                  </a:cubicBezTo>
                  <a:lnTo>
                    <a:pt x="10469" y="5037"/>
                  </a:lnTo>
                  <a:cubicBezTo>
                    <a:pt x="10592" y="5012"/>
                    <a:pt x="10592" y="4827"/>
                    <a:pt x="10469" y="4815"/>
                  </a:cubicBezTo>
                  <a:cubicBezTo>
                    <a:pt x="10456" y="4803"/>
                    <a:pt x="10431" y="4803"/>
                    <a:pt x="10419" y="4815"/>
                  </a:cubicBezTo>
                  <a:cubicBezTo>
                    <a:pt x="10345" y="4827"/>
                    <a:pt x="10271" y="4840"/>
                    <a:pt x="10197" y="4852"/>
                  </a:cubicBezTo>
                  <a:close/>
                  <a:moveTo>
                    <a:pt x="11098" y="4667"/>
                  </a:moveTo>
                  <a:cubicBezTo>
                    <a:pt x="11012" y="4691"/>
                    <a:pt x="10975" y="4803"/>
                    <a:pt x="11049" y="4864"/>
                  </a:cubicBezTo>
                  <a:cubicBezTo>
                    <a:pt x="11073" y="4889"/>
                    <a:pt x="11123" y="4901"/>
                    <a:pt x="11160" y="4901"/>
                  </a:cubicBezTo>
                  <a:lnTo>
                    <a:pt x="11382" y="4840"/>
                  </a:lnTo>
                  <a:cubicBezTo>
                    <a:pt x="11518" y="4803"/>
                    <a:pt x="11493" y="4593"/>
                    <a:pt x="11345" y="4605"/>
                  </a:cubicBezTo>
                  <a:lnTo>
                    <a:pt x="11320" y="4605"/>
                  </a:lnTo>
                  <a:lnTo>
                    <a:pt x="11098" y="4667"/>
                  </a:lnTo>
                  <a:close/>
                  <a:moveTo>
                    <a:pt x="11987" y="4408"/>
                  </a:moveTo>
                  <a:cubicBezTo>
                    <a:pt x="11851" y="4457"/>
                    <a:pt x="11888" y="4642"/>
                    <a:pt x="12024" y="4642"/>
                  </a:cubicBezTo>
                  <a:cubicBezTo>
                    <a:pt x="12036" y="4642"/>
                    <a:pt x="12049" y="4642"/>
                    <a:pt x="12061" y="4642"/>
                  </a:cubicBezTo>
                  <a:lnTo>
                    <a:pt x="12283" y="4556"/>
                  </a:lnTo>
                  <a:cubicBezTo>
                    <a:pt x="12394" y="4519"/>
                    <a:pt x="12369" y="4334"/>
                    <a:pt x="12246" y="4334"/>
                  </a:cubicBezTo>
                  <a:cubicBezTo>
                    <a:pt x="12221" y="4334"/>
                    <a:pt x="12209" y="4334"/>
                    <a:pt x="12197" y="4346"/>
                  </a:cubicBezTo>
                  <a:lnTo>
                    <a:pt x="11987" y="4420"/>
                  </a:lnTo>
                  <a:close/>
                  <a:moveTo>
                    <a:pt x="12839" y="4074"/>
                  </a:moveTo>
                  <a:cubicBezTo>
                    <a:pt x="12727" y="4124"/>
                    <a:pt x="12764" y="4296"/>
                    <a:pt x="12888" y="4296"/>
                  </a:cubicBezTo>
                  <a:cubicBezTo>
                    <a:pt x="12900" y="4296"/>
                    <a:pt x="12913" y="4296"/>
                    <a:pt x="12925" y="4284"/>
                  </a:cubicBezTo>
                  <a:lnTo>
                    <a:pt x="13147" y="4185"/>
                  </a:lnTo>
                  <a:cubicBezTo>
                    <a:pt x="13258" y="4136"/>
                    <a:pt x="13209" y="3951"/>
                    <a:pt x="13085" y="3963"/>
                  </a:cubicBezTo>
                  <a:cubicBezTo>
                    <a:pt x="13073" y="3963"/>
                    <a:pt x="13061" y="3976"/>
                    <a:pt x="13048" y="3976"/>
                  </a:cubicBezTo>
                  <a:close/>
                  <a:moveTo>
                    <a:pt x="13653" y="3655"/>
                  </a:moveTo>
                  <a:cubicBezTo>
                    <a:pt x="13542" y="3729"/>
                    <a:pt x="13604" y="3889"/>
                    <a:pt x="13727" y="3877"/>
                  </a:cubicBezTo>
                  <a:cubicBezTo>
                    <a:pt x="13740" y="3877"/>
                    <a:pt x="13752" y="3864"/>
                    <a:pt x="13764" y="3864"/>
                  </a:cubicBezTo>
                  <a:cubicBezTo>
                    <a:pt x="13838" y="3827"/>
                    <a:pt x="13900" y="3778"/>
                    <a:pt x="13974" y="3741"/>
                  </a:cubicBezTo>
                  <a:cubicBezTo>
                    <a:pt x="14098" y="3655"/>
                    <a:pt x="13987" y="3457"/>
                    <a:pt x="13851" y="3544"/>
                  </a:cubicBezTo>
                  <a:close/>
                  <a:moveTo>
                    <a:pt x="14419" y="3161"/>
                  </a:moveTo>
                  <a:cubicBezTo>
                    <a:pt x="14320" y="3235"/>
                    <a:pt x="14394" y="3395"/>
                    <a:pt x="14517" y="3371"/>
                  </a:cubicBezTo>
                  <a:cubicBezTo>
                    <a:pt x="14530" y="3371"/>
                    <a:pt x="14554" y="3358"/>
                    <a:pt x="14567" y="3358"/>
                  </a:cubicBezTo>
                  <a:cubicBezTo>
                    <a:pt x="14628" y="3309"/>
                    <a:pt x="14690" y="3260"/>
                    <a:pt x="14752" y="3210"/>
                  </a:cubicBezTo>
                  <a:cubicBezTo>
                    <a:pt x="14826" y="3149"/>
                    <a:pt x="14801" y="3013"/>
                    <a:pt x="14690" y="3000"/>
                  </a:cubicBezTo>
                  <a:cubicBezTo>
                    <a:pt x="14665" y="3000"/>
                    <a:pt x="14628" y="3013"/>
                    <a:pt x="14604" y="3025"/>
                  </a:cubicBezTo>
                  <a:close/>
                  <a:moveTo>
                    <a:pt x="15135" y="2581"/>
                  </a:moveTo>
                  <a:cubicBezTo>
                    <a:pt x="15097" y="2605"/>
                    <a:pt x="15085" y="2655"/>
                    <a:pt x="15097" y="2692"/>
                  </a:cubicBezTo>
                  <a:cubicBezTo>
                    <a:pt x="15110" y="2778"/>
                    <a:pt x="15221" y="2815"/>
                    <a:pt x="15295" y="2754"/>
                  </a:cubicBezTo>
                  <a:cubicBezTo>
                    <a:pt x="15344" y="2704"/>
                    <a:pt x="15406" y="2642"/>
                    <a:pt x="15455" y="2593"/>
                  </a:cubicBezTo>
                  <a:cubicBezTo>
                    <a:pt x="15579" y="2482"/>
                    <a:pt x="15418" y="2309"/>
                    <a:pt x="15307" y="2420"/>
                  </a:cubicBezTo>
                  <a:cubicBezTo>
                    <a:pt x="15246" y="2470"/>
                    <a:pt x="15196" y="2531"/>
                    <a:pt x="15135" y="2581"/>
                  </a:cubicBezTo>
                  <a:close/>
                  <a:moveTo>
                    <a:pt x="15752" y="1926"/>
                  </a:moveTo>
                  <a:cubicBezTo>
                    <a:pt x="15715" y="1951"/>
                    <a:pt x="15715" y="2001"/>
                    <a:pt x="15739" y="2050"/>
                  </a:cubicBezTo>
                  <a:cubicBezTo>
                    <a:pt x="15776" y="2124"/>
                    <a:pt x="15875" y="2124"/>
                    <a:pt x="15925" y="2062"/>
                  </a:cubicBezTo>
                  <a:cubicBezTo>
                    <a:pt x="15974" y="2001"/>
                    <a:pt x="16023" y="1939"/>
                    <a:pt x="16073" y="1877"/>
                  </a:cubicBezTo>
                  <a:cubicBezTo>
                    <a:pt x="16134" y="1778"/>
                    <a:pt x="16023" y="1655"/>
                    <a:pt x="15925" y="1717"/>
                  </a:cubicBezTo>
                  <a:cubicBezTo>
                    <a:pt x="15912" y="1717"/>
                    <a:pt x="15900" y="1729"/>
                    <a:pt x="15900" y="1741"/>
                  </a:cubicBezTo>
                  <a:cubicBezTo>
                    <a:pt x="15850" y="1803"/>
                    <a:pt x="15801" y="1865"/>
                    <a:pt x="15752" y="1926"/>
                  </a:cubicBezTo>
                  <a:close/>
                  <a:moveTo>
                    <a:pt x="16270" y="1173"/>
                  </a:moveTo>
                  <a:cubicBezTo>
                    <a:pt x="16159" y="1285"/>
                    <a:pt x="16332" y="1445"/>
                    <a:pt x="16443" y="1322"/>
                  </a:cubicBezTo>
                  <a:cubicBezTo>
                    <a:pt x="16455" y="1322"/>
                    <a:pt x="16455" y="1309"/>
                    <a:pt x="16468" y="1297"/>
                  </a:cubicBezTo>
                  <a:lnTo>
                    <a:pt x="16492" y="1248"/>
                  </a:lnTo>
                  <a:lnTo>
                    <a:pt x="16542" y="1149"/>
                  </a:lnTo>
                  <a:lnTo>
                    <a:pt x="16579" y="1087"/>
                  </a:lnTo>
                  <a:cubicBezTo>
                    <a:pt x="16653" y="964"/>
                    <a:pt x="16480" y="853"/>
                    <a:pt x="16394" y="951"/>
                  </a:cubicBezTo>
                  <a:cubicBezTo>
                    <a:pt x="16381" y="964"/>
                    <a:pt x="16381" y="976"/>
                    <a:pt x="16381" y="976"/>
                  </a:cubicBezTo>
                  <a:lnTo>
                    <a:pt x="16344" y="1038"/>
                  </a:lnTo>
                  <a:lnTo>
                    <a:pt x="16295" y="1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8">
    <p:spTree>
      <p:nvGrpSpPr>
        <p:cNvPr id="1613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4" name="Google Shape;1614;p3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615" name="Google Shape;1615;p3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37" name="Google Shape;1637;p33"/>
          <p:cNvSpPr txBox="1"/>
          <p:nvPr>
            <p:ph type="title"/>
          </p:nvPr>
        </p:nvSpPr>
        <p:spPr>
          <a:xfrm>
            <a:off x="720000" y="540000"/>
            <a:ext cx="55107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638" name="Shape 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" name="Google Shape;1639;p103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40" name="Google Shape;1640;p103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641" name="Google Shape;1641;p103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1642" name="Google Shape;1642;p103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1643" name="Google Shape;1643;p103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1644" name="Google Shape;1644;p103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103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103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103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103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103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103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103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103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103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103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5" name="Google Shape;1655;p103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56" name="Google Shape;1656;p103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1657" name="Google Shape;1657;p103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103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103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103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103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103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103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103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103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103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103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8" name="Google Shape;1668;p103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1669" name="Google Shape;1669;p103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103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1" name="Google Shape;1671;p103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1672" name="Google Shape;1672;p103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103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103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103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103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103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8" name="Google Shape;1678;p103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9" name="Google Shape;1679;p103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680" name="Google Shape;1680;p103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681" name="Shape 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2" name="Google Shape;1682;p10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683" name="Google Shape;1683;p10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10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10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10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10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10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10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10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10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10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10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10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10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10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10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10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10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10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10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10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10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0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5" name="Google Shape;1705;p104"/>
          <p:cNvSpPr txBox="1"/>
          <p:nvPr>
            <p:ph idx="1" type="subTitle"/>
          </p:nvPr>
        </p:nvSpPr>
        <p:spPr>
          <a:xfrm>
            <a:off x="3117150" y="3530226"/>
            <a:ext cx="29097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706" name="Google Shape;1706;p104"/>
          <p:cNvSpPr txBox="1"/>
          <p:nvPr>
            <p:ph type="title"/>
          </p:nvPr>
        </p:nvSpPr>
        <p:spPr>
          <a:xfrm>
            <a:off x="1918650" y="1613852"/>
            <a:ext cx="5306700" cy="17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707" name="Google Shape;1707;p104"/>
          <p:cNvSpPr txBox="1"/>
          <p:nvPr>
            <p:ph idx="2" type="title"/>
          </p:nvPr>
        </p:nvSpPr>
        <p:spPr>
          <a:xfrm>
            <a:off x="3843750" y="591078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1708" name="Google Shape;1708;p104"/>
          <p:cNvGrpSpPr/>
          <p:nvPr/>
        </p:nvGrpSpPr>
        <p:grpSpPr>
          <a:xfrm flipH="1" rot="-697126">
            <a:off x="569287" y="-351303"/>
            <a:ext cx="1305393" cy="1346461"/>
            <a:chOff x="1492000" y="427450"/>
            <a:chExt cx="1188000" cy="1225375"/>
          </a:xfrm>
        </p:grpSpPr>
        <p:sp>
          <p:nvSpPr>
            <p:cNvPr id="1709" name="Google Shape;1709;p104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04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04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04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04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04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04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04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04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04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04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720" name="Shape 1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1" name="Google Shape;1721;p105"/>
          <p:cNvSpPr/>
          <p:nvPr/>
        </p:nvSpPr>
        <p:spPr>
          <a:xfrm>
            <a:off x="8740343" y="1780347"/>
            <a:ext cx="20479" cy="58449"/>
          </a:xfrm>
          <a:custGeom>
            <a:rect b="b" l="l" r="r" t="t"/>
            <a:pathLst>
              <a:path extrusionOk="0" h="1403" w="488">
                <a:moveTo>
                  <a:pt x="249" y="0"/>
                </a:moveTo>
                <a:cubicBezTo>
                  <a:pt x="193" y="0"/>
                  <a:pt x="139" y="35"/>
                  <a:pt x="118" y="90"/>
                </a:cubicBezTo>
                <a:cubicBezTo>
                  <a:pt x="73" y="190"/>
                  <a:pt x="46" y="289"/>
                  <a:pt x="28" y="397"/>
                </a:cubicBezTo>
                <a:cubicBezTo>
                  <a:pt x="19" y="442"/>
                  <a:pt x="1" y="496"/>
                  <a:pt x="19" y="541"/>
                </a:cubicBezTo>
                <a:cubicBezTo>
                  <a:pt x="19" y="559"/>
                  <a:pt x="28" y="568"/>
                  <a:pt x="37" y="586"/>
                </a:cubicBezTo>
                <a:cubicBezTo>
                  <a:pt x="64" y="595"/>
                  <a:pt x="145" y="613"/>
                  <a:pt x="145" y="622"/>
                </a:cubicBezTo>
                <a:cubicBezTo>
                  <a:pt x="145" y="631"/>
                  <a:pt x="100" y="649"/>
                  <a:pt x="73" y="658"/>
                </a:cubicBezTo>
                <a:cubicBezTo>
                  <a:pt x="37" y="667"/>
                  <a:pt x="46" y="685"/>
                  <a:pt x="46" y="694"/>
                </a:cubicBezTo>
                <a:cubicBezTo>
                  <a:pt x="37" y="902"/>
                  <a:pt x="46" y="1100"/>
                  <a:pt x="109" y="1307"/>
                </a:cubicBezTo>
                <a:cubicBezTo>
                  <a:pt x="118" y="1343"/>
                  <a:pt x="154" y="1379"/>
                  <a:pt x="190" y="1397"/>
                </a:cubicBezTo>
                <a:cubicBezTo>
                  <a:pt x="203" y="1401"/>
                  <a:pt x="215" y="1402"/>
                  <a:pt x="228" y="1402"/>
                </a:cubicBezTo>
                <a:cubicBezTo>
                  <a:pt x="289" y="1402"/>
                  <a:pt x="348" y="1367"/>
                  <a:pt x="371" y="1307"/>
                </a:cubicBezTo>
                <a:cubicBezTo>
                  <a:pt x="434" y="1109"/>
                  <a:pt x="443" y="902"/>
                  <a:pt x="443" y="703"/>
                </a:cubicBezTo>
                <a:cubicBezTo>
                  <a:pt x="443" y="685"/>
                  <a:pt x="452" y="676"/>
                  <a:pt x="416" y="658"/>
                </a:cubicBezTo>
                <a:cubicBezTo>
                  <a:pt x="389" y="649"/>
                  <a:pt x="344" y="640"/>
                  <a:pt x="344" y="622"/>
                </a:cubicBezTo>
                <a:cubicBezTo>
                  <a:pt x="344" y="613"/>
                  <a:pt x="425" y="595"/>
                  <a:pt x="443" y="586"/>
                </a:cubicBezTo>
                <a:cubicBezTo>
                  <a:pt x="461" y="577"/>
                  <a:pt x="470" y="559"/>
                  <a:pt x="470" y="550"/>
                </a:cubicBezTo>
                <a:cubicBezTo>
                  <a:pt x="488" y="496"/>
                  <a:pt x="470" y="451"/>
                  <a:pt x="461" y="397"/>
                </a:cubicBezTo>
                <a:cubicBezTo>
                  <a:pt x="443" y="298"/>
                  <a:pt x="416" y="190"/>
                  <a:pt x="380" y="90"/>
                </a:cubicBezTo>
                <a:cubicBezTo>
                  <a:pt x="362" y="54"/>
                  <a:pt x="335" y="27"/>
                  <a:pt x="298" y="9"/>
                </a:cubicBezTo>
                <a:cubicBezTo>
                  <a:pt x="282" y="3"/>
                  <a:pt x="266" y="0"/>
                  <a:pt x="2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22" name="Google Shape;1722;p10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723" name="Google Shape;1723;p10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0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0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0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0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0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0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0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0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0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0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0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0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0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0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0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0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0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0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0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0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0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45" name="Google Shape;1745;p105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746" name="Google Shape;1746;p105"/>
          <p:cNvSpPr txBox="1"/>
          <p:nvPr>
            <p:ph idx="1" type="body"/>
          </p:nvPr>
        </p:nvSpPr>
        <p:spPr>
          <a:xfrm>
            <a:off x="720000" y="1170724"/>
            <a:ext cx="7704000" cy="389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1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AutoNum type="romanLcPeriod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747" name="Shape 1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8" name="Google Shape;1748;p10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749" name="Google Shape;1749;p106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750" name="Google Shape;1750;p106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751" name="Google Shape;1751;p10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752" name="Google Shape;1752;p106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753" name="Google Shape;1753;p10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4" name="Google Shape;1754;p10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5" name="Google Shape;1755;p10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6" name="Google Shape;1756;p10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10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8" name="Google Shape;1758;p10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9" name="Google Shape;1759;p10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0" name="Google Shape;1760;p10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1" name="Google Shape;1761;p10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2" name="Google Shape;1762;p10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3" name="Google Shape;1763;p10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4" name="Google Shape;1764;p10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5" name="Google Shape;1765;p10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6" name="Google Shape;1766;p10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7" name="Google Shape;1767;p10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68" name="Google Shape;1768;p106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769" name="Google Shape;1769;p10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0" name="Google Shape;1770;p10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1" name="Google Shape;1771;p10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2" name="Google Shape;1772;p10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3" name="Google Shape;1773;p10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4" name="Google Shape;1774;p10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5" name="Google Shape;1775;p10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6" name="Google Shape;1776;p10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7" name="Google Shape;1777;p10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8" name="Google Shape;1778;p10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10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10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10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10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10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784" name="Google Shape;1784;p106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785" name="Google Shape;1785;p106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786" name="Google Shape;1786;p106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787" name="Google Shape;1787;p106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788" name="Google Shape;1788;p106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789" name="Google Shape;1789;p10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790" name="Google Shape;1790;p106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91" name="Google Shape;1791;p106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792" name="Google Shape;1792;p106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793" name="Google Shape;1793;p106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794" name="Google Shape;1794;p106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795" name="Shape 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6" name="Google Shape;1796;p107"/>
          <p:cNvGrpSpPr/>
          <p:nvPr/>
        </p:nvGrpSpPr>
        <p:grpSpPr>
          <a:xfrm>
            <a:off x="352670" y="6764"/>
            <a:ext cx="8793030" cy="5129556"/>
            <a:chOff x="514825" y="859725"/>
            <a:chExt cx="6865800" cy="4005275"/>
          </a:xfrm>
        </p:grpSpPr>
        <p:sp>
          <p:nvSpPr>
            <p:cNvPr id="1797" name="Google Shape;1797;p10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10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10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10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10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10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10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10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10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10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10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10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10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10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10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10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10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10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10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10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10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18" name="Google Shape;1818;p107"/>
          <p:cNvSpPr txBox="1"/>
          <p:nvPr>
            <p:ph type="title"/>
          </p:nvPr>
        </p:nvSpPr>
        <p:spPr>
          <a:xfrm>
            <a:off x="4572000" y="540000"/>
            <a:ext cx="3852000" cy="4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819" name="Shape 1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0" name="Google Shape;1820;p10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821" name="Google Shape;1821;p10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10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10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10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10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10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10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10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10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10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10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10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10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10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10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10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10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10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10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40" name="Google Shape;1840;p108"/>
          <p:cNvSpPr txBox="1"/>
          <p:nvPr>
            <p:ph idx="1" type="subTitle"/>
          </p:nvPr>
        </p:nvSpPr>
        <p:spPr>
          <a:xfrm>
            <a:off x="890100" y="1760244"/>
            <a:ext cx="7533900" cy="27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841" name="Google Shape;1841;p108"/>
          <p:cNvSpPr txBox="1"/>
          <p:nvPr>
            <p:ph type="title"/>
          </p:nvPr>
        </p:nvSpPr>
        <p:spPr>
          <a:xfrm>
            <a:off x="4572000" y="540000"/>
            <a:ext cx="3852000" cy="103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842" name="Shape 1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" name="Google Shape;1843;p10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844" name="Google Shape;1844;p10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10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10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10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10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10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10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10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10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10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10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10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10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10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10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10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10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10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10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863" name="Google Shape;1863;p109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864" name="Google Shape;1864;p109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109"/>
          <p:cNvSpPr txBox="1"/>
          <p:nvPr>
            <p:ph type="title"/>
          </p:nvPr>
        </p:nvSpPr>
        <p:spPr>
          <a:xfrm>
            <a:off x="720000" y="1560650"/>
            <a:ext cx="3519300" cy="167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866" name="Google Shape;1866;p109"/>
          <p:cNvSpPr txBox="1"/>
          <p:nvPr>
            <p:ph idx="1" type="subTitle"/>
          </p:nvPr>
        </p:nvSpPr>
        <p:spPr>
          <a:xfrm rot="684086">
            <a:off x="5771626" y="1941489"/>
            <a:ext cx="1878775" cy="154912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867" name="Shape 1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8" name="Google Shape;1868;p11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869" name="Google Shape;1869;p11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1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1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11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11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11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1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1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1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11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11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1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1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1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1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1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1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1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1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88" name="Google Shape;1888;p110"/>
          <p:cNvSpPr txBox="1"/>
          <p:nvPr>
            <p:ph type="title"/>
          </p:nvPr>
        </p:nvSpPr>
        <p:spPr>
          <a:xfrm>
            <a:off x="1061575" y="1472687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889" name="Google Shape;1889;p110"/>
          <p:cNvSpPr txBox="1"/>
          <p:nvPr>
            <p:ph idx="1" type="body"/>
          </p:nvPr>
        </p:nvSpPr>
        <p:spPr>
          <a:xfrm>
            <a:off x="1061575" y="2468991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cxnSp>
        <p:nvCxnSpPr>
          <p:cNvPr id="1890" name="Google Shape;1890;p110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891" name="Google Shape;1891;p110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892" name="Shape 1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3" name="Google Shape;1893;p111"/>
          <p:cNvSpPr txBox="1"/>
          <p:nvPr>
            <p:ph type="title"/>
          </p:nvPr>
        </p:nvSpPr>
        <p:spPr>
          <a:xfrm>
            <a:off x="3223200" y="1570950"/>
            <a:ext cx="2697600" cy="20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894" name="Shape 1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5" name="Google Shape;1895;p11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896" name="Google Shape;1896;p11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1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1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1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1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1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1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1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1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1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1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1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1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1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1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1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1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1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1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915" name="Google Shape;1915;p112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916" name="Google Shape;1916;p112"/>
          <p:cNvSpPr txBox="1"/>
          <p:nvPr>
            <p:ph hasCustomPrompt="1" type="title"/>
          </p:nvPr>
        </p:nvSpPr>
        <p:spPr>
          <a:xfrm>
            <a:off x="1768200" y="1654521"/>
            <a:ext cx="5607600" cy="8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917" name="Google Shape;1917;p112"/>
          <p:cNvSpPr txBox="1"/>
          <p:nvPr>
            <p:ph idx="1" type="body"/>
          </p:nvPr>
        </p:nvSpPr>
        <p:spPr>
          <a:xfrm>
            <a:off x="2710050" y="2650221"/>
            <a:ext cx="3723900" cy="6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918" name="Shape 1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9" name="Google Shape;1919;p11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1920" name="Shape 1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1" name="Google Shape;1921;p114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922" name="Google Shape;1922;p114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923" name="Google Shape;1923;p11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924" name="Google Shape;1924;p114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925" name="Google Shape;1925;p11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11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11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11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11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11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11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11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11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11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11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11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11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11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11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40" name="Google Shape;1940;p114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941" name="Google Shape;1941;p11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11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11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11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11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11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11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11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11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11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11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11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11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11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11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956" name="Google Shape;1956;p114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957" name="Google Shape;1957;p114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958" name="Google Shape;1958;p114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959" name="Google Shape;1959;p114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960" name="Google Shape;1960;p114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961" name="Google Shape;1961;p11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962" name="Google Shape;1962;p114"/>
          <p:cNvSpPr txBox="1"/>
          <p:nvPr>
            <p:ph type="title"/>
          </p:nvPr>
        </p:nvSpPr>
        <p:spPr>
          <a:xfrm>
            <a:off x="720000" y="540000"/>
            <a:ext cx="336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963" name="Google Shape;1963;p114"/>
          <p:cNvSpPr txBox="1"/>
          <p:nvPr>
            <p:ph idx="1" type="subTitle"/>
          </p:nvPr>
        </p:nvSpPr>
        <p:spPr>
          <a:xfrm>
            <a:off x="90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64" name="Google Shape;1964;p114"/>
          <p:cNvSpPr txBox="1"/>
          <p:nvPr>
            <p:ph idx="2" type="subTitle"/>
          </p:nvPr>
        </p:nvSpPr>
        <p:spPr>
          <a:xfrm>
            <a:off x="567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65" name="Google Shape;1965;p114"/>
          <p:cNvSpPr txBox="1"/>
          <p:nvPr>
            <p:ph idx="3" type="subTitle"/>
          </p:nvPr>
        </p:nvSpPr>
        <p:spPr>
          <a:xfrm>
            <a:off x="90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66" name="Google Shape;1966;p114"/>
          <p:cNvSpPr txBox="1"/>
          <p:nvPr>
            <p:ph idx="4" type="subTitle"/>
          </p:nvPr>
        </p:nvSpPr>
        <p:spPr>
          <a:xfrm>
            <a:off x="567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67" name="Google Shape;1967;p114"/>
          <p:cNvSpPr txBox="1"/>
          <p:nvPr>
            <p:ph idx="5" type="subTitle"/>
          </p:nvPr>
        </p:nvSpPr>
        <p:spPr>
          <a:xfrm>
            <a:off x="90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68" name="Google Shape;1968;p114"/>
          <p:cNvSpPr txBox="1"/>
          <p:nvPr>
            <p:ph idx="6" type="subTitle"/>
          </p:nvPr>
        </p:nvSpPr>
        <p:spPr>
          <a:xfrm>
            <a:off x="567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69" name="Google Shape;1969;p114"/>
          <p:cNvSpPr txBox="1"/>
          <p:nvPr>
            <p:ph idx="7" type="subTitle"/>
          </p:nvPr>
        </p:nvSpPr>
        <p:spPr>
          <a:xfrm>
            <a:off x="90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70" name="Google Shape;1970;p114"/>
          <p:cNvSpPr txBox="1"/>
          <p:nvPr>
            <p:ph idx="8" type="subTitle"/>
          </p:nvPr>
        </p:nvSpPr>
        <p:spPr>
          <a:xfrm>
            <a:off x="567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">
    <p:spTree>
      <p:nvGrpSpPr>
        <p:cNvPr id="1971" name="Shape 1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2" name="Google Shape;1972;p11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973" name="Google Shape;1973;p11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11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11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11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11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11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11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11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11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11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11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11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11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11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11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11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11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11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11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11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11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11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95" name="Google Shape;1995;p115"/>
          <p:cNvSpPr txBox="1"/>
          <p:nvPr>
            <p:ph type="ctrTitle"/>
          </p:nvPr>
        </p:nvSpPr>
        <p:spPr>
          <a:xfrm>
            <a:off x="5908324" y="1290427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996" name="Google Shape;1996;p115"/>
          <p:cNvSpPr txBox="1"/>
          <p:nvPr>
            <p:ph idx="1" type="subTitle"/>
          </p:nvPr>
        </p:nvSpPr>
        <p:spPr>
          <a:xfrm>
            <a:off x="590832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97" name="Google Shape;1997;p115"/>
          <p:cNvSpPr txBox="1"/>
          <p:nvPr>
            <p:ph idx="2" type="title"/>
          </p:nvPr>
        </p:nvSpPr>
        <p:spPr>
          <a:xfrm>
            <a:off x="4903953" y="1280000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998" name="Google Shape;1998;p115"/>
          <p:cNvSpPr txBox="1"/>
          <p:nvPr>
            <p:ph idx="3" type="subTitle"/>
          </p:nvPr>
        </p:nvSpPr>
        <p:spPr>
          <a:xfrm>
            <a:off x="590832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99" name="Google Shape;1999;p115"/>
          <p:cNvSpPr txBox="1"/>
          <p:nvPr>
            <p:ph idx="4" type="title"/>
          </p:nvPr>
        </p:nvSpPr>
        <p:spPr>
          <a:xfrm>
            <a:off x="4903953" y="327730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00" name="Google Shape;2000;p115"/>
          <p:cNvSpPr txBox="1"/>
          <p:nvPr>
            <p:ph idx="5" type="subTitle"/>
          </p:nvPr>
        </p:nvSpPr>
        <p:spPr>
          <a:xfrm>
            <a:off x="5908324" y="2589180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001" name="Google Shape;2001;p115"/>
          <p:cNvSpPr txBox="1"/>
          <p:nvPr>
            <p:ph idx="6" type="title"/>
          </p:nvPr>
        </p:nvSpPr>
        <p:spPr>
          <a:xfrm>
            <a:off x="4903953" y="230664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02" name="Google Shape;2002;p115"/>
          <p:cNvSpPr txBox="1"/>
          <p:nvPr>
            <p:ph idx="7" type="ctrTitle"/>
          </p:nvPr>
        </p:nvSpPr>
        <p:spPr>
          <a:xfrm>
            <a:off x="5908324" y="231110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03" name="Google Shape;2003;p115"/>
          <p:cNvSpPr txBox="1"/>
          <p:nvPr>
            <p:ph idx="8" type="ctrTitle"/>
          </p:nvPr>
        </p:nvSpPr>
        <p:spPr>
          <a:xfrm>
            <a:off x="5908324" y="328299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04" name="Google Shape;2004;p115"/>
          <p:cNvSpPr txBox="1"/>
          <p:nvPr>
            <p:ph idx="9" type="ctrTitle"/>
          </p:nvPr>
        </p:nvSpPr>
        <p:spPr>
          <a:xfrm>
            <a:off x="1912664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05" name="Google Shape;2005;p115"/>
          <p:cNvSpPr txBox="1"/>
          <p:nvPr>
            <p:ph idx="13" type="subTitle"/>
          </p:nvPr>
        </p:nvSpPr>
        <p:spPr>
          <a:xfrm>
            <a:off x="191266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006" name="Google Shape;2006;p115"/>
          <p:cNvSpPr txBox="1"/>
          <p:nvPr>
            <p:ph idx="14" type="title"/>
          </p:nvPr>
        </p:nvSpPr>
        <p:spPr>
          <a:xfrm>
            <a:off x="784376" y="1286887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07" name="Google Shape;2007;p115"/>
          <p:cNvSpPr txBox="1"/>
          <p:nvPr>
            <p:ph idx="15" type="subTitle"/>
          </p:nvPr>
        </p:nvSpPr>
        <p:spPr>
          <a:xfrm>
            <a:off x="191266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008" name="Google Shape;2008;p115"/>
          <p:cNvSpPr txBox="1"/>
          <p:nvPr>
            <p:ph idx="16" type="title"/>
          </p:nvPr>
        </p:nvSpPr>
        <p:spPr>
          <a:xfrm>
            <a:off x="784376" y="3284192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09" name="Google Shape;2009;p115"/>
          <p:cNvSpPr txBox="1"/>
          <p:nvPr>
            <p:ph idx="17" type="subTitle"/>
          </p:nvPr>
        </p:nvSpPr>
        <p:spPr>
          <a:xfrm>
            <a:off x="1912664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010" name="Google Shape;2010;p115"/>
          <p:cNvSpPr txBox="1"/>
          <p:nvPr>
            <p:ph idx="18" type="title"/>
          </p:nvPr>
        </p:nvSpPr>
        <p:spPr>
          <a:xfrm>
            <a:off x="784376" y="2313531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11" name="Google Shape;2011;p115"/>
          <p:cNvSpPr txBox="1"/>
          <p:nvPr>
            <p:ph idx="19" type="ctrTitle"/>
          </p:nvPr>
        </p:nvSpPr>
        <p:spPr>
          <a:xfrm>
            <a:off x="1912664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12" name="Google Shape;2012;p115"/>
          <p:cNvSpPr txBox="1"/>
          <p:nvPr>
            <p:ph idx="20" type="ctrTitle"/>
          </p:nvPr>
        </p:nvSpPr>
        <p:spPr>
          <a:xfrm>
            <a:off x="1912664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013" name="Google Shape;2013;p115"/>
          <p:cNvSpPr txBox="1"/>
          <p:nvPr>
            <p:ph idx="21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">
    <p:spTree>
      <p:nvGrpSpPr>
        <p:cNvPr id="2014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5" name="Google Shape;2015;p11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016" name="Google Shape;2016;p11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11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11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11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11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11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11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11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11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11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11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11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11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11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11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11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11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11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11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11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11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11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8" name="Google Shape;2038;p116"/>
          <p:cNvSpPr txBox="1"/>
          <p:nvPr>
            <p:ph idx="1" type="subTitle"/>
          </p:nvPr>
        </p:nvSpPr>
        <p:spPr>
          <a:xfrm>
            <a:off x="2059950" y="2514140"/>
            <a:ext cx="43272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039" name="Google Shape;2039;p116"/>
          <p:cNvSpPr txBox="1"/>
          <p:nvPr>
            <p:ph type="title"/>
          </p:nvPr>
        </p:nvSpPr>
        <p:spPr>
          <a:xfrm>
            <a:off x="1080450" y="1555960"/>
            <a:ext cx="5306700" cy="89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040" name="Google Shape;2040;p116"/>
          <p:cNvSpPr txBox="1"/>
          <p:nvPr>
            <p:ph idx="2" type="title"/>
          </p:nvPr>
        </p:nvSpPr>
        <p:spPr>
          <a:xfrm>
            <a:off x="6853050" y="2092943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2041" name="Google Shape;2041;p116"/>
          <p:cNvGrpSpPr/>
          <p:nvPr/>
        </p:nvGrpSpPr>
        <p:grpSpPr>
          <a:xfrm flipH="1" rot="-5072894">
            <a:off x="-1007770" y="1789630"/>
            <a:ext cx="3474349" cy="888902"/>
            <a:chOff x="3809875" y="1963175"/>
            <a:chExt cx="1923600" cy="492150"/>
          </a:xfrm>
        </p:grpSpPr>
        <p:sp>
          <p:nvSpPr>
            <p:cNvPr id="2042" name="Google Shape;2042;p116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116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116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116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116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116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116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116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116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116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116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3" name="Google Shape;2053;p116"/>
          <p:cNvGrpSpPr/>
          <p:nvPr/>
        </p:nvGrpSpPr>
        <p:grpSpPr>
          <a:xfrm rot="-375097">
            <a:off x="7330557" y="3418618"/>
            <a:ext cx="711742" cy="793298"/>
            <a:chOff x="6554696" y="509501"/>
            <a:chExt cx="711709" cy="793261"/>
          </a:xfrm>
        </p:grpSpPr>
        <p:sp>
          <p:nvSpPr>
            <p:cNvPr id="2054" name="Google Shape;2054;p116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116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2056" name="Shape 2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7" name="Google Shape;2057;p11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058" name="Google Shape;2058;p11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11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11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11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11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11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11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11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11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11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11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11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11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11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11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11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11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11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11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11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11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11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80" name="Google Shape;2080;p117"/>
          <p:cNvSpPr txBox="1"/>
          <p:nvPr>
            <p:ph type="title"/>
          </p:nvPr>
        </p:nvSpPr>
        <p:spPr>
          <a:xfrm>
            <a:off x="3168000" y="1478819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081" name="Google Shape;2081;p117"/>
          <p:cNvSpPr txBox="1"/>
          <p:nvPr>
            <p:ph idx="1" type="body"/>
          </p:nvPr>
        </p:nvSpPr>
        <p:spPr>
          <a:xfrm>
            <a:off x="3168000" y="2469364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4">
    <p:spTree>
      <p:nvGrpSpPr>
        <p:cNvPr id="2082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3" name="Google Shape;2083;p11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084" name="Google Shape;2084;p11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11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11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11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11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11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11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11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11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11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11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1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1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1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1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1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1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11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11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1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1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1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06" name="Google Shape;2106;p118"/>
          <p:cNvSpPr txBox="1"/>
          <p:nvPr>
            <p:ph idx="1" type="subTitle"/>
          </p:nvPr>
        </p:nvSpPr>
        <p:spPr>
          <a:xfrm>
            <a:off x="398370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07" name="Google Shape;2107;p118"/>
          <p:cNvSpPr txBox="1"/>
          <p:nvPr>
            <p:ph type="ctrTitle"/>
          </p:nvPr>
        </p:nvSpPr>
        <p:spPr>
          <a:xfrm>
            <a:off x="58758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2108" name="Google Shape;2108;p118"/>
          <p:cNvGrpSpPr/>
          <p:nvPr/>
        </p:nvGrpSpPr>
        <p:grpSpPr>
          <a:xfrm>
            <a:off x="7673759" y="-287513"/>
            <a:ext cx="788762" cy="861588"/>
            <a:chOff x="7673759" y="-287513"/>
            <a:chExt cx="788762" cy="861588"/>
          </a:xfrm>
        </p:grpSpPr>
        <p:grpSp>
          <p:nvGrpSpPr>
            <p:cNvPr id="2109" name="Google Shape;2109;p118"/>
            <p:cNvGrpSpPr/>
            <p:nvPr/>
          </p:nvGrpSpPr>
          <p:grpSpPr>
            <a:xfrm rot="350572">
              <a:off x="7712287" y="-253348"/>
              <a:ext cx="711705" cy="793257"/>
              <a:chOff x="6554696" y="509501"/>
              <a:chExt cx="711709" cy="793261"/>
            </a:xfrm>
          </p:grpSpPr>
          <p:sp>
            <p:nvSpPr>
              <p:cNvPr id="2110" name="Google Shape;2110;p118"/>
              <p:cNvSpPr/>
              <p:nvPr/>
            </p:nvSpPr>
            <p:spPr>
              <a:xfrm>
                <a:off x="6560695" y="516700"/>
                <a:ext cx="696978" cy="779230"/>
              </a:xfrm>
              <a:custGeom>
                <a:rect b="b" l="l" r="r" t="t"/>
                <a:pathLst>
                  <a:path extrusionOk="0" h="23381" w="20913">
                    <a:moveTo>
                      <a:pt x="4201" y="1"/>
                    </a:moveTo>
                    <a:cubicBezTo>
                      <a:pt x="1903" y="1"/>
                      <a:pt x="28" y="1866"/>
                      <a:pt x="28" y="4165"/>
                    </a:cubicBezTo>
                    <a:lnTo>
                      <a:pt x="1" y="17073"/>
                    </a:lnTo>
                    <a:cubicBezTo>
                      <a:pt x="1" y="18903"/>
                      <a:pt x="1190" y="20516"/>
                      <a:pt x="2930" y="21057"/>
                    </a:cubicBezTo>
                    <a:lnTo>
                      <a:pt x="9736" y="23193"/>
                    </a:lnTo>
                    <a:cubicBezTo>
                      <a:pt x="10143" y="23318"/>
                      <a:pt x="10563" y="23381"/>
                      <a:pt x="10982" y="23381"/>
                    </a:cubicBezTo>
                    <a:cubicBezTo>
                      <a:pt x="11444" y="23381"/>
                      <a:pt x="11906" y="23304"/>
                      <a:pt x="12350" y="23148"/>
                    </a:cubicBezTo>
                    <a:lnTo>
                      <a:pt x="18092" y="21147"/>
                    </a:lnTo>
                    <a:cubicBezTo>
                      <a:pt x="19759" y="20570"/>
                      <a:pt x="20886" y="18993"/>
                      <a:pt x="20886" y="17217"/>
                    </a:cubicBezTo>
                    <a:lnTo>
                      <a:pt x="20913" y="4201"/>
                    </a:lnTo>
                    <a:cubicBezTo>
                      <a:pt x="20913" y="1903"/>
                      <a:pt x="19047" y="28"/>
                      <a:pt x="16748" y="28"/>
                    </a:cubicBezTo>
                    <a:lnTo>
                      <a:pt x="420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118"/>
              <p:cNvSpPr/>
              <p:nvPr/>
            </p:nvSpPr>
            <p:spPr>
              <a:xfrm>
                <a:off x="6554696" y="509501"/>
                <a:ext cx="711709" cy="793261"/>
              </a:xfrm>
              <a:custGeom>
                <a:rect b="b" l="l" r="r" t="t"/>
                <a:pathLst>
                  <a:path extrusionOk="0" h="23802" w="21355">
                    <a:moveTo>
                      <a:pt x="5138" y="442"/>
                    </a:moveTo>
                    <a:lnTo>
                      <a:pt x="7572" y="451"/>
                    </a:lnTo>
                    <a:lnTo>
                      <a:pt x="12440" y="469"/>
                    </a:lnTo>
                    <a:lnTo>
                      <a:pt x="14873" y="469"/>
                    </a:lnTo>
                    <a:lnTo>
                      <a:pt x="16090" y="478"/>
                    </a:lnTo>
                    <a:cubicBezTo>
                      <a:pt x="16249" y="478"/>
                      <a:pt x="16412" y="477"/>
                      <a:pt x="16574" y="477"/>
                    </a:cubicBezTo>
                    <a:cubicBezTo>
                      <a:pt x="16817" y="477"/>
                      <a:pt x="17058" y="480"/>
                      <a:pt x="17280" y="496"/>
                    </a:cubicBezTo>
                    <a:cubicBezTo>
                      <a:pt x="17659" y="541"/>
                      <a:pt x="18037" y="622"/>
                      <a:pt x="18389" y="766"/>
                    </a:cubicBezTo>
                    <a:cubicBezTo>
                      <a:pt x="18740" y="920"/>
                      <a:pt x="19083" y="1109"/>
                      <a:pt x="19380" y="1352"/>
                    </a:cubicBezTo>
                    <a:cubicBezTo>
                      <a:pt x="19669" y="1596"/>
                      <a:pt x="19939" y="1866"/>
                      <a:pt x="20155" y="2191"/>
                    </a:cubicBezTo>
                    <a:cubicBezTo>
                      <a:pt x="20363" y="2506"/>
                      <a:pt x="20534" y="2849"/>
                      <a:pt x="20651" y="3209"/>
                    </a:cubicBezTo>
                    <a:cubicBezTo>
                      <a:pt x="20759" y="3579"/>
                      <a:pt x="20832" y="3948"/>
                      <a:pt x="20832" y="4336"/>
                    </a:cubicBezTo>
                    <a:cubicBezTo>
                      <a:pt x="20841" y="4733"/>
                      <a:pt x="20832" y="5147"/>
                      <a:pt x="20832" y="5544"/>
                    </a:cubicBezTo>
                    <a:lnTo>
                      <a:pt x="20841" y="7978"/>
                    </a:lnTo>
                    <a:lnTo>
                      <a:pt x="20850" y="12845"/>
                    </a:lnTo>
                    <a:lnTo>
                      <a:pt x="20850" y="15279"/>
                    </a:lnTo>
                    <a:lnTo>
                      <a:pt x="20850" y="16496"/>
                    </a:lnTo>
                    <a:lnTo>
                      <a:pt x="20850" y="17109"/>
                    </a:lnTo>
                    <a:lnTo>
                      <a:pt x="20859" y="17406"/>
                    </a:lnTo>
                    <a:lnTo>
                      <a:pt x="20841" y="17704"/>
                    </a:lnTo>
                    <a:cubicBezTo>
                      <a:pt x="20795" y="18470"/>
                      <a:pt x="20516" y="19218"/>
                      <a:pt x="20047" y="19831"/>
                    </a:cubicBezTo>
                    <a:cubicBezTo>
                      <a:pt x="19579" y="20453"/>
                      <a:pt x="18930" y="20921"/>
                      <a:pt x="18208" y="21183"/>
                    </a:cubicBezTo>
                    <a:lnTo>
                      <a:pt x="13602" y="22769"/>
                    </a:lnTo>
                    <a:lnTo>
                      <a:pt x="12458" y="23175"/>
                    </a:lnTo>
                    <a:cubicBezTo>
                      <a:pt x="12088" y="23292"/>
                      <a:pt x="11709" y="23364"/>
                      <a:pt x="11322" y="23382"/>
                    </a:cubicBezTo>
                    <a:cubicBezTo>
                      <a:pt x="11267" y="23385"/>
                      <a:pt x="11211" y="23386"/>
                      <a:pt x="11156" y="23386"/>
                    </a:cubicBezTo>
                    <a:cubicBezTo>
                      <a:pt x="10830" y="23386"/>
                      <a:pt x="10500" y="23342"/>
                      <a:pt x="10177" y="23265"/>
                    </a:cubicBezTo>
                    <a:cubicBezTo>
                      <a:pt x="9997" y="23211"/>
                      <a:pt x="9798" y="23148"/>
                      <a:pt x="9609" y="23085"/>
                    </a:cubicBezTo>
                    <a:lnTo>
                      <a:pt x="9023" y="22905"/>
                    </a:lnTo>
                    <a:lnTo>
                      <a:pt x="4381" y="21453"/>
                    </a:lnTo>
                    <a:lnTo>
                      <a:pt x="3218" y="21093"/>
                    </a:lnTo>
                    <a:cubicBezTo>
                      <a:pt x="2849" y="20976"/>
                      <a:pt x="2497" y="20813"/>
                      <a:pt x="2173" y="20597"/>
                    </a:cubicBezTo>
                    <a:cubicBezTo>
                      <a:pt x="1542" y="20173"/>
                      <a:pt x="1001" y="19578"/>
                      <a:pt x="676" y="18866"/>
                    </a:cubicBezTo>
                    <a:cubicBezTo>
                      <a:pt x="505" y="18515"/>
                      <a:pt x="397" y="18136"/>
                      <a:pt x="343" y="17749"/>
                    </a:cubicBezTo>
                    <a:cubicBezTo>
                      <a:pt x="298" y="17361"/>
                      <a:pt x="316" y="16955"/>
                      <a:pt x="316" y="16550"/>
                    </a:cubicBezTo>
                    <a:lnTo>
                      <a:pt x="334" y="14116"/>
                    </a:lnTo>
                    <a:lnTo>
                      <a:pt x="388" y="9248"/>
                    </a:lnTo>
                    <a:cubicBezTo>
                      <a:pt x="397" y="7626"/>
                      <a:pt x="406" y="6003"/>
                      <a:pt x="415" y="4381"/>
                    </a:cubicBezTo>
                    <a:cubicBezTo>
                      <a:pt x="424" y="3993"/>
                      <a:pt x="478" y="3606"/>
                      <a:pt x="586" y="3245"/>
                    </a:cubicBezTo>
                    <a:cubicBezTo>
                      <a:pt x="703" y="2876"/>
                      <a:pt x="866" y="2524"/>
                      <a:pt x="1082" y="2200"/>
                    </a:cubicBezTo>
                    <a:cubicBezTo>
                      <a:pt x="1298" y="1884"/>
                      <a:pt x="1551" y="1596"/>
                      <a:pt x="1848" y="1343"/>
                    </a:cubicBezTo>
                    <a:cubicBezTo>
                      <a:pt x="2155" y="1109"/>
                      <a:pt x="2479" y="902"/>
                      <a:pt x="2831" y="748"/>
                    </a:cubicBezTo>
                    <a:cubicBezTo>
                      <a:pt x="3191" y="604"/>
                      <a:pt x="3561" y="505"/>
                      <a:pt x="3948" y="460"/>
                    </a:cubicBezTo>
                    <a:cubicBezTo>
                      <a:pt x="4039" y="451"/>
                      <a:pt x="4138" y="451"/>
                      <a:pt x="4237" y="442"/>
                    </a:cubicBezTo>
                    <a:close/>
                    <a:moveTo>
                      <a:pt x="4381" y="0"/>
                    </a:moveTo>
                    <a:lnTo>
                      <a:pt x="4219" y="9"/>
                    </a:lnTo>
                    <a:cubicBezTo>
                      <a:pt x="4111" y="18"/>
                      <a:pt x="4003" y="18"/>
                      <a:pt x="3894" y="27"/>
                    </a:cubicBezTo>
                    <a:cubicBezTo>
                      <a:pt x="3471" y="81"/>
                      <a:pt x="3056" y="190"/>
                      <a:pt x="2668" y="352"/>
                    </a:cubicBezTo>
                    <a:cubicBezTo>
                      <a:pt x="2272" y="523"/>
                      <a:pt x="1911" y="748"/>
                      <a:pt x="1578" y="1019"/>
                    </a:cubicBezTo>
                    <a:cubicBezTo>
                      <a:pt x="1253" y="1289"/>
                      <a:pt x="965" y="1614"/>
                      <a:pt x="731" y="1965"/>
                    </a:cubicBezTo>
                    <a:cubicBezTo>
                      <a:pt x="496" y="2326"/>
                      <a:pt x="316" y="2713"/>
                      <a:pt x="190" y="3119"/>
                    </a:cubicBezTo>
                    <a:cubicBezTo>
                      <a:pt x="63" y="3534"/>
                      <a:pt x="9" y="3957"/>
                      <a:pt x="0" y="4381"/>
                    </a:cubicBezTo>
                    <a:cubicBezTo>
                      <a:pt x="0" y="6003"/>
                      <a:pt x="0" y="7626"/>
                      <a:pt x="9" y="9248"/>
                    </a:cubicBezTo>
                    <a:lnTo>
                      <a:pt x="54" y="14116"/>
                    </a:lnTo>
                    <a:lnTo>
                      <a:pt x="54" y="16550"/>
                    </a:lnTo>
                    <a:lnTo>
                      <a:pt x="54" y="17154"/>
                    </a:lnTo>
                    <a:cubicBezTo>
                      <a:pt x="54" y="17253"/>
                      <a:pt x="54" y="17361"/>
                      <a:pt x="63" y="17469"/>
                    </a:cubicBezTo>
                    <a:cubicBezTo>
                      <a:pt x="63" y="17568"/>
                      <a:pt x="72" y="17676"/>
                      <a:pt x="81" y="17776"/>
                    </a:cubicBezTo>
                    <a:cubicBezTo>
                      <a:pt x="127" y="18190"/>
                      <a:pt x="217" y="18605"/>
                      <a:pt x="370" y="19002"/>
                    </a:cubicBezTo>
                    <a:cubicBezTo>
                      <a:pt x="676" y="19786"/>
                      <a:pt x="1226" y="20489"/>
                      <a:pt x="1947" y="20949"/>
                    </a:cubicBezTo>
                    <a:cubicBezTo>
                      <a:pt x="2299" y="21183"/>
                      <a:pt x="2696" y="21363"/>
                      <a:pt x="3092" y="21489"/>
                    </a:cubicBezTo>
                    <a:lnTo>
                      <a:pt x="4255" y="21859"/>
                    </a:lnTo>
                    <a:lnTo>
                      <a:pt x="8897" y="23310"/>
                    </a:lnTo>
                    <a:lnTo>
                      <a:pt x="9483" y="23490"/>
                    </a:lnTo>
                    <a:cubicBezTo>
                      <a:pt x="9672" y="23554"/>
                      <a:pt x="9862" y="23617"/>
                      <a:pt x="10078" y="23671"/>
                    </a:cubicBezTo>
                    <a:cubicBezTo>
                      <a:pt x="10418" y="23761"/>
                      <a:pt x="10777" y="23801"/>
                      <a:pt x="11133" y="23801"/>
                    </a:cubicBezTo>
                    <a:cubicBezTo>
                      <a:pt x="11202" y="23801"/>
                      <a:pt x="11271" y="23800"/>
                      <a:pt x="11340" y="23797"/>
                    </a:cubicBezTo>
                    <a:cubicBezTo>
                      <a:pt x="11764" y="23779"/>
                      <a:pt x="12187" y="23698"/>
                      <a:pt x="12593" y="23563"/>
                    </a:cubicBezTo>
                    <a:lnTo>
                      <a:pt x="13738" y="23157"/>
                    </a:lnTo>
                    <a:lnTo>
                      <a:pt x="18335" y="21552"/>
                    </a:lnTo>
                    <a:cubicBezTo>
                      <a:pt x="19137" y="21273"/>
                      <a:pt x="19858" y="20759"/>
                      <a:pt x="20372" y="20083"/>
                    </a:cubicBezTo>
                    <a:cubicBezTo>
                      <a:pt x="20895" y="19407"/>
                      <a:pt x="21210" y="18578"/>
                      <a:pt x="21273" y="17731"/>
                    </a:cubicBezTo>
                    <a:lnTo>
                      <a:pt x="21282" y="17406"/>
                    </a:lnTo>
                    <a:lnTo>
                      <a:pt x="21282" y="17109"/>
                    </a:lnTo>
                    <a:lnTo>
                      <a:pt x="21291" y="16496"/>
                    </a:lnTo>
                    <a:lnTo>
                      <a:pt x="21291" y="15279"/>
                    </a:lnTo>
                    <a:lnTo>
                      <a:pt x="21309" y="12845"/>
                    </a:lnTo>
                    <a:lnTo>
                      <a:pt x="21327" y="7978"/>
                    </a:lnTo>
                    <a:lnTo>
                      <a:pt x="21345" y="5544"/>
                    </a:lnTo>
                    <a:cubicBezTo>
                      <a:pt x="21345" y="5138"/>
                      <a:pt x="21354" y="4742"/>
                      <a:pt x="21345" y="4327"/>
                    </a:cubicBezTo>
                    <a:cubicBezTo>
                      <a:pt x="21336" y="3894"/>
                      <a:pt x="21255" y="3471"/>
                      <a:pt x="21129" y="3056"/>
                    </a:cubicBezTo>
                    <a:cubicBezTo>
                      <a:pt x="20994" y="2650"/>
                      <a:pt x="20795" y="2263"/>
                      <a:pt x="20561" y="1911"/>
                    </a:cubicBezTo>
                    <a:cubicBezTo>
                      <a:pt x="20309" y="1551"/>
                      <a:pt x="20011" y="1244"/>
                      <a:pt x="19678" y="974"/>
                    </a:cubicBezTo>
                    <a:cubicBezTo>
                      <a:pt x="19344" y="694"/>
                      <a:pt x="18966" y="487"/>
                      <a:pt x="18569" y="325"/>
                    </a:cubicBezTo>
                    <a:cubicBezTo>
                      <a:pt x="18172" y="153"/>
                      <a:pt x="17749" y="72"/>
                      <a:pt x="17325" y="18"/>
                    </a:cubicBezTo>
                    <a:cubicBezTo>
                      <a:pt x="17109" y="5"/>
                      <a:pt x="16901" y="2"/>
                      <a:pt x="16698" y="2"/>
                    </a:cubicBezTo>
                    <a:cubicBezTo>
                      <a:pt x="16596" y="2"/>
                      <a:pt x="16494" y="3"/>
                      <a:pt x="16393" y="3"/>
                    </a:cubicBezTo>
                    <a:cubicBezTo>
                      <a:pt x="16292" y="3"/>
                      <a:pt x="16192" y="2"/>
                      <a:pt x="160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12" name="Google Shape;2112;p118"/>
            <p:cNvSpPr/>
            <p:nvPr/>
          </p:nvSpPr>
          <p:spPr>
            <a:xfrm rot="442426">
              <a:off x="8229710" y="-161880"/>
              <a:ext cx="102851" cy="551273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5">
    <p:spTree>
      <p:nvGrpSpPr>
        <p:cNvPr id="2113" name="Shape 2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4" name="Google Shape;2114;p11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115" name="Google Shape;2115;p11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1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1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11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11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11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11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11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11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11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11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11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11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11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7" name="Google Shape;2137;p119"/>
          <p:cNvSpPr txBox="1"/>
          <p:nvPr>
            <p:ph idx="1" type="subTitle"/>
          </p:nvPr>
        </p:nvSpPr>
        <p:spPr>
          <a:xfrm>
            <a:off x="235185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38" name="Google Shape;2138;p119"/>
          <p:cNvSpPr txBox="1"/>
          <p:nvPr>
            <p:ph type="ctrTitle"/>
          </p:nvPr>
        </p:nvSpPr>
        <p:spPr>
          <a:xfrm>
            <a:off x="32979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6">
    <p:spTree>
      <p:nvGrpSpPr>
        <p:cNvPr id="2139" name="Shape 2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0" name="Google Shape;2140;p12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141" name="Google Shape;2141;p12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12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12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2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2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2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2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2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2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12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12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12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12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12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12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12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12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12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12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12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12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12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3" name="Google Shape;2163;p120"/>
          <p:cNvSpPr txBox="1"/>
          <p:nvPr>
            <p:ph idx="1" type="subTitle"/>
          </p:nvPr>
        </p:nvSpPr>
        <p:spPr>
          <a:xfrm>
            <a:off x="906900" y="298732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64" name="Google Shape;2164;p120"/>
          <p:cNvSpPr txBox="1"/>
          <p:nvPr>
            <p:ph idx="2" type="subTitle"/>
          </p:nvPr>
        </p:nvSpPr>
        <p:spPr>
          <a:xfrm>
            <a:off x="906900" y="12797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65" name="Google Shape;2165;p120"/>
          <p:cNvSpPr txBox="1"/>
          <p:nvPr>
            <p:ph idx="3" type="subTitle"/>
          </p:nvPr>
        </p:nvSpPr>
        <p:spPr>
          <a:xfrm>
            <a:off x="906900" y="1743949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66" name="Google Shape;2166;p120"/>
          <p:cNvSpPr txBox="1"/>
          <p:nvPr>
            <p:ph idx="4" type="subTitle"/>
          </p:nvPr>
        </p:nvSpPr>
        <p:spPr>
          <a:xfrm>
            <a:off x="906900" y="3464338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67" name="Google Shape;2167;p120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7">
    <p:spTree>
      <p:nvGrpSpPr>
        <p:cNvPr id="2168" name="Shape 2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9" name="Google Shape;2169;p12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170" name="Google Shape;2170;p12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2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2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2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2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2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2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2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2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2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2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2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2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2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2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2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2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2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2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2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2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2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92" name="Google Shape;2192;p121"/>
          <p:cNvSpPr txBox="1"/>
          <p:nvPr>
            <p:ph type="ctrTitle"/>
          </p:nvPr>
        </p:nvSpPr>
        <p:spPr>
          <a:xfrm>
            <a:off x="52729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193" name="Google Shape;2193;p121"/>
          <p:cNvSpPr txBox="1"/>
          <p:nvPr>
            <p:ph idx="1" type="subTitle"/>
          </p:nvPr>
        </p:nvSpPr>
        <p:spPr>
          <a:xfrm>
            <a:off x="52729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94" name="Google Shape;2194;p121"/>
          <p:cNvSpPr txBox="1"/>
          <p:nvPr>
            <p:ph idx="2" type="subTitle"/>
          </p:nvPr>
        </p:nvSpPr>
        <p:spPr>
          <a:xfrm>
            <a:off x="52729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95" name="Google Shape;2195;p121"/>
          <p:cNvSpPr txBox="1"/>
          <p:nvPr>
            <p:ph idx="3" type="ctrTitle"/>
          </p:nvPr>
        </p:nvSpPr>
        <p:spPr>
          <a:xfrm>
            <a:off x="52729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196" name="Google Shape;2196;p121"/>
          <p:cNvSpPr txBox="1"/>
          <p:nvPr>
            <p:ph idx="4" type="ctrTitle"/>
          </p:nvPr>
        </p:nvSpPr>
        <p:spPr>
          <a:xfrm>
            <a:off x="14197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197" name="Google Shape;2197;p121"/>
          <p:cNvSpPr txBox="1"/>
          <p:nvPr>
            <p:ph idx="5" type="subTitle"/>
          </p:nvPr>
        </p:nvSpPr>
        <p:spPr>
          <a:xfrm>
            <a:off x="14197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98" name="Google Shape;2198;p121"/>
          <p:cNvSpPr txBox="1"/>
          <p:nvPr>
            <p:ph idx="6" type="subTitle"/>
          </p:nvPr>
        </p:nvSpPr>
        <p:spPr>
          <a:xfrm>
            <a:off x="14197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99" name="Google Shape;2199;p121"/>
          <p:cNvSpPr txBox="1"/>
          <p:nvPr>
            <p:ph idx="7" type="ctrTitle"/>
          </p:nvPr>
        </p:nvSpPr>
        <p:spPr>
          <a:xfrm>
            <a:off x="14197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200" name="Google Shape;2200;p121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8">
    <p:spTree>
      <p:nvGrpSpPr>
        <p:cNvPr id="2201" name="Shape 2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2" name="Google Shape;2202;p12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2203" name="Google Shape;2203;p12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04" name="Google Shape;2204;p12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2205" name="Google Shape;2205;p12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2206" name="Google Shape;2206;p12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12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12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12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12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12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12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12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12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12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12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12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12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12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12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21" name="Google Shape;2221;p12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2222" name="Google Shape;2222;p12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12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12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12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12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12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12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12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12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12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12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12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12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12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12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2237" name="Google Shape;2237;p12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238" name="Google Shape;2238;p12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239" name="Google Shape;2239;p12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240" name="Google Shape;2240;p12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241" name="Google Shape;2241;p12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242" name="Google Shape;2242;p12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2243" name="Google Shape;2243;p122"/>
          <p:cNvSpPr txBox="1"/>
          <p:nvPr>
            <p:ph type="title"/>
          </p:nvPr>
        </p:nvSpPr>
        <p:spPr>
          <a:xfrm>
            <a:off x="720000" y="540000"/>
            <a:ext cx="3087300" cy="145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44" name="Google Shape;2244;p122"/>
          <p:cNvSpPr txBox="1"/>
          <p:nvPr>
            <p:ph idx="1" type="subTitle"/>
          </p:nvPr>
        </p:nvSpPr>
        <p:spPr>
          <a:xfrm>
            <a:off x="5703898" y="86720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45" name="Google Shape;2245;p122"/>
          <p:cNvSpPr txBox="1"/>
          <p:nvPr>
            <p:ph idx="2" type="subTitle"/>
          </p:nvPr>
        </p:nvSpPr>
        <p:spPr>
          <a:xfrm>
            <a:off x="5703898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46" name="Google Shape;2246;p122"/>
          <p:cNvSpPr txBox="1"/>
          <p:nvPr>
            <p:ph idx="3" type="subTitle"/>
          </p:nvPr>
        </p:nvSpPr>
        <p:spPr>
          <a:xfrm>
            <a:off x="906900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47" name="Google Shape;2247;p122"/>
          <p:cNvSpPr txBox="1"/>
          <p:nvPr>
            <p:ph idx="4" type="subTitle"/>
          </p:nvPr>
        </p:nvSpPr>
        <p:spPr>
          <a:xfrm>
            <a:off x="906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48" name="Google Shape;2248;p122"/>
          <p:cNvSpPr txBox="1"/>
          <p:nvPr>
            <p:ph idx="5" type="subTitle"/>
          </p:nvPr>
        </p:nvSpPr>
        <p:spPr>
          <a:xfrm>
            <a:off x="5703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49" name="Google Shape;2249;p122"/>
          <p:cNvSpPr txBox="1"/>
          <p:nvPr>
            <p:ph idx="6" type="subTitle"/>
          </p:nvPr>
        </p:nvSpPr>
        <p:spPr>
          <a:xfrm>
            <a:off x="5703900" y="1247983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9">
    <p:spTree>
      <p:nvGrpSpPr>
        <p:cNvPr id="2250" name="Shape 2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1" name="Google Shape;2251;p12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252" name="Google Shape;2252;p12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2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2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2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2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12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12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2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2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2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2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2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2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2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2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2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12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12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2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2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2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2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74" name="Google Shape;2274;p123"/>
          <p:cNvSpPr txBox="1"/>
          <p:nvPr>
            <p:ph type="ctrTitle"/>
          </p:nvPr>
        </p:nvSpPr>
        <p:spPr>
          <a:xfrm>
            <a:off x="3443850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275" name="Google Shape;2275;p123"/>
          <p:cNvSpPr txBox="1"/>
          <p:nvPr>
            <p:ph idx="1" type="subTitle"/>
          </p:nvPr>
        </p:nvSpPr>
        <p:spPr>
          <a:xfrm>
            <a:off x="344384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76" name="Google Shape;2276;p123"/>
          <p:cNvSpPr txBox="1"/>
          <p:nvPr>
            <p:ph idx="2" type="subTitle"/>
          </p:nvPr>
        </p:nvSpPr>
        <p:spPr>
          <a:xfrm>
            <a:off x="4759920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77" name="Google Shape;2277;p123"/>
          <p:cNvSpPr txBox="1"/>
          <p:nvPr>
            <p:ph idx="3" type="ctrTitle"/>
          </p:nvPr>
        </p:nvSpPr>
        <p:spPr>
          <a:xfrm>
            <a:off x="475992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278" name="Google Shape;2278;p123"/>
          <p:cNvSpPr txBox="1"/>
          <p:nvPr>
            <p:ph idx="4" type="ctrTitle"/>
          </p:nvPr>
        </p:nvSpPr>
        <p:spPr>
          <a:xfrm>
            <a:off x="81170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279" name="Google Shape;2279;p123"/>
          <p:cNvSpPr txBox="1"/>
          <p:nvPr>
            <p:ph idx="5" type="subTitle"/>
          </p:nvPr>
        </p:nvSpPr>
        <p:spPr>
          <a:xfrm>
            <a:off x="81170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80" name="Google Shape;2280;p123"/>
          <p:cNvSpPr txBox="1"/>
          <p:nvPr>
            <p:ph idx="6" type="subTitle"/>
          </p:nvPr>
        </p:nvSpPr>
        <p:spPr>
          <a:xfrm>
            <a:off x="2127778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281" name="Google Shape;2281;p123"/>
          <p:cNvSpPr txBox="1"/>
          <p:nvPr>
            <p:ph idx="7" type="ctrTitle"/>
          </p:nvPr>
        </p:nvSpPr>
        <p:spPr>
          <a:xfrm>
            <a:off x="212778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282" name="Google Shape;2282;p123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283" name="Google Shape;2283;p123"/>
          <p:cNvSpPr txBox="1"/>
          <p:nvPr>
            <p:ph idx="9" type="ctrTitle"/>
          </p:nvPr>
        </p:nvSpPr>
        <p:spPr>
          <a:xfrm>
            <a:off x="607599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284" name="Google Shape;2284;p123"/>
          <p:cNvSpPr txBox="1"/>
          <p:nvPr>
            <p:ph idx="13" type="subTitle"/>
          </p:nvPr>
        </p:nvSpPr>
        <p:spPr>
          <a:xfrm>
            <a:off x="607599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0">
    <p:spTree>
      <p:nvGrpSpPr>
        <p:cNvPr id="2285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6" name="Google Shape;2286;p12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287" name="Google Shape;2287;p12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2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2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2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2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2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2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2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12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12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2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2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12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12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2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2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2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2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12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12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12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12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09" name="Google Shape;2309;p124"/>
          <p:cNvSpPr txBox="1"/>
          <p:nvPr>
            <p:ph type="title"/>
          </p:nvPr>
        </p:nvSpPr>
        <p:spPr>
          <a:xfrm>
            <a:off x="5314275" y="1089028"/>
            <a:ext cx="3109500" cy="13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310" name="Google Shape;2310;p124"/>
          <p:cNvSpPr txBox="1"/>
          <p:nvPr>
            <p:ph idx="1" type="subTitle"/>
          </p:nvPr>
        </p:nvSpPr>
        <p:spPr>
          <a:xfrm>
            <a:off x="6241125" y="2611969"/>
            <a:ext cx="2182800" cy="14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34">
    <p:spTree>
      <p:nvGrpSpPr>
        <p:cNvPr id="2311" name="Shape 2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12" name="Google Shape;2312;p12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313" name="Google Shape;2313;p12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12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12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12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12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12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12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12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12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12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12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12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12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12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12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12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12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12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12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12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12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12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35" name="Google Shape;2335;p125"/>
          <p:cNvSpPr txBox="1"/>
          <p:nvPr>
            <p:ph type="title"/>
          </p:nvPr>
        </p:nvSpPr>
        <p:spPr>
          <a:xfrm>
            <a:off x="717000" y="1491225"/>
            <a:ext cx="3870300" cy="9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336" name="Google Shape;2336;p125"/>
          <p:cNvSpPr txBox="1"/>
          <p:nvPr>
            <p:ph idx="1" type="subTitle"/>
          </p:nvPr>
        </p:nvSpPr>
        <p:spPr>
          <a:xfrm>
            <a:off x="1870200" y="2570158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1">
    <p:spTree>
      <p:nvGrpSpPr>
        <p:cNvPr id="2337" name="Shape 2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8" name="Google Shape;2338;p12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339" name="Google Shape;2339;p12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12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12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12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12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12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12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12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12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12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12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12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12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12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12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12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12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12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12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12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12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12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61" name="Google Shape;2361;p126"/>
          <p:cNvSpPr txBox="1"/>
          <p:nvPr>
            <p:ph type="ctrTitle"/>
          </p:nvPr>
        </p:nvSpPr>
        <p:spPr>
          <a:xfrm>
            <a:off x="988403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362" name="Google Shape;2362;p126"/>
          <p:cNvSpPr txBox="1"/>
          <p:nvPr>
            <p:ph idx="1" type="subTitle"/>
          </p:nvPr>
        </p:nvSpPr>
        <p:spPr>
          <a:xfrm>
            <a:off x="988403" y="1579523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363" name="Google Shape;2363;p126"/>
          <p:cNvSpPr txBox="1"/>
          <p:nvPr>
            <p:ph idx="2" type="subTitle"/>
          </p:nvPr>
        </p:nvSpPr>
        <p:spPr>
          <a:xfrm>
            <a:off x="988403" y="3577425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364" name="Google Shape;2364;p126"/>
          <p:cNvSpPr txBox="1"/>
          <p:nvPr>
            <p:ph idx="3" type="subTitle"/>
          </p:nvPr>
        </p:nvSpPr>
        <p:spPr>
          <a:xfrm>
            <a:off x="988403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365" name="Google Shape;2365;p126"/>
          <p:cNvSpPr txBox="1"/>
          <p:nvPr>
            <p:ph idx="4" type="ctrTitle"/>
          </p:nvPr>
        </p:nvSpPr>
        <p:spPr>
          <a:xfrm>
            <a:off x="988403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366" name="Google Shape;2366;p126"/>
          <p:cNvSpPr txBox="1"/>
          <p:nvPr>
            <p:ph idx="5" type="ctrTitle"/>
          </p:nvPr>
        </p:nvSpPr>
        <p:spPr>
          <a:xfrm>
            <a:off x="988403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367" name="Google Shape;2367;p126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2368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9" name="Google Shape;2369;p127"/>
          <p:cNvSpPr txBox="1"/>
          <p:nvPr>
            <p:ph type="title"/>
          </p:nvPr>
        </p:nvSpPr>
        <p:spPr>
          <a:xfrm>
            <a:off x="5059850" y="3019625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31">
    <p:spTree>
      <p:nvGrpSpPr>
        <p:cNvPr id="2370" name="Shape 2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1" name="Google Shape;2371;p128"/>
          <p:cNvSpPr txBox="1"/>
          <p:nvPr>
            <p:ph type="title"/>
          </p:nvPr>
        </p:nvSpPr>
        <p:spPr>
          <a:xfrm>
            <a:off x="1249850" y="873387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2372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3" name="Google Shape;2373;p12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374" name="Google Shape;2374;p12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12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12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12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12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12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12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12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12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12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12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12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12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12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12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12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12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12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12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12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12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12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96" name="Google Shape;2396;p129"/>
          <p:cNvSpPr txBox="1"/>
          <p:nvPr>
            <p:ph type="title"/>
          </p:nvPr>
        </p:nvSpPr>
        <p:spPr>
          <a:xfrm>
            <a:off x="1232825" y="1765317"/>
            <a:ext cx="66783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397" name="Google Shape;2397;p129"/>
          <p:cNvSpPr txBox="1"/>
          <p:nvPr>
            <p:ph idx="1" type="body"/>
          </p:nvPr>
        </p:nvSpPr>
        <p:spPr>
          <a:xfrm>
            <a:off x="2155325" y="2698083"/>
            <a:ext cx="48333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USTOM_32">
    <p:spTree>
      <p:nvGrpSpPr>
        <p:cNvPr id="2398" name="Shape 2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9" name="Google Shape;2399;p13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400" name="Google Shape;2400;p13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13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13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13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13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13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13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13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13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13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13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13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13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13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13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13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13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13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13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13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13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13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22" name="Google Shape;2422;p130"/>
          <p:cNvSpPr txBox="1"/>
          <p:nvPr>
            <p:ph type="title"/>
          </p:nvPr>
        </p:nvSpPr>
        <p:spPr>
          <a:xfrm>
            <a:off x="3800500" y="1351950"/>
            <a:ext cx="3933000" cy="158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23" name="Google Shape;2423;p130"/>
          <p:cNvSpPr txBox="1"/>
          <p:nvPr>
            <p:ph idx="1" type="body"/>
          </p:nvPr>
        </p:nvSpPr>
        <p:spPr>
          <a:xfrm>
            <a:off x="3800550" y="3111475"/>
            <a:ext cx="39330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5">
    <p:spTree>
      <p:nvGrpSpPr>
        <p:cNvPr id="2424" name="Shape 2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5" name="Google Shape;2425;p13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426" name="Google Shape;2426;p13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13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13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13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13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13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13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13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13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13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13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13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13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13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13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13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13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13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13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13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13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13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48" name="Google Shape;2448;p131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6">
    <p:spTree>
      <p:nvGrpSpPr>
        <p:cNvPr id="2449" name="Shape 2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0" name="Google Shape;2450;p13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2451" name="Google Shape;2451;p13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2" name="Google Shape;2452;p13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2453" name="Google Shape;2453;p13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2454" name="Google Shape;2454;p13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13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13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13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13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13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13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13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13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13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13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13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13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13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13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69" name="Google Shape;2469;p13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2470" name="Google Shape;2470;p13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13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13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13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13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13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13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13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13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9" name="Google Shape;2479;p13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0" name="Google Shape;2480;p13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13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13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13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13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2485" name="Google Shape;2485;p13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486" name="Google Shape;2486;p13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487" name="Google Shape;2487;p13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488" name="Google Shape;2488;p13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489" name="Google Shape;2489;p13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490" name="Google Shape;2490;p13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2491" name="Google Shape;2491;p132"/>
          <p:cNvSpPr txBox="1"/>
          <p:nvPr>
            <p:ph idx="1" type="subTitle"/>
          </p:nvPr>
        </p:nvSpPr>
        <p:spPr>
          <a:xfrm>
            <a:off x="906900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2" name="Google Shape;2492;p132"/>
          <p:cNvSpPr txBox="1"/>
          <p:nvPr>
            <p:ph idx="2" type="subTitle"/>
          </p:nvPr>
        </p:nvSpPr>
        <p:spPr>
          <a:xfrm>
            <a:off x="5565696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3" name="Google Shape;2493;p132"/>
          <p:cNvSpPr txBox="1"/>
          <p:nvPr>
            <p:ph idx="3" type="subTitle"/>
          </p:nvPr>
        </p:nvSpPr>
        <p:spPr>
          <a:xfrm>
            <a:off x="906900" y="208403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4" name="Google Shape;2494;p132"/>
          <p:cNvSpPr txBox="1"/>
          <p:nvPr>
            <p:ph idx="4" type="subTitle"/>
          </p:nvPr>
        </p:nvSpPr>
        <p:spPr>
          <a:xfrm>
            <a:off x="5565688" y="2094806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5" name="Google Shape;2495;p132"/>
          <p:cNvSpPr txBox="1"/>
          <p:nvPr>
            <p:ph idx="5" type="subTitle"/>
          </p:nvPr>
        </p:nvSpPr>
        <p:spPr>
          <a:xfrm>
            <a:off x="906900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6" name="Google Shape;2496;p132"/>
          <p:cNvSpPr txBox="1"/>
          <p:nvPr>
            <p:ph idx="6" type="subTitle"/>
          </p:nvPr>
        </p:nvSpPr>
        <p:spPr>
          <a:xfrm>
            <a:off x="5565688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7" name="Google Shape;2497;p132"/>
          <p:cNvSpPr txBox="1"/>
          <p:nvPr>
            <p:ph idx="7" type="subTitle"/>
          </p:nvPr>
        </p:nvSpPr>
        <p:spPr>
          <a:xfrm>
            <a:off x="906900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8" name="Google Shape;2498;p132"/>
          <p:cNvSpPr txBox="1"/>
          <p:nvPr>
            <p:ph idx="8" type="subTitle"/>
          </p:nvPr>
        </p:nvSpPr>
        <p:spPr>
          <a:xfrm>
            <a:off x="5565688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499" name="Google Shape;2499;p132"/>
          <p:cNvSpPr txBox="1"/>
          <p:nvPr>
            <p:ph type="title"/>
          </p:nvPr>
        </p:nvSpPr>
        <p:spPr>
          <a:xfrm>
            <a:off x="720000" y="540000"/>
            <a:ext cx="33300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7">
    <p:spTree>
      <p:nvGrpSpPr>
        <p:cNvPr id="2500" name="Shape 2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1" name="Google Shape;2501;p13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502" name="Google Shape;2502;p13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13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13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13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13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13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13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13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13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13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13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13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13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13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13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13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13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13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13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13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13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13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24" name="Google Shape;2524;p133"/>
          <p:cNvSpPr txBox="1"/>
          <p:nvPr>
            <p:ph type="ctrTitle"/>
          </p:nvPr>
        </p:nvSpPr>
        <p:spPr>
          <a:xfrm>
            <a:off x="5295149" y="1449725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525" name="Google Shape;2525;p133"/>
          <p:cNvSpPr txBox="1"/>
          <p:nvPr>
            <p:ph idx="1" type="subTitle"/>
          </p:nvPr>
        </p:nvSpPr>
        <p:spPr>
          <a:xfrm>
            <a:off x="5295149" y="1731948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526" name="Google Shape;2526;p133"/>
          <p:cNvSpPr txBox="1"/>
          <p:nvPr>
            <p:ph idx="2" type="subTitle"/>
          </p:nvPr>
        </p:nvSpPr>
        <p:spPr>
          <a:xfrm>
            <a:off x="5295149" y="3281876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527" name="Google Shape;2527;p133"/>
          <p:cNvSpPr txBox="1"/>
          <p:nvPr>
            <p:ph idx="3" type="ctrTitle"/>
          </p:nvPr>
        </p:nvSpPr>
        <p:spPr>
          <a:xfrm>
            <a:off x="5295153" y="2989856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528" name="Google Shape;2528;p133"/>
          <p:cNvSpPr txBox="1"/>
          <p:nvPr>
            <p:ph idx="4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4">
    <p:spTree>
      <p:nvGrpSpPr>
        <p:cNvPr id="2529" name="Shape 2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0" name="Google Shape;2530;p13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531" name="Google Shape;2531;p13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13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13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13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13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13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13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13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13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13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13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13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13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13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13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13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13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13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13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13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13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13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53" name="Google Shape;2553;p134"/>
          <p:cNvSpPr txBox="1"/>
          <p:nvPr>
            <p:ph type="title"/>
          </p:nvPr>
        </p:nvSpPr>
        <p:spPr>
          <a:xfrm>
            <a:off x="720000" y="540000"/>
            <a:ext cx="5399100" cy="8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9">
    <p:spTree>
      <p:nvGrpSpPr>
        <p:cNvPr id="2554" name="Shape 2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5" name="Google Shape;2555;p13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556" name="Google Shape;2556;p13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13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13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13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13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13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13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13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13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13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13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13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13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13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13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13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13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13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13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13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13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13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78" name="Google Shape;2578;p135"/>
          <p:cNvSpPr txBox="1"/>
          <p:nvPr>
            <p:ph idx="1" type="subTitle"/>
          </p:nvPr>
        </p:nvSpPr>
        <p:spPr>
          <a:xfrm>
            <a:off x="8041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579" name="Google Shape;2579;p135"/>
          <p:cNvSpPr txBox="1"/>
          <p:nvPr>
            <p:ph idx="2" type="subTitle"/>
          </p:nvPr>
        </p:nvSpPr>
        <p:spPr>
          <a:xfrm>
            <a:off x="58336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580" name="Google Shape;2580;p135"/>
          <p:cNvSpPr txBox="1"/>
          <p:nvPr>
            <p:ph idx="3" type="subTitle"/>
          </p:nvPr>
        </p:nvSpPr>
        <p:spPr>
          <a:xfrm>
            <a:off x="8041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581" name="Google Shape;2581;p135"/>
          <p:cNvSpPr txBox="1"/>
          <p:nvPr>
            <p:ph idx="4" type="subTitle"/>
          </p:nvPr>
        </p:nvSpPr>
        <p:spPr>
          <a:xfrm>
            <a:off x="58336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582" name="Google Shape;2582;p135"/>
          <p:cNvSpPr txBox="1"/>
          <p:nvPr>
            <p:ph idx="5" type="subTitle"/>
          </p:nvPr>
        </p:nvSpPr>
        <p:spPr>
          <a:xfrm>
            <a:off x="331890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583" name="Google Shape;2583;p135"/>
          <p:cNvSpPr txBox="1"/>
          <p:nvPr>
            <p:ph idx="6" type="subTitle"/>
          </p:nvPr>
        </p:nvSpPr>
        <p:spPr>
          <a:xfrm>
            <a:off x="331890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584" name="Google Shape;2584;p135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585" name="Google Shape;2585;p135"/>
          <p:cNvSpPr txBox="1"/>
          <p:nvPr>
            <p:ph idx="7" type="subTitle"/>
          </p:nvPr>
        </p:nvSpPr>
        <p:spPr>
          <a:xfrm>
            <a:off x="8041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586" name="Google Shape;2586;p135"/>
          <p:cNvSpPr txBox="1"/>
          <p:nvPr>
            <p:ph idx="8" type="subTitle"/>
          </p:nvPr>
        </p:nvSpPr>
        <p:spPr>
          <a:xfrm>
            <a:off x="58336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587" name="Google Shape;2587;p135"/>
          <p:cNvSpPr txBox="1"/>
          <p:nvPr>
            <p:ph idx="9" type="subTitle"/>
          </p:nvPr>
        </p:nvSpPr>
        <p:spPr>
          <a:xfrm>
            <a:off x="8041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588" name="Google Shape;2588;p135"/>
          <p:cNvSpPr txBox="1"/>
          <p:nvPr>
            <p:ph idx="13" type="subTitle"/>
          </p:nvPr>
        </p:nvSpPr>
        <p:spPr>
          <a:xfrm>
            <a:off x="58336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589" name="Google Shape;2589;p135"/>
          <p:cNvSpPr txBox="1"/>
          <p:nvPr>
            <p:ph idx="14" type="subTitle"/>
          </p:nvPr>
        </p:nvSpPr>
        <p:spPr>
          <a:xfrm>
            <a:off x="331890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590" name="Google Shape;2590;p135"/>
          <p:cNvSpPr txBox="1"/>
          <p:nvPr>
            <p:ph idx="15" type="subTitle"/>
          </p:nvPr>
        </p:nvSpPr>
        <p:spPr>
          <a:xfrm>
            <a:off x="331890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7">
    <p:spTree>
      <p:nvGrpSpPr>
        <p:cNvPr id="2591" name="Shape 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92" name="Google Shape;2592;p13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593" name="Google Shape;2593;p13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13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13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13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13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13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13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13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13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13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13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13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13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13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13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13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13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13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13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13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13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13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15" name="Google Shape;2615;p136"/>
          <p:cNvSpPr txBox="1"/>
          <p:nvPr>
            <p:ph idx="1" type="subTitle"/>
          </p:nvPr>
        </p:nvSpPr>
        <p:spPr>
          <a:xfrm>
            <a:off x="8041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616" name="Google Shape;2616;p136"/>
          <p:cNvSpPr txBox="1"/>
          <p:nvPr>
            <p:ph idx="2" type="subTitle"/>
          </p:nvPr>
        </p:nvSpPr>
        <p:spPr>
          <a:xfrm>
            <a:off x="58336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617" name="Google Shape;2617;p136"/>
          <p:cNvSpPr txBox="1"/>
          <p:nvPr>
            <p:ph idx="3" type="subTitle"/>
          </p:nvPr>
        </p:nvSpPr>
        <p:spPr>
          <a:xfrm>
            <a:off x="3318900" y="20030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618" name="Google Shape;2618;p136"/>
          <p:cNvSpPr txBox="1"/>
          <p:nvPr>
            <p:ph type="title"/>
          </p:nvPr>
        </p:nvSpPr>
        <p:spPr>
          <a:xfrm>
            <a:off x="5917800" y="540000"/>
            <a:ext cx="25062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619" name="Google Shape;2619;p136"/>
          <p:cNvSpPr txBox="1"/>
          <p:nvPr>
            <p:ph idx="4" type="subTitle"/>
          </p:nvPr>
        </p:nvSpPr>
        <p:spPr>
          <a:xfrm>
            <a:off x="8041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620" name="Google Shape;2620;p136"/>
          <p:cNvSpPr txBox="1"/>
          <p:nvPr>
            <p:ph idx="5" type="subTitle"/>
          </p:nvPr>
        </p:nvSpPr>
        <p:spPr>
          <a:xfrm>
            <a:off x="58336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621" name="Google Shape;2621;p136"/>
          <p:cNvSpPr txBox="1"/>
          <p:nvPr>
            <p:ph idx="6" type="subTitle"/>
          </p:nvPr>
        </p:nvSpPr>
        <p:spPr>
          <a:xfrm>
            <a:off x="3318900" y="2389956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28">
    <p:spTree>
      <p:nvGrpSpPr>
        <p:cNvPr id="2622" name="Shape 2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3" name="Google Shape;2623;p13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624" name="Google Shape;2624;p13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13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13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13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13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13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13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13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13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13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13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13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13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13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13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13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13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13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13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13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13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13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6" name="Google Shape;2646;p137"/>
          <p:cNvSpPr txBox="1"/>
          <p:nvPr>
            <p:ph idx="1" type="subTitle"/>
          </p:nvPr>
        </p:nvSpPr>
        <p:spPr>
          <a:xfrm>
            <a:off x="1342450" y="3241403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647" name="Google Shape;2647;p137"/>
          <p:cNvSpPr txBox="1"/>
          <p:nvPr>
            <p:ph idx="2" type="subTitle"/>
          </p:nvPr>
        </p:nvSpPr>
        <p:spPr>
          <a:xfrm>
            <a:off x="5295350" y="3232090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2648" name="Google Shape;2648;p137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649" name="Google Shape;2649;p137"/>
          <p:cNvSpPr txBox="1"/>
          <p:nvPr>
            <p:ph idx="3" type="subTitle"/>
          </p:nvPr>
        </p:nvSpPr>
        <p:spPr>
          <a:xfrm>
            <a:off x="1342450" y="3615440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650" name="Google Shape;2650;p137"/>
          <p:cNvSpPr txBox="1"/>
          <p:nvPr>
            <p:ph idx="4" type="subTitle"/>
          </p:nvPr>
        </p:nvSpPr>
        <p:spPr>
          <a:xfrm>
            <a:off x="5295350" y="3606127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20">
    <p:spTree>
      <p:nvGrpSpPr>
        <p:cNvPr id="2651" name="Shape 2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2" name="Google Shape;2652;p13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653" name="Google Shape;2653;p13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13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13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13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13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13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13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13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13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13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13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13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13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13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13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13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13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13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13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13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13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13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75" name="Google Shape;2675;p138"/>
          <p:cNvSpPr txBox="1"/>
          <p:nvPr>
            <p:ph type="ctrTitle"/>
          </p:nvPr>
        </p:nvSpPr>
        <p:spPr>
          <a:xfrm>
            <a:off x="3443847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676" name="Google Shape;2676;p138"/>
          <p:cNvSpPr txBox="1"/>
          <p:nvPr>
            <p:ph idx="1" type="subTitle"/>
          </p:nvPr>
        </p:nvSpPr>
        <p:spPr>
          <a:xfrm>
            <a:off x="3443847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677" name="Google Shape;2677;p138"/>
          <p:cNvSpPr txBox="1"/>
          <p:nvPr>
            <p:ph idx="2" type="subTitle"/>
          </p:nvPr>
        </p:nvSpPr>
        <p:spPr>
          <a:xfrm>
            <a:off x="475992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678" name="Google Shape;2678;p138"/>
          <p:cNvSpPr txBox="1"/>
          <p:nvPr>
            <p:ph idx="3" type="ctrTitle"/>
          </p:nvPr>
        </p:nvSpPr>
        <p:spPr>
          <a:xfrm>
            <a:off x="475992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679" name="Google Shape;2679;p138"/>
          <p:cNvSpPr txBox="1"/>
          <p:nvPr>
            <p:ph idx="4" type="ctrTitle"/>
          </p:nvPr>
        </p:nvSpPr>
        <p:spPr>
          <a:xfrm>
            <a:off x="81170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680" name="Google Shape;2680;p138"/>
          <p:cNvSpPr txBox="1"/>
          <p:nvPr>
            <p:ph idx="5" type="subTitle"/>
          </p:nvPr>
        </p:nvSpPr>
        <p:spPr>
          <a:xfrm>
            <a:off x="81170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681" name="Google Shape;2681;p138"/>
          <p:cNvSpPr txBox="1"/>
          <p:nvPr>
            <p:ph idx="6" type="subTitle"/>
          </p:nvPr>
        </p:nvSpPr>
        <p:spPr>
          <a:xfrm>
            <a:off x="212778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682" name="Google Shape;2682;p138"/>
          <p:cNvSpPr txBox="1"/>
          <p:nvPr>
            <p:ph idx="7" type="ctrTitle"/>
          </p:nvPr>
        </p:nvSpPr>
        <p:spPr>
          <a:xfrm>
            <a:off x="212778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683" name="Google Shape;2683;p138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684" name="Google Shape;2684;p138"/>
          <p:cNvSpPr txBox="1"/>
          <p:nvPr>
            <p:ph idx="9" type="ctrTitle"/>
          </p:nvPr>
        </p:nvSpPr>
        <p:spPr>
          <a:xfrm>
            <a:off x="607599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2685" name="Google Shape;2685;p138"/>
          <p:cNvSpPr txBox="1"/>
          <p:nvPr>
            <p:ph idx="13" type="subTitle"/>
          </p:nvPr>
        </p:nvSpPr>
        <p:spPr>
          <a:xfrm>
            <a:off x="607599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21">
    <p:spTree>
      <p:nvGrpSpPr>
        <p:cNvPr id="2686" name="Shape 2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7" name="Google Shape;2687;p13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688" name="Google Shape;2688;p13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13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13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13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13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13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13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13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13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13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13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13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13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13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13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13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13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13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13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07" name="Google Shape;2707;p139"/>
          <p:cNvSpPr txBox="1"/>
          <p:nvPr>
            <p:ph type="title"/>
          </p:nvPr>
        </p:nvSpPr>
        <p:spPr>
          <a:xfrm>
            <a:off x="715349" y="1829975"/>
            <a:ext cx="52644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708" name="Google Shape;2708;p139"/>
          <p:cNvSpPr txBox="1"/>
          <p:nvPr>
            <p:ph idx="1" type="body"/>
          </p:nvPr>
        </p:nvSpPr>
        <p:spPr>
          <a:xfrm>
            <a:off x="715350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33">
    <p:spTree>
      <p:nvGrpSpPr>
        <p:cNvPr id="2709" name="Shape 2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0" name="Google Shape;2710;p14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711" name="Google Shape;2711;p14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14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14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14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14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14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14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14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14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14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14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14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14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14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14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14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14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14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14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30" name="Google Shape;2730;p140"/>
          <p:cNvSpPr txBox="1"/>
          <p:nvPr>
            <p:ph type="title"/>
          </p:nvPr>
        </p:nvSpPr>
        <p:spPr>
          <a:xfrm>
            <a:off x="3772625" y="1829975"/>
            <a:ext cx="45693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731" name="Google Shape;2731;p140"/>
          <p:cNvSpPr txBox="1"/>
          <p:nvPr>
            <p:ph idx="1" type="body"/>
          </p:nvPr>
        </p:nvSpPr>
        <p:spPr>
          <a:xfrm>
            <a:off x="3772649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2">
    <p:spTree>
      <p:nvGrpSpPr>
        <p:cNvPr id="2732" name="Shape 2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3" name="Google Shape;2733;p141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2734" name="Google Shape;2734;p141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735" name="Google Shape;2735;p141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2736" name="Google Shape;2736;p141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2737" name="Google Shape;2737;p141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8" name="Google Shape;2738;p141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9" name="Google Shape;2739;p141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0" name="Google Shape;2740;p141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1" name="Google Shape;2741;p141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" name="Google Shape;2742;p141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" name="Google Shape;2743;p141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" name="Google Shape;2744;p141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" name="Google Shape;2745;p141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" name="Google Shape;2746;p141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" name="Google Shape;2747;p141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" name="Google Shape;2748;p141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" name="Google Shape;2749;p141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" name="Google Shape;2750;p141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1" name="Google Shape;2751;p141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52" name="Google Shape;2752;p141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2753" name="Google Shape;2753;p141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4" name="Google Shape;2754;p141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5" name="Google Shape;2755;p141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6" name="Google Shape;2756;p141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7" name="Google Shape;2757;p141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8" name="Google Shape;2758;p141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9" name="Google Shape;2759;p141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0" name="Google Shape;2760;p141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1" name="Google Shape;2761;p141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2" name="Google Shape;2762;p141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3" name="Google Shape;2763;p141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4" name="Google Shape;2764;p141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5" name="Google Shape;2765;p141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6" name="Google Shape;2766;p141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" name="Google Shape;2767;p141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2768" name="Google Shape;2768;p141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769" name="Google Shape;2769;p141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770" name="Google Shape;2770;p141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771" name="Google Shape;2771;p141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772" name="Google Shape;2772;p141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773" name="Google Shape;2773;p141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2774" name="Google Shape;2774;p141"/>
          <p:cNvSpPr txBox="1"/>
          <p:nvPr>
            <p:ph type="title"/>
          </p:nvPr>
        </p:nvSpPr>
        <p:spPr>
          <a:xfrm>
            <a:off x="720000" y="1143700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775" name="Google Shape;2775;p141"/>
          <p:cNvSpPr txBox="1"/>
          <p:nvPr>
            <p:ph idx="2" type="title"/>
          </p:nvPr>
        </p:nvSpPr>
        <p:spPr>
          <a:xfrm>
            <a:off x="720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776" name="Google Shape;2776;p141"/>
          <p:cNvSpPr txBox="1"/>
          <p:nvPr>
            <p:ph idx="3" type="title"/>
          </p:nvPr>
        </p:nvSpPr>
        <p:spPr>
          <a:xfrm>
            <a:off x="5094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777" name="Google Shape;2777;p141"/>
          <p:cNvSpPr txBox="1"/>
          <p:nvPr>
            <p:ph idx="1" type="subTitle"/>
          </p:nvPr>
        </p:nvSpPr>
        <p:spPr>
          <a:xfrm>
            <a:off x="915300" y="1964863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778" name="Google Shape;2778;p141"/>
          <p:cNvSpPr txBox="1"/>
          <p:nvPr>
            <p:ph idx="4" type="subTitle"/>
          </p:nvPr>
        </p:nvSpPr>
        <p:spPr>
          <a:xfrm>
            <a:off x="915300" y="3754738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779" name="Google Shape;2779;p141"/>
          <p:cNvSpPr txBox="1"/>
          <p:nvPr>
            <p:ph idx="5" type="subTitle"/>
          </p:nvPr>
        </p:nvSpPr>
        <p:spPr>
          <a:xfrm>
            <a:off x="5192850" y="3754772"/>
            <a:ext cx="3132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3">
    <p:spTree>
      <p:nvGrpSpPr>
        <p:cNvPr id="2780" name="Shape 2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1" name="Google Shape;2781;p14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782" name="Google Shape;2782;p14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14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14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14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14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14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14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14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14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14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14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14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14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14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14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14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14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14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14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01" name="Google Shape;2801;p142"/>
          <p:cNvSpPr txBox="1"/>
          <p:nvPr>
            <p:ph type="title"/>
          </p:nvPr>
        </p:nvSpPr>
        <p:spPr>
          <a:xfrm>
            <a:off x="3285938" y="11437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802" name="Google Shape;2802;p142"/>
          <p:cNvSpPr txBox="1"/>
          <p:nvPr>
            <p:ph idx="1" type="subTitle"/>
          </p:nvPr>
        </p:nvSpPr>
        <p:spPr>
          <a:xfrm>
            <a:off x="3285938" y="1964876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803" name="Google Shape;2803;p142"/>
          <p:cNvSpPr txBox="1"/>
          <p:nvPr>
            <p:ph idx="2" type="title"/>
          </p:nvPr>
        </p:nvSpPr>
        <p:spPr>
          <a:xfrm>
            <a:off x="3285938" y="29701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804" name="Google Shape;2804;p142"/>
          <p:cNvSpPr txBox="1"/>
          <p:nvPr>
            <p:ph idx="3" type="subTitle"/>
          </p:nvPr>
        </p:nvSpPr>
        <p:spPr>
          <a:xfrm>
            <a:off x="3285938" y="3791277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805" name="Google Shape;2805;p142"/>
          <p:cNvSpPr txBox="1"/>
          <p:nvPr>
            <p:ph idx="4" type="title"/>
          </p:nvPr>
        </p:nvSpPr>
        <p:spPr>
          <a:xfrm>
            <a:off x="6030113" y="11563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806" name="Google Shape;2806;p142"/>
          <p:cNvSpPr txBox="1"/>
          <p:nvPr>
            <p:ph idx="5" type="subTitle"/>
          </p:nvPr>
        </p:nvSpPr>
        <p:spPr>
          <a:xfrm>
            <a:off x="6030113" y="19775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807" name="Google Shape;2807;p142"/>
          <p:cNvSpPr txBox="1"/>
          <p:nvPr>
            <p:ph idx="6" type="title"/>
          </p:nvPr>
        </p:nvSpPr>
        <p:spPr>
          <a:xfrm>
            <a:off x="6030113" y="29827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808" name="Google Shape;2808;p142"/>
          <p:cNvSpPr txBox="1"/>
          <p:nvPr>
            <p:ph idx="7" type="subTitle"/>
          </p:nvPr>
        </p:nvSpPr>
        <p:spPr>
          <a:xfrm>
            <a:off x="6030113" y="38039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5">
    <p:spTree>
      <p:nvGrpSpPr>
        <p:cNvPr id="2809" name="Shape 2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10" name="Google Shape;2810;p143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2811" name="Google Shape;2811;p143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12" name="Google Shape;2812;p14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2813" name="Google Shape;2813;p143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2814" name="Google Shape;2814;p14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" name="Google Shape;2815;p14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6" name="Google Shape;2816;p14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" name="Google Shape;2817;p14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" name="Google Shape;2818;p14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" name="Google Shape;2819;p14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" name="Google Shape;2820;p14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" name="Google Shape;2821;p14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2" name="Google Shape;2822;p14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3" name="Google Shape;2823;p14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4" name="Google Shape;2824;p14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5" name="Google Shape;2825;p14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6" name="Google Shape;2826;p14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7" name="Google Shape;2827;p14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8" name="Google Shape;2828;p14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29" name="Google Shape;2829;p143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2830" name="Google Shape;2830;p14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1" name="Google Shape;2831;p14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2" name="Google Shape;2832;p14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3" name="Google Shape;2833;p14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4" name="Google Shape;2834;p14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5" name="Google Shape;2835;p14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" name="Google Shape;2836;p14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" name="Google Shape;2837;p14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" name="Google Shape;2838;p14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" name="Google Shape;2839;p14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" name="Google Shape;2840;p14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1" name="Google Shape;2841;p14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2" name="Google Shape;2842;p14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3" name="Google Shape;2843;p14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4" name="Google Shape;2844;p14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2845" name="Google Shape;2845;p143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46" name="Google Shape;2846;p143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47" name="Google Shape;2847;p143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48" name="Google Shape;2848;p143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49" name="Google Shape;2849;p143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50" name="Google Shape;2850;p14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2851" name="Google Shape;2851;p143"/>
          <p:cNvSpPr txBox="1"/>
          <p:nvPr>
            <p:ph idx="1" type="subTitle"/>
          </p:nvPr>
        </p:nvSpPr>
        <p:spPr>
          <a:xfrm>
            <a:off x="720000" y="2532242"/>
            <a:ext cx="23004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852" name="Google Shape;2852;p143"/>
          <p:cNvSpPr txBox="1"/>
          <p:nvPr>
            <p:ph type="title"/>
          </p:nvPr>
        </p:nvSpPr>
        <p:spPr>
          <a:xfrm>
            <a:off x="720000" y="1452200"/>
            <a:ext cx="15549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6">
    <p:spTree>
      <p:nvGrpSpPr>
        <p:cNvPr id="2853" name="Shape 2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4" name="Google Shape;2854;p144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2855" name="Google Shape;2855;p144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56" name="Google Shape;2856;p14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2857" name="Google Shape;2857;p144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2858" name="Google Shape;2858;p14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" name="Google Shape;2859;p14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0" name="Google Shape;2860;p14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1" name="Google Shape;2861;p14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2" name="Google Shape;2862;p14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3" name="Google Shape;2863;p14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4" name="Google Shape;2864;p14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5" name="Google Shape;2865;p14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6" name="Google Shape;2866;p14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7" name="Google Shape;2867;p14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8" name="Google Shape;2868;p14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9" name="Google Shape;2869;p14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0" name="Google Shape;2870;p14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1" name="Google Shape;2871;p14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2" name="Google Shape;2872;p14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73" name="Google Shape;2873;p144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2874" name="Google Shape;2874;p14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5" name="Google Shape;2875;p14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6" name="Google Shape;2876;p14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7" name="Google Shape;2877;p14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8" name="Google Shape;2878;p14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9" name="Google Shape;2879;p14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0" name="Google Shape;2880;p14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1" name="Google Shape;2881;p14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2" name="Google Shape;2882;p14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3" name="Google Shape;2883;p14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4" name="Google Shape;2884;p14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" name="Google Shape;2885;p14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" name="Google Shape;2886;p14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" name="Google Shape;2887;p14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" name="Google Shape;2888;p14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2889" name="Google Shape;2889;p144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90" name="Google Shape;2890;p144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91" name="Google Shape;2891;p144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92" name="Google Shape;2892;p144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93" name="Google Shape;2893;p144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894" name="Google Shape;2894;p14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2895" name="Google Shape;2895;p144"/>
          <p:cNvSpPr txBox="1"/>
          <p:nvPr>
            <p:ph idx="1" type="subTitle"/>
          </p:nvPr>
        </p:nvSpPr>
        <p:spPr>
          <a:xfrm>
            <a:off x="6302975" y="2571750"/>
            <a:ext cx="21213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896" name="Google Shape;2896;p144"/>
          <p:cNvSpPr txBox="1"/>
          <p:nvPr>
            <p:ph type="title"/>
          </p:nvPr>
        </p:nvSpPr>
        <p:spPr>
          <a:xfrm>
            <a:off x="6682500" y="1452213"/>
            <a:ext cx="17415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30">
    <p:spTree>
      <p:nvGrpSpPr>
        <p:cNvPr id="2897" name="Shape 2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8" name="Google Shape;2898;p14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899" name="Google Shape;2899;p14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14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14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14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14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14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14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14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14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14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14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14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14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14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14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14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14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14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14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14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14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14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21" name="Google Shape;2921;p145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922" name="Google Shape;2922;p145"/>
          <p:cNvSpPr txBox="1"/>
          <p:nvPr>
            <p:ph idx="1" type="body"/>
          </p:nvPr>
        </p:nvSpPr>
        <p:spPr>
          <a:xfrm>
            <a:off x="720000" y="1246924"/>
            <a:ext cx="7704000" cy="3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29">
    <p:spTree>
      <p:nvGrpSpPr>
        <p:cNvPr id="2923" name="Shape 2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24" name="Google Shape;2924;p14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2925" name="Google Shape;2925;p14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14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14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14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14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14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14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14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14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14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14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14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14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14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14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14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14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14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14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944" name="Google Shape;2944;p146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945" name="Google Shape;2945;p146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6" name="Google Shape;2946;p146"/>
          <p:cNvSpPr txBox="1"/>
          <p:nvPr>
            <p:ph type="ctrTitle"/>
          </p:nvPr>
        </p:nvSpPr>
        <p:spPr>
          <a:xfrm>
            <a:off x="2351875" y="540000"/>
            <a:ext cx="44403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947" name="Google Shape;2947;p146"/>
          <p:cNvSpPr txBox="1"/>
          <p:nvPr/>
        </p:nvSpPr>
        <p:spPr>
          <a:xfrm>
            <a:off x="2422213" y="3592175"/>
            <a:ext cx="4299600" cy="6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CREDITS: This presentation template was created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, including icons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 and infographics &amp; images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0" i="0" sz="12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 b="0" i="0" sz="12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8" name="Google Shape;2948;p146"/>
          <p:cNvSpPr txBox="1"/>
          <p:nvPr>
            <p:ph idx="1" type="subTitle"/>
          </p:nvPr>
        </p:nvSpPr>
        <p:spPr>
          <a:xfrm>
            <a:off x="2955600" y="2255325"/>
            <a:ext cx="3232800" cy="13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2949" name="Google Shape;2949;p146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2950" name="Google Shape;2950;p146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146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146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146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146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146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146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146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146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146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146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35">
    <p:spTree>
      <p:nvGrpSpPr>
        <p:cNvPr id="2961" name="Shape 2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2" name="Google Shape;2962;p147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2963" name="Google Shape;2963;p147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964" name="Google Shape;2964;p14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2965" name="Google Shape;2965;p147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2966" name="Google Shape;2966;p14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" name="Google Shape;2967;p14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8" name="Google Shape;2968;p14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14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0" name="Google Shape;2970;p14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1" name="Google Shape;2971;p14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14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3" name="Google Shape;2973;p14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4" name="Google Shape;2974;p14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5" name="Google Shape;2975;p14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6" name="Google Shape;2976;p14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7" name="Google Shape;2977;p14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8" name="Google Shape;2978;p14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9" name="Google Shape;2979;p14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0" name="Google Shape;2980;p14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81" name="Google Shape;2981;p147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2982" name="Google Shape;2982;p14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3" name="Google Shape;2983;p14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4" name="Google Shape;2984;p14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5" name="Google Shape;2985;p14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6" name="Google Shape;2986;p14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7" name="Google Shape;2987;p14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8" name="Google Shape;2988;p14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9" name="Google Shape;2989;p14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0" name="Google Shape;2990;p14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1" name="Google Shape;2991;p14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2" name="Google Shape;2992;p14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" name="Google Shape;2993;p14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" name="Google Shape;2994;p14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" name="Google Shape;2995;p14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" name="Google Shape;2996;p14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2997" name="Google Shape;2997;p147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998" name="Google Shape;2998;p147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2999" name="Google Shape;2999;p147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000" name="Google Shape;3000;p147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001" name="Google Shape;3001;p147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002" name="Google Shape;3002;p14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36">
    <p:spTree>
      <p:nvGrpSpPr>
        <p:cNvPr id="3003" name="Shape 3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4" name="Google Shape;3004;p14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005" name="Google Shape;3005;p14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14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14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14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14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14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14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14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14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14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14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14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14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14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14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14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14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14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14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3024" name="Google Shape;3024;p148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025" name="Google Shape;3025;p148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6" name="Google Shape;3026;p148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3027" name="Google Shape;3027;p148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148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148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148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148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148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148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148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148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148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148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37">
    <p:spTree>
      <p:nvGrpSpPr>
        <p:cNvPr id="3038" name="Shape 3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9" name="Google Shape;3039;p14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040" name="Google Shape;3040;p14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14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14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14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14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14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14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14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14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14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14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14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14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14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14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14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14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14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14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14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14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14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8">
    <p:spTree>
      <p:nvGrpSpPr>
        <p:cNvPr id="3062" name="Shape 3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3" name="Google Shape;3063;p15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064" name="Google Shape;3064;p15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15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15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15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15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15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15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15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15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15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15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15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15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15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15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15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15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15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15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15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15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15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86" name="Google Shape;3086;p150"/>
          <p:cNvGrpSpPr/>
          <p:nvPr/>
        </p:nvGrpSpPr>
        <p:grpSpPr>
          <a:xfrm>
            <a:off x="2995920" y="1056023"/>
            <a:ext cx="3152176" cy="3031462"/>
            <a:chOff x="1857000" y="3245400"/>
            <a:chExt cx="1233825" cy="1186575"/>
          </a:xfrm>
        </p:grpSpPr>
        <p:sp>
          <p:nvSpPr>
            <p:cNvPr id="3087" name="Google Shape;3087;p150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150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150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150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150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150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9">
    <p:spTree>
      <p:nvGrpSpPr>
        <p:cNvPr id="3093" name="Shape 3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4" name="Google Shape;3094;p15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095" name="Google Shape;3095;p15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15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15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15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15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15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15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15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15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15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15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15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15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15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15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15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15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15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15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15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15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15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7" name="Google Shape;3117;p151"/>
          <p:cNvGrpSpPr/>
          <p:nvPr/>
        </p:nvGrpSpPr>
        <p:grpSpPr>
          <a:xfrm>
            <a:off x="262" y="2729663"/>
            <a:ext cx="2995174" cy="2414035"/>
            <a:chOff x="6562292" y="3785209"/>
            <a:chExt cx="1875030" cy="1511227"/>
          </a:xfrm>
        </p:grpSpPr>
        <p:grpSp>
          <p:nvGrpSpPr>
            <p:cNvPr id="3118" name="Google Shape;3118;p151"/>
            <p:cNvGrpSpPr/>
            <p:nvPr/>
          </p:nvGrpSpPr>
          <p:grpSpPr>
            <a:xfrm>
              <a:off x="7717466" y="3785209"/>
              <a:ext cx="719856" cy="680112"/>
              <a:chOff x="7717200" y="3905550"/>
              <a:chExt cx="592377" cy="559671"/>
            </a:xfrm>
          </p:grpSpPr>
          <p:sp>
            <p:nvSpPr>
              <p:cNvPr id="3119" name="Google Shape;3119;p151"/>
              <p:cNvSpPr/>
              <p:nvPr/>
            </p:nvSpPr>
            <p:spPr>
              <a:xfrm>
                <a:off x="7724869" y="3917054"/>
                <a:ext cx="581268" cy="532152"/>
              </a:xfrm>
              <a:custGeom>
                <a:rect b="b" l="l" r="r" t="t"/>
                <a:pathLst>
                  <a:path extrusionOk="0" h="9437" w="10308">
                    <a:moveTo>
                      <a:pt x="10129" y="1"/>
                    </a:moveTo>
                    <a:cubicBezTo>
                      <a:pt x="9518" y="1"/>
                      <a:pt x="4203" y="2425"/>
                      <a:pt x="3814" y="2672"/>
                    </a:cubicBezTo>
                    <a:cubicBezTo>
                      <a:pt x="3407" y="2932"/>
                      <a:pt x="0" y="4549"/>
                      <a:pt x="0" y="4684"/>
                    </a:cubicBezTo>
                    <a:cubicBezTo>
                      <a:pt x="0" y="4808"/>
                      <a:pt x="2382" y="5425"/>
                      <a:pt x="2382" y="5425"/>
                    </a:cubicBezTo>
                    <a:cubicBezTo>
                      <a:pt x="2382" y="5425"/>
                      <a:pt x="2456" y="6129"/>
                      <a:pt x="2580" y="6771"/>
                    </a:cubicBezTo>
                    <a:cubicBezTo>
                      <a:pt x="2703" y="7400"/>
                      <a:pt x="2963" y="8511"/>
                      <a:pt x="2963" y="8511"/>
                    </a:cubicBezTo>
                    <a:cubicBezTo>
                      <a:pt x="3308" y="8474"/>
                      <a:pt x="4901" y="7104"/>
                      <a:pt x="4901" y="7104"/>
                    </a:cubicBezTo>
                    <a:cubicBezTo>
                      <a:pt x="4901" y="7104"/>
                      <a:pt x="6308" y="9424"/>
                      <a:pt x="6542" y="9437"/>
                    </a:cubicBezTo>
                    <a:cubicBezTo>
                      <a:pt x="6543" y="9437"/>
                      <a:pt x="6543" y="9437"/>
                      <a:pt x="6543" y="9437"/>
                    </a:cubicBezTo>
                    <a:cubicBezTo>
                      <a:pt x="6786" y="9437"/>
                      <a:pt x="10307" y="265"/>
                      <a:pt x="10184" y="18"/>
                    </a:cubicBezTo>
                    <a:cubicBezTo>
                      <a:pt x="10177" y="6"/>
                      <a:pt x="10159" y="1"/>
                      <a:pt x="10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" name="Google Shape;3120;p151"/>
              <p:cNvSpPr/>
              <p:nvPr/>
            </p:nvSpPr>
            <p:spPr>
              <a:xfrm>
                <a:off x="7717200" y="3905550"/>
                <a:ext cx="592377" cy="559671"/>
              </a:xfrm>
              <a:custGeom>
                <a:rect b="b" l="l" r="r" t="t"/>
                <a:pathLst>
                  <a:path extrusionOk="0" h="9925" w="10505">
                    <a:moveTo>
                      <a:pt x="9764" y="420"/>
                    </a:moveTo>
                    <a:cubicBezTo>
                      <a:pt x="9147" y="827"/>
                      <a:pt x="8518" y="1247"/>
                      <a:pt x="7913" y="1654"/>
                    </a:cubicBezTo>
                    <a:cubicBezTo>
                      <a:pt x="7715" y="1802"/>
                      <a:pt x="7505" y="1938"/>
                      <a:pt x="7283" y="2086"/>
                    </a:cubicBezTo>
                    <a:cubicBezTo>
                      <a:pt x="6111" y="2889"/>
                      <a:pt x="4728" y="3839"/>
                      <a:pt x="3382" y="4851"/>
                    </a:cubicBezTo>
                    <a:cubicBezTo>
                      <a:pt x="3148" y="5037"/>
                      <a:pt x="2926" y="5209"/>
                      <a:pt x="2728" y="5382"/>
                    </a:cubicBezTo>
                    <a:lnTo>
                      <a:pt x="2679" y="5419"/>
                    </a:lnTo>
                    <a:lnTo>
                      <a:pt x="2605" y="5493"/>
                    </a:lnTo>
                    <a:cubicBezTo>
                      <a:pt x="2506" y="5432"/>
                      <a:pt x="2407" y="5382"/>
                      <a:pt x="2296" y="5370"/>
                    </a:cubicBezTo>
                    <a:lnTo>
                      <a:pt x="2197" y="5345"/>
                    </a:lnTo>
                    <a:cubicBezTo>
                      <a:pt x="1963" y="5259"/>
                      <a:pt x="1728" y="5197"/>
                      <a:pt x="1482" y="5123"/>
                    </a:cubicBezTo>
                    <a:cubicBezTo>
                      <a:pt x="1087" y="5000"/>
                      <a:pt x="716" y="4913"/>
                      <a:pt x="358" y="4839"/>
                    </a:cubicBezTo>
                    <a:lnTo>
                      <a:pt x="371" y="4839"/>
                    </a:lnTo>
                    <a:lnTo>
                      <a:pt x="420" y="4802"/>
                    </a:lnTo>
                    <a:cubicBezTo>
                      <a:pt x="506" y="4740"/>
                      <a:pt x="605" y="4679"/>
                      <a:pt x="704" y="4629"/>
                    </a:cubicBezTo>
                    <a:cubicBezTo>
                      <a:pt x="815" y="4568"/>
                      <a:pt x="938" y="4518"/>
                      <a:pt x="1062" y="4456"/>
                    </a:cubicBezTo>
                    <a:lnTo>
                      <a:pt x="1210" y="4382"/>
                    </a:lnTo>
                    <a:cubicBezTo>
                      <a:pt x="1802" y="4098"/>
                      <a:pt x="2407" y="3790"/>
                      <a:pt x="3062" y="3457"/>
                    </a:cubicBezTo>
                    <a:cubicBezTo>
                      <a:pt x="3432" y="3259"/>
                      <a:pt x="3827" y="3062"/>
                      <a:pt x="4296" y="2827"/>
                    </a:cubicBezTo>
                    <a:cubicBezTo>
                      <a:pt x="5975" y="1988"/>
                      <a:pt x="7382" y="1309"/>
                      <a:pt x="8876" y="729"/>
                    </a:cubicBezTo>
                    <a:cubicBezTo>
                      <a:pt x="9159" y="605"/>
                      <a:pt x="9468" y="506"/>
                      <a:pt x="9764" y="420"/>
                    </a:cubicBezTo>
                    <a:close/>
                    <a:moveTo>
                      <a:pt x="9949" y="494"/>
                    </a:moveTo>
                    <a:lnTo>
                      <a:pt x="9949" y="494"/>
                    </a:lnTo>
                    <a:cubicBezTo>
                      <a:pt x="9814" y="630"/>
                      <a:pt x="9678" y="790"/>
                      <a:pt x="9542" y="938"/>
                    </a:cubicBezTo>
                    <a:cubicBezTo>
                      <a:pt x="9468" y="1037"/>
                      <a:pt x="9394" y="1124"/>
                      <a:pt x="9320" y="1198"/>
                    </a:cubicBezTo>
                    <a:cubicBezTo>
                      <a:pt x="8900" y="1654"/>
                      <a:pt x="8468" y="2111"/>
                      <a:pt x="8049" y="2568"/>
                    </a:cubicBezTo>
                    <a:cubicBezTo>
                      <a:pt x="7296" y="3358"/>
                      <a:pt x="6543" y="4148"/>
                      <a:pt x="5790" y="4938"/>
                    </a:cubicBezTo>
                    <a:lnTo>
                      <a:pt x="5283" y="5469"/>
                    </a:lnTo>
                    <a:lnTo>
                      <a:pt x="4913" y="5864"/>
                    </a:lnTo>
                    <a:cubicBezTo>
                      <a:pt x="4777" y="6012"/>
                      <a:pt x="4642" y="6160"/>
                      <a:pt x="4493" y="6308"/>
                    </a:cubicBezTo>
                    <a:lnTo>
                      <a:pt x="4469" y="6308"/>
                    </a:lnTo>
                    <a:cubicBezTo>
                      <a:pt x="4358" y="6370"/>
                      <a:pt x="4259" y="6456"/>
                      <a:pt x="4197" y="6567"/>
                    </a:cubicBezTo>
                    <a:cubicBezTo>
                      <a:pt x="4173" y="6580"/>
                      <a:pt x="4160" y="6604"/>
                      <a:pt x="4148" y="6617"/>
                    </a:cubicBezTo>
                    <a:cubicBezTo>
                      <a:pt x="4061" y="6740"/>
                      <a:pt x="3987" y="6863"/>
                      <a:pt x="3913" y="6987"/>
                    </a:cubicBezTo>
                    <a:lnTo>
                      <a:pt x="3864" y="7086"/>
                    </a:lnTo>
                    <a:cubicBezTo>
                      <a:pt x="3790" y="7209"/>
                      <a:pt x="3716" y="7320"/>
                      <a:pt x="3642" y="7431"/>
                    </a:cubicBezTo>
                    <a:cubicBezTo>
                      <a:pt x="3580" y="7555"/>
                      <a:pt x="3518" y="7641"/>
                      <a:pt x="3444" y="7752"/>
                    </a:cubicBezTo>
                    <a:lnTo>
                      <a:pt x="3173" y="8221"/>
                    </a:lnTo>
                    <a:lnTo>
                      <a:pt x="3123" y="8295"/>
                    </a:lnTo>
                    <a:cubicBezTo>
                      <a:pt x="3025" y="7876"/>
                      <a:pt x="2950" y="7444"/>
                      <a:pt x="2889" y="7024"/>
                    </a:cubicBezTo>
                    <a:cubicBezTo>
                      <a:pt x="2827" y="6592"/>
                      <a:pt x="2765" y="6148"/>
                      <a:pt x="2654" y="5728"/>
                    </a:cubicBezTo>
                    <a:cubicBezTo>
                      <a:pt x="2679" y="5678"/>
                      <a:pt x="2691" y="5629"/>
                      <a:pt x="2679" y="5580"/>
                    </a:cubicBezTo>
                    <a:cubicBezTo>
                      <a:pt x="2827" y="5456"/>
                      <a:pt x="2975" y="5333"/>
                      <a:pt x="3136" y="5222"/>
                    </a:cubicBezTo>
                    <a:cubicBezTo>
                      <a:pt x="3210" y="5172"/>
                      <a:pt x="3284" y="5123"/>
                      <a:pt x="3358" y="5074"/>
                    </a:cubicBezTo>
                    <a:cubicBezTo>
                      <a:pt x="3950" y="4629"/>
                      <a:pt x="4568" y="4197"/>
                      <a:pt x="5098" y="3815"/>
                    </a:cubicBezTo>
                    <a:cubicBezTo>
                      <a:pt x="6333" y="2950"/>
                      <a:pt x="7666" y="2025"/>
                      <a:pt x="9024" y="1111"/>
                    </a:cubicBezTo>
                    <a:lnTo>
                      <a:pt x="9196" y="988"/>
                    </a:lnTo>
                    <a:cubicBezTo>
                      <a:pt x="9443" y="827"/>
                      <a:pt x="9703" y="654"/>
                      <a:pt x="9949" y="494"/>
                    </a:cubicBezTo>
                    <a:close/>
                    <a:moveTo>
                      <a:pt x="4530" y="6530"/>
                    </a:moveTo>
                    <a:cubicBezTo>
                      <a:pt x="4555" y="6555"/>
                      <a:pt x="4580" y="6580"/>
                      <a:pt x="4592" y="6617"/>
                    </a:cubicBezTo>
                    <a:lnTo>
                      <a:pt x="4617" y="6641"/>
                    </a:lnTo>
                    <a:cubicBezTo>
                      <a:pt x="4679" y="6777"/>
                      <a:pt x="4753" y="6901"/>
                      <a:pt x="4802" y="7036"/>
                    </a:cubicBezTo>
                    <a:lnTo>
                      <a:pt x="4839" y="7110"/>
                    </a:lnTo>
                    <a:cubicBezTo>
                      <a:pt x="4864" y="7160"/>
                      <a:pt x="4888" y="7221"/>
                      <a:pt x="4925" y="7283"/>
                    </a:cubicBezTo>
                    <a:cubicBezTo>
                      <a:pt x="4802" y="7345"/>
                      <a:pt x="4691" y="7419"/>
                      <a:pt x="4580" y="7505"/>
                    </a:cubicBezTo>
                    <a:cubicBezTo>
                      <a:pt x="4555" y="7530"/>
                      <a:pt x="4530" y="7542"/>
                      <a:pt x="4493" y="7567"/>
                    </a:cubicBezTo>
                    <a:cubicBezTo>
                      <a:pt x="4333" y="7691"/>
                      <a:pt x="4160" y="7826"/>
                      <a:pt x="4000" y="7950"/>
                    </a:cubicBezTo>
                    <a:cubicBezTo>
                      <a:pt x="3901" y="8024"/>
                      <a:pt x="3815" y="8098"/>
                      <a:pt x="3728" y="8172"/>
                    </a:cubicBezTo>
                    <a:lnTo>
                      <a:pt x="3580" y="8308"/>
                    </a:lnTo>
                    <a:lnTo>
                      <a:pt x="3518" y="8357"/>
                    </a:lnTo>
                    <a:cubicBezTo>
                      <a:pt x="3457" y="8406"/>
                      <a:pt x="3395" y="8456"/>
                      <a:pt x="3321" y="8505"/>
                    </a:cubicBezTo>
                    <a:cubicBezTo>
                      <a:pt x="3407" y="8382"/>
                      <a:pt x="3481" y="8258"/>
                      <a:pt x="3555" y="8135"/>
                    </a:cubicBezTo>
                    <a:cubicBezTo>
                      <a:pt x="3703" y="7876"/>
                      <a:pt x="3864" y="7629"/>
                      <a:pt x="4000" y="7370"/>
                    </a:cubicBezTo>
                    <a:cubicBezTo>
                      <a:pt x="4049" y="7296"/>
                      <a:pt x="4086" y="7209"/>
                      <a:pt x="4135" y="7123"/>
                    </a:cubicBezTo>
                    <a:cubicBezTo>
                      <a:pt x="4222" y="6925"/>
                      <a:pt x="4333" y="6752"/>
                      <a:pt x="4469" y="6592"/>
                    </a:cubicBezTo>
                    <a:cubicBezTo>
                      <a:pt x="4493" y="6567"/>
                      <a:pt x="4506" y="6543"/>
                      <a:pt x="4530" y="6530"/>
                    </a:cubicBezTo>
                    <a:close/>
                    <a:moveTo>
                      <a:pt x="9912" y="877"/>
                    </a:moveTo>
                    <a:lnTo>
                      <a:pt x="9912" y="877"/>
                    </a:lnTo>
                    <a:cubicBezTo>
                      <a:pt x="9826" y="1087"/>
                      <a:pt x="9752" y="1296"/>
                      <a:pt x="9690" y="1469"/>
                    </a:cubicBezTo>
                    <a:cubicBezTo>
                      <a:pt x="9431" y="2222"/>
                      <a:pt x="9147" y="2963"/>
                      <a:pt x="8876" y="3654"/>
                    </a:cubicBezTo>
                    <a:cubicBezTo>
                      <a:pt x="8567" y="4444"/>
                      <a:pt x="8258" y="5246"/>
                      <a:pt x="7950" y="6049"/>
                    </a:cubicBezTo>
                    <a:cubicBezTo>
                      <a:pt x="7654" y="6802"/>
                      <a:pt x="7357" y="7567"/>
                      <a:pt x="7073" y="8320"/>
                    </a:cubicBezTo>
                    <a:cubicBezTo>
                      <a:pt x="7012" y="8456"/>
                      <a:pt x="6962" y="8604"/>
                      <a:pt x="6913" y="8740"/>
                    </a:cubicBezTo>
                    <a:cubicBezTo>
                      <a:pt x="6839" y="8962"/>
                      <a:pt x="6752" y="9196"/>
                      <a:pt x="6666" y="9406"/>
                    </a:cubicBezTo>
                    <a:cubicBezTo>
                      <a:pt x="6580" y="9258"/>
                      <a:pt x="6506" y="9110"/>
                      <a:pt x="6407" y="8974"/>
                    </a:cubicBezTo>
                    <a:lnTo>
                      <a:pt x="6333" y="8863"/>
                    </a:lnTo>
                    <a:lnTo>
                      <a:pt x="6197" y="8666"/>
                    </a:lnTo>
                    <a:cubicBezTo>
                      <a:pt x="6073" y="8468"/>
                      <a:pt x="5938" y="8258"/>
                      <a:pt x="5814" y="8061"/>
                    </a:cubicBezTo>
                    <a:cubicBezTo>
                      <a:pt x="5580" y="7715"/>
                      <a:pt x="5345" y="7345"/>
                      <a:pt x="5086" y="6851"/>
                    </a:cubicBezTo>
                    <a:lnTo>
                      <a:pt x="5061" y="6814"/>
                    </a:lnTo>
                    <a:cubicBezTo>
                      <a:pt x="4975" y="6666"/>
                      <a:pt x="4839" y="6407"/>
                      <a:pt x="4654" y="6333"/>
                    </a:cubicBezTo>
                    <a:cubicBezTo>
                      <a:pt x="5197" y="5839"/>
                      <a:pt x="5703" y="5308"/>
                      <a:pt x="6197" y="4790"/>
                    </a:cubicBezTo>
                    <a:cubicBezTo>
                      <a:pt x="6320" y="4654"/>
                      <a:pt x="6444" y="4530"/>
                      <a:pt x="6567" y="4395"/>
                    </a:cubicBezTo>
                    <a:cubicBezTo>
                      <a:pt x="7394" y="3531"/>
                      <a:pt x="8382" y="2494"/>
                      <a:pt x="9345" y="1469"/>
                    </a:cubicBezTo>
                    <a:cubicBezTo>
                      <a:pt x="9419" y="1383"/>
                      <a:pt x="9493" y="1309"/>
                      <a:pt x="9579" y="1222"/>
                    </a:cubicBezTo>
                    <a:cubicBezTo>
                      <a:pt x="9690" y="1111"/>
                      <a:pt x="9801" y="1000"/>
                      <a:pt x="9912" y="877"/>
                    </a:cubicBezTo>
                    <a:close/>
                    <a:moveTo>
                      <a:pt x="10172" y="0"/>
                    </a:moveTo>
                    <a:cubicBezTo>
                      <a:pt x="10085" y="0"/>
                      <a:pt x="10011" y="13"/>
                      <a:pt x="9937" y="25"/>
                    </a:cubicBezTo>
                    <a:cubicBezTo>
                      <a:pt x="9653" y="99"/>
                      <a:pt x="9369" y="185"/>
                      <a:pt x="9098" y="297"/>
                    </a:cubicBezTo>
                    <a:cubicBezTo>
                      <a:pt x="8258" y="605"/>
                      <a:pt x="7444" y="988"/>
                      <a:pt x="6691" y="1346"/>
                    </a:cubicBezTo>
                    <a:cubicBezTo>
                      <a:pt x="5506" y="1914"/>
                      <a:pt x="4271" y="2543"/>
                      <a:pt x="2913" y="3247"/>
                    </a:cubicBezTo>
                    <a:cubicBezTo>
                      <a:pt x="2407" y="3518"/>
                      <a:pt x="1889" y="3777"/>
                      <a:pt x="1370" y="4024"/>
                    </a:cubicBezTo>
                    <a:lnTo>
                      <a:pt x="667" y="4382"/>
                    </a:lnTo>
                    <a:cubicBezTo>
                      <a:pt x="482" y="4469"/>
                      <a:pt x="309" y="4568"/>
                      <a:pt x="161" y="4703"/>
                    </a:cubicBezTo>
                    <a:cubicBezTo>
                      <a:pt x="136" y="4728"/>
                      <a:pt x="111" y="4765"/>
                      <a:pt x="99" y="4802"/>
                    </a:cubicBezTo>
                    <a:cubicBezTo>
                      <a:pt x="50" y="4814"/>
                      <a:pt x="25" y="4851"/>
                      <a:pt x="13" y="4888"/>
                    </a:cubicBezTo>
                    <a:cubicBezTo>
                      <a:pt x="0" y="4938"/>
                      <a:pt x="25" y="4975"/>
                      <a:pt x="62" y="5000"/>
                    </a:cubicBezTo>
                    <a:cubicBezTo>
                      <a:pt x="482" y="5172"/>
                      <a:pt x="914" y="5333"/>
                      <a:pt x="1346" y="5456"/>
                    </a:cubicBezTo>
                    <a:cubicBezTo>
                      <a:pt x="1593" y="5530"/>
                      <a:pt x="1827" y="5617"/>
                      <a:pt x="2074" y="5691"/>
                    </a:cubicBezTo>
                    <a:cubicBezTo>
                      <a:pt x="2160" y="5715"/>
                      <a:pt x="2235" y="5740"/>
                      <a:pt x="2321" y="5765"/>
                    </a:cubicBezTo>
                    <a:lnTo>
                      <a:pt x="2395" y="5790"/>
                    </a:lnTo>
                    <a:lnTo>
                      <a:pt x="2407" y="5802"/>
                    </a:lnTo>
                    <a:cubicBezTo>
                      <a:pt x="2432" y="5814"/>
                      <a:pt x="2444" y="5827"/>
                      <a:pt x="2469" y="5827"/>
                    </a:cubicBezTo>
                    <a:cubicBezTo>
                      <a:pt x="2494" y="6061"/>
                      <a:pt x="2518" y="6283"/>
                      <a:pt x="2543" y="6518"/>
                    </a:cubicBezTo>
                    <a:cubicBezTo>
                      <a:pt x="2617" y="7246"/>
                      <a:pt x="2691" y="7999"/>
                      <a:pt x="2950" y="8690"/>
                    </a:cubicBezTo>
                    <a:lnTo>
                      <a:pt x="2950" y="8703"/>
                    </a:lnTo>
                    <a:cubicBezTo>
                      <a:pt x="2950" y="8740"/>
                      <a:pt x="2963" y="8764"/>
                      <a:pt x="2987" y="8789"/>
                    </a:cubicBezTo>
                    <a:cubicBezTo>
                      <a:pt x="3012" y="8838"/>
                      <a:pt x="3062" y="8876"/>
                      <a:pt x="3111" y="8876"/>
                    </a:cubicBezTo>
                    <a:lnTo>
                      <a:pt x="3148" y="8876"/>
                    </a:lnTo>
                    <a:cubicBezTo>
                      <a:pt x="3457" y="8764"/>
                      <a:pt x="3728" y="8604"/>
                      <a:pt x="3975" y="8382"/>
                    </a:cubicBezTo>
                    <a:cubicBezTo>
                      <a:pt x="4012" y="8345"/>
                      <a:pt x="4061" y="8308"/>
                      <a:pt x="4111" y="8271"/>
                    </a:cubicBezTo>
                    <a:cubicBezTo>
                      <a:pt x="4222" y="8184"/>
                      <a:pt x="4333" y="8098"/>
                      <a:pt x="4444" y="8024"/>
                    </a:cubicBezTo>
                    <a:lnTo>
                      <a:pt x="4617" y="7900"/>
                    </a:lnTo>
                    <a:lnTo>
                      <a:pt x="4765" y="7789"/>
                    </a:lnTo>
                    <a:cubicBezTo>
                      <a:pt x="4864" y="7728"/>
                      <a:pt x="4963" y="7653"/>
                      <a:pt x="5049" y="7579"/>
                    </a:cubicBezTo>
                    <a:cubicBezTo>
                      <a:pt x="5160" y="7777"/>
                      <a:pt x="5296" y="7999"/>
                      <a:pt x="5444" y="8258"/>
                    </a:cubicBezTo>
                    <a:cubicBezTo>
                      <a:pt x="5617" y="8530"/>
                      <a:pt x="5790" y="8814"/>
                      <a:pt x="5950" y="9061"/>
                    </a:cubicBezTo>
                    <a:cubicBezTo>
                      <a:pt x="6012" y="9147"/>
                      <a:pt x="6061" y="9246"/>
                      <a:pt x="6123" y="9345"/>
                    </a:cubicBezTo>
                    <a:cubicBezTo>
                      <a:pt x="6222" y="9530"/>
                      <a:pt x="6345" y="9703"/>
                      <a:pt x="6468" y="9875"/>
                    </a:cubicBezTo>
                    <a:cubicBezTo>
                      <a:pt x="6493" y="9900"/>
                      <a:pt x="6543" y="9925"/>
                      <a:pt x="6580" y="9925"/>
                    </a:cubicBezTo>
                    <a:cubicBezTo>
                      <a:pt x="6629" y="9925"/>
                      <a:pt x="6666" y="9900"/>
                      <a:pt x="6703" y="9875"/>
                    </a:cubicBezTo>
                    <a:cubicBezTo>
                      <a:pt x="6728" y="9838"/>
                      <a:pt x="6752" y="9789"/>
                      <a:pt x="6752" y="9740"/>
                    </a:cubicBezTo>
                    <a:cubicBezTo>
                      <a:pt x="6925" y="9431"/>
                      <a:pt x="7073" y="9110"/>
                      <a:pt x="7209" y="8801"/>
                    </a:cubicBezTo>
                    <a:lnTo>
                      <a:pt x="7258" y="8703"/>
                    </a:lnTo>
                    <a:cubicBezTo>
                      <a:pt x="7555" y="8024"/>
                      <a:pt x="7851" y="7333"/>
                      <a:pt x="8123" y="6666"/>
                    </a:cubicBezTo>
                    <a:lnTo>
                      <a:pt x="8147" y="6592"/>
                    </a:lnTo>
                    <a:cubicBezTo>
                      <a:pt x="8740" y="5185"/>
                      <a:pt x="9406" y="3518"/>
                      <a:pt x="10024" y="1827"/>
                    </a:cubicBezTo>
                    <a:cubicBezTo>
                      <a:pt x="10135" y="1519"/>
                      <a:pt x="10258" y="1210"/>
                      <a:pt x="10357" y="877"/>
                    </a:cubicBezTo>
                    <a:lnTo>
                      <a:pt x="10369" y="827"/>
                    </a:lnTo>
                    <a:cubicBezTo>
                      <a:pt x="10443" y="654"/>
                      <a:pt x="10480" y="469"/>
                      <a:pt x="10468" y="284"/>
                    </a:cubicBezTo>
                    <a:cubicBezTo>
                      <a:pt x="10505" y="222"/>
                      <a:pt x="10493" y="148"/>
                      <a:pt x="10443" y="111"/>
                    </a:cubicBezTo>
                    <a:cubicBezTo>
                      <a:pt x="10369" y="37"/>
                      <a:pt x="10270" y="0"/>
                      <a:pt x="101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21" name="Google Shape;3121;p151"/>
            <p:cNvSpPr/>
            <p:nvPr/>
          </p:nvSpPr>
          <p:spPr>
            <a:xfrm>
              <a:off x="6562292" y="4354432"/>
              <a:ext cx="1368335" cy="942004"/>
            </a:xfrm>
            <a:custGeom>
              <a:rect b="b" l="l" r="r" t="t"/>
              <a:pathLst>
                <a:path extrusionOk="0" h="11703" w="16999">
                  <a:moveTo>
                    <a:pt x="16961" y="211"/>
                  </a:moveTo>
                  <a:cubicBezTo>
                    <a:pt x="16998" y="87"/>
                    <a:pt x="16850" y="1"/>
                    <a:pt x="16764" y="100"/>
                  </a:cubicBezTo>
                  <a:cubicBezTo>
                    <a:pt x="16752" y="112"/>
                    <a:pt x="16752" y="124"/>
                    <a:pt x="16739" y="137"/>
                  </a:cubicBezTo>
                  <a:lnTo>
                    <a:pt x="16727" y="186"/>
                  </a:lnTo>
                  <a:lnTo>
                    <a:pt x="16715" y="235"/>
                  </a:lnTo>
                  <a:lnTo>
                    <a:pt x="16690" y="285"/>
                  </a:lnTo>
                  <a:lnTo>
                    <a:pt x="16665" y="346"/>
                  </a:lnTo>
                  <a:cubicBezTo>
                    <a:pt x="16616" y="495"/>
                    <a:pt x="16826" y="569"/>
                    <a:pt x="16887" y="433"/>
                  </a:cubicBezTo>
                  <a:lnTo>
                    <a:pt x="16912" y="359"/>
                  </a:lnTo>
                  <a:lnTo>
                    <a:pt x="16924" y="309"/>
                  </a:lnTo>
                  <a:lnTo>
                    <a:pt x="16949" y="260"/>
                  </a:lnTo>
                  <a:close/>
                  <a:moveTo>
                    <a:pt x="260" y="10197"/>
                  </a:moveTo>
                  <a:cubicBezTo>
                    <a:pt x="137" y="10110"/>
                    <a:pt x="1" y="10283"/>
                    <a:pt x="112" y="10382"/>
                  </a:cubicBezTo>
                  <a:lnTo>
                    <a:pt x="186" y="10444"/>
                  </a:lnTo>
                  <a:lnTo>
                    <a:pt x="248" y="10481"/>
                  </a:lnTo>
                  <a:lnTo>
                    <a:pt x="309" y="10530"/>
                  </a:lnTo>
                  <a:cubicBezTo>
                    <a:pt x="433" y="10617"/>
                    <a:pt x="569" y="10431"/>
                    <a:pt x="445" y="10345"/>
                  </a:cubicBezTo>
                  <a:lnTo>
                    <a:pt x="384" y="10296"/>
                  </a:lnTo>
                  <a:lnTo>
                    <a:pt x="334" y="10259"/>
                  </a:lnTo>
                  <a:close/>
                  <a:moveTo>
                    <a:pt x="1013" y="10728"/>
                  </a:moveTo>
                  <a:cubicBezTo>
                    <a:pt x="890" y="10617"/>
                    <a:pt x="741" y="10789"/>
                    <a:pt x="853" y="10900"/>
                  </a:cubicBezTo>
                  <a:cubicBezTo>
                    <a:pt x="865" y="10900"/>
                    <a:pt x="877" y="10913"/>
                    <a:pt x="890" y="10925"/>
                  </a:cubicBezTo>
                  <a:lnTo>
                    <a:pt x="951" y="10962"/>
                  </a:lnTo>
                  <a:lnTo>
                    <a:pt x="1013" y="10999"/>
                  </a:lnTo>
                  <a:lnTo>
                    <a:pt x="1087" y="11036"/>
                  </a:lnTo>
                  <a:cubicBezTo>
                    <a:pt x="1211" y="11135"/>
                    <a:pt x="1359" y="10962"/>
                    <a:pt x="1248" y="10863"/>
                  </a:cubicBezTo>
                  <a:cubicBezTo>
                    <a:pt x="1235" y="10851"/>
                    <a:pt x="1223" y="10839"/>
                    <a:pt x="1211" y="10839"/>
                  </a:cubicBezTo>
                  <a:lnTo>
                    <a:pt x="1136" y="10802"/>
                  </a:lnTo>
                  <a:lnTo>
                    <a:pt x="1075" y="10765"/>
                  </a:lnTo>
                  <a:close/>
                  <a:moveTo>
                    <a:pt x="1828" y="11123"/>
                  </a:moveTo>
                  <a:cubicBezTo>
                    <a:pt x="1680" y="11073"/>
                    <a:pt x="1593" y="11283"/>
                    <a:pt x="1741" y="11345"/>
                  </a:cubicBezTo>
                  <a:lnTo>
                    <a:pt x="1791" y="11370"/>
                  </a:lnTo>
                  <a:lnTo>
                    <a:pt x="1852" y="11382"/>
                  </a:lnTo>
                  <a:lnTo>
                    <a:pt x="1914" y="11407"/>
                  </a:lnTo>
                  <a:lnTo>
                    <a:pt x="1964" y="11431"/>
                  </a:lnTo>
                  <a:cubicBezTo>
                    <a:pt x="2001" y="11444"/>
                    <a:pt x="2050" y="11431"/>
                    <a:pt x="2075" y="11394"/>
                  </a:cubicBezTo>
                  <a:cubicBezTo>
                    <a:pt x="2136" y="11345"/>
                    <a:pt x="2124" y="11234"/>
                    <a:pt x="2038" y="11209"/>
                  </a:cubicBezTo>
                  <a:lnTo>
                    <a:pt x="1988" y="11184"/>
                  </a:lnTo>
                  <a:lnTo>
                    <a:pt x="1927" y="11172"/>
                  </a:lnTo>
                  <a:lnTo>
                    <a:pt x="1877" y="11147"/>
                  </a:lnTo>
                  <a:close/>
                  <a:moveTo>
                    <a:pt x="2692" y="11382"/>
                  </a:moveTo>
                  <a:cubicBezTo>
                    <a:pt x="2568" y="11370"/>
                    <a:pt x="2507" y="11518"/>
                    <a:pt x="2605" y="11592"/>
                  </a:cubicBezTo>
                  <a:cubicBezTo>
                    <a:pt x="2618" y="11604"/>
                    <a:pt x="2630" y="11616"/>
                    <a:pt x="2642" y="11616"/>
                  </a:cubicBezTo>
                  <a:lnTo>
                    <a:pt x="2717" y="11629"/>
                  </a:lnTo>
                  <a:lnTo>
                    <a:pt x="2778" y="11641"/>
                  </a:lnTo>
                  <a:lnTo>
                    <a:pt x="2840" y="11653"/>
                  </a:lnTo>
                  <a:lnTo>
                    <a:pt x="2877" y="11653"/>
                  </a:lnTo>
                  <a:cubicBezTo>
                    <a:pt x="3013" y="11666"/>
                    <a:pt x="3062" y="11481"/>
                    <a:pt x="2939" y="11431"/>
                  </a:cubicBezTo>
                  <a:lnTo>
                    <a:pt x="2914" y="11431"/>
                  </a:lnTo>
                  <a:lnTo>
                    <a:pt x="2865" y="11431"/>
                  </a:lnTo>
                  <a:lnTo>
                    <a:pt x="2815" y="11419"/>
                  </a:lnTo>
                  <a:lnTo>
                    <a:pt x="2766" y="11407"/>
                  </a:lnTo>
                  <a:lnTo>
                    <a:pt x="2692" y="11394"/>
                  </a:lnTo>
                  <a:close/>
                  <a:moveTo>
                    <a:pt x="3593" y="11468"/>
                  </a:moveTo>
                  <a:cubicBezTo>
                    <a:pt x="3457" y="11481"/>
                    <a:pt x="3432" y="11653"/>
                    <a:pt x="3556" y="11690"/>
                  </a:cubicBezTo>
                  <a:cubicBezTo>
                    <a:pt x="3568" y="11703"/>
                    <a:pt x="3581" y="11703"/>
                    <a:pt x="3593" y="11690"/>
                  </a:cubicBezTo>
                  <a:lnTo>
                    <a:pt x="3679" y="11690"/>
                  </a:lnTo>
                  <a:lnTo>
                    <a:pt x="3741" y="11690"/>
                  </a:lnTo>
                  <a:lnTo>
                    <a:pt x="3790" y="11690"/>
                  </a:lnTo>
                  <a:lnTo>
                    <a:pt x="3827" y="11690"/>
                  </a:lnTo>
                  <a:cubicBezTo>
                    <a:pt x="3963" y="11690"/>
                    <a:pt x="3988" y="11518"/>
                    <a:pt x="3865" y="11468"/>
                  </a:cubicBezTo>
                  <a:cubicBezTo>
                    <a:pt x="3852" y="11468"/>
                    <a:pt x="3840" y="11468"/>
                    <a:pt x="3815" y="11468"/>
                  </a:cubicBezTo>
                  <a:lnTo>
                    <a:pt x="3778" y="11468"/>
                  </a:lnTo>
                  <a:lnTo>
                    <a:pt x="3729" y="11468"/>
                  </a:lnTo>
                  <a:lnTo>
                    <a:pt x="3593" y="11468"/>
                  </a:lnTo>
                  <a:close/>
                  <a:moveTo>
                    <a:pt x="4482" y="11357"/>
                  </a:moveTo>
                  <a:cubicBezTo>
                    <a:pt x="4371" y="11394"/>
                    <a:pt x="4371" y="11567"/>
                    <a:pt x="4482" y="11592"/>
                  </a:cubicBezTo>
                  <a:cubicBezTo>
                    <a:pt x="4506" y="11592"/>
                    <a:pt x="4519" y="11592"/>
                    <a:pt x="4531" y="11592"/>
                  </a:cubicBezTo>
                  <a:lnTo>
                    <a:pt x="4593" y="11579"/>
                  </a:lnTo>
                  <a:lnTo>
                    <a:pt x="4642" y="11567"/>
                  </a:lnTo>
                  <a:lnTo>
                    <a:pt x="4704" y="11555"/>
                  </a:lnTo>
                  <a:lnTo>
                    <a:pt x="4766" y="11530"/>
                  </a:lnTo>
                  <a:cubicBezTo>
                    <a:pt x="4864" y="11505"/>
                    <a:pt x="4877" y="11370"/>
                    <a:pt x="4790" y="11320"/>
                  </a:cubicBezTo>
                  <a:cubicBezTo>
                    <a:pt x="4766" y="11308"/>
                    <a:pt x="4729" y="11295"/>
                    <a:pt x="4704" y="11308"/>
                  </a:cubicBezTo>
                  <a:lnTo>
                    <a:pt x="4642" y="11320"/>
                  </a:lnTo>
                  <a:lnTo>
                    <a:pt x="4593" y="11333"/>
                  </a:lnTo>
                  <a:lnTo>
                    <a:pt x="4543" y="11345"/>
                  </a:lnTo>
                  <a:lnTo>
                    <a:pt x="4482" y="11370"/>
                  </a:lnTo>
                  <a:close/>
                  <a:moveTo>
                    <a:pt x="5346" y="11073"/>
                  </a:moveTo>
                  <a:cubicBezTo>
                    <a:pt x="5222" y="11123"/>
                    <a:pt x="5272" y="11308"/>
                    <a:pt x="5395" y="11295"/>
                  </a:cubicBezTo>
                  <a:cubicBezTo>
                    <a:pt x="5408" y="11295"/>
                    <a:pt x="5432" y="11295"/>
                    <a:pt x="5445" y="11283"/>
                  </a:cubicBezTo>
                  <a:lnTo>
                    <a:pt x="5469" y="11271"/>
                  </a:lnTo>
                  <a:lnTo>
                    <a:pt x="5519" y="11258"/>
                  </a:lnTo>
                  <a:lnTo>
                    <a:pt x="5568" y="11234"/>
                  </a:lnTo>
                  <a:lnTo>
                    <a:pt x="5617" y="11209"/>
                  </a:lnTo>
                  <a:lnTo>
                    <a:pt x="5654" y="11184"/>
                  </a:lnTo>
                  <a:cubicBezTo>
                    <a:pt x="5741" y="11147"/>
                    <a:pt x="5741" y="11012"/>
                    <a:pt x="5642" y="10975"/>
                  </a:cubicBezTo>
                  <a:cubicBezTo>
                    <a:pt x="5617" y="10962"/>
                    <a:pt x="5580" y="10962"/>
                    <a:pt x="5556" y="10975"/>
                  </a:cubicBezTo>
                  <a:lnTo>
                    <a:pt x="5469" y="11012"/>
                  </a:lnTo>
                  <a:lnTo>
                    <a:pt x="5420" y="11036"/>
                  </a:lnTo>
                  <a:lnTo>
                    <a:pt x="5346" y="11073"/>
                  </a:lnTo>
                  <a:close/>
                  <a:moveTo>
                    <a:pt x="6136" y="10641"/>
                  </a:moveTo>
                  <a:cubicBezTo>
                    <a:pt x="6099" y="10666"/>
                    <a:pt x="6086" y="10703"/>
                    <a:pt x="6086" y="10752"/>
                  </a:cubicBezTo>
                  <a:cubicBezTo>
                    <a:pt x="6111" y="10839"/>
                    <a:pt x="6198" y="10876"/>
                    <a:pt x="6272" y="10839"/>
                  </a:cubicBezTo>
                  <a:lnTo>
                    <a:pt x="6333" y="10789"/>
                  </a:lnTo>
                  <a:lnTo>
                    <a:pt x="6370" y="10765"/>
                  </a:lnTo>
                  <a:lnTo>
                    <a:pt x="6420" y="10728"/>
                  </a:lnTo>
                  <a:lnTo>
                    <a:pt x="6469" y="10703"/>
                  </a:lnTo>
                  <a:cubicBezTo>
                    <a:pt x="6580" y="10617"/>
                    <a:pt x="6481" y="10444"/>
                    <a:pt x="6358" y="10493"/>
                  </a:cubicBezTo>
                  <a:lnTo>
                    <a:pt x="6333" y="10505"/>
                  </a:lnTo>
                  <a:lnTo>
                    <a:pt x="6247" y="10567"/>
                  </a:lnTo>
                  <a:cubicBezTo>
                    <a:pt x="6210" y="10592"/>
                    <a:pt x="6173" y="10617"/>
                    <a:pt x="6136" y="10641"/>
                  </a:cubicBezTo>
                  <a:close/>
                  <a:moveTo>
                    <a:pt x="6864" y="10086"/>
                  </a:moveTo>
                  <a:cubicBezTo>
                    <a:pt x="6753" y="10160"/>
                    <a:pt x="6864" y="10333"/>
                    <a:pt x="6988" y="10271"/>
                  </a:cubicBezTo>
                  <a:cubicBezTo>
                    <a:pt x="7000" y="10271"/>
                    <a:pt x="7000" y="10259"/>
                    <a:pt x="7012" y="10259"/>
                  </a:cubicBezTo>
                  <a:lnTo>
                    <a:pt x="7185" y="10098"/>
                  </a:lnTo>
                  <a:cubicBezTo>
                    <a:pt x="7222" y="10061"/>
                    <a:pt x="7234" y="10012"/>
                    <a:pt x="7210" y="9962"/>
                  </a:cubicBezTo>
                  <a:cubicBezTo>
                    <a:pt x="7173" y="9888"/>
                    <a:pt x="7086" y="9876"/>
                    <a:pt x="7025" y="9925"/>
                  </a:cubicBezTo>
                  <a:cubicBezTo>
                    <a:pt x="6975" y="9987"/>
                    <a:pt x="6913" y="10036"/>
                    <a:pt x="6864" y="10086"/>
                  </a:cubicBezTo>
                  <a:close/>
                  <a:moveTo>
                    <a:pt x="7494" y="9432"/>
                  </a:moveTo>
                  <a:cubicBezTo>
                    <a:pt x="7395" y="9543"/>
                    <a:pt x="7568" y="9703"/>
                    <a:pt x="7679" y="9580"/>
                  </a:cubicBezTo>
                  <a:lnTo>
                    <a:pt x="7827" y="9407"/>
                  </a:lnTo>
                  <a:cubicBezTo>
                    <a:pt x="7926" y="9296"/>
                    <a:pt x="7790" y="9148"/>
                    <a:pt x="7679" y="9222"/>
                  </a:cubicBezTo>
                  <a:cubicBezTo>
                    <a:pt x="7666" y="9234"/>
                    <a:pt x="7654" y="9246"/>
                    <a:pt x="7642" y="9259"/>
                  </a:cubicBezTo>
                  <a:cubicBezTo>
                    <a:pt x="7592" y="9320"/>
                    <a:pt x="7543" y="9370"/>
                    <a:pt x="7494" y="9432"/>
                  </a:cubicBezTo>
                  <a:close/>
                  <a:moveTo>
                    <a:pt x="8049" y="8703"/>
                  </a:moveTo>
                  <a:cubicBezTo>
                    <a:pt x="7963" y="8827"/>
                    <a:pt x="8160" y="8975"/>
                    <a:pt x="8247" y="8827"/>
                  </a:cubicBezTo>
                  <a:cubicBezTo>
                    <a:pt x="8296" y="8765"/>
                    <a:pt x="8333" y="8703"/>
                    <a:pt x="8382" y="8629"/>
                  </a:cubicBezTo>
                  <a:cubicBezTo>
                    <a:pt x="8456" y="8518"/>
                    <a:pt x="8308" y="8382"/>
                    <a:pt x="8210" y="8481"/>
                  </a:cubicBezTo>
                  <a:cubicBezTo>
                    <a:pt x="8197" y="8493"/>
                    <a:pt x="8185" y="8493"/>
                    <a:pt x="8185" y="8506"/>
                  </a:cubicBezTo>
                  <a:cubicBezTo>
                    <a:pt x="8136" y="8567"/>
                    <a:pt x="8098" y="8642"/>
                    <a:pt x="8061" y="8703"/>
                  </a:cubicBezTo>
                  <a:close/>
                  <a:moveTo>
                    <a:pt x="8518" y="7913"/>
                  </a:moveTo>
                  <a:cubicBezTo>
                    <a:pt x="8493" y="7963"/>
                    <a:pt x="8506" y="8024"/>
                    <a:pt x="8543" y="8061"/>
                  </a:cubicBezTo>
                  <a:cubicBezTo>
                    <a:pt x="8605" y="8111"/>
                    <a:pt x="8691" y="8086"/>
                    <a:pt x="8728" y="8024"/>
                  </a:cubicBezTo>
                  <a:cubicBezTo>
                    <a:pt x="8765" y="7950"/>
                    <a:pt x="8802" y="7889"/>
                    <a:pt x="8827" y="7814"/>
                  </a:cubicBezTo>
                  <a:cubicBezTo>
                    <a:pt x="8888" y="7703"/>
                    <a:pt x="8740" y="7592"/>
                    <a:pt x="8654" y="7679"/>
                  </a:cubicBezTo>
                  <a:cubicBezTo>
                    <a:pt x="8642" y="7691"/>
                    <a:pt x="8629" y="7703"/>
                    <a:pt x="8629" y="7716"/>
                  </a:cubicBezTo>
                  <a:cubicBezTo>
                    <a:pt x="8592" y="7777"/>
                    <a:pt x="8555" y="7852"/>
                    <a:pt x="8518" y="7913"/>
                  </a:cubicBezTo>
                  <a:close/>
                  <a:moveTo>
                    <a:pt x="8901" y="7086"/>
                  </a:moveTo>
                  <a:cubicBezTo>
                    <a:pt x="8851" y="7197"/>
                    <a:pt x="9000" y="7296"/>
                    <a:pt x="9098" y="7210"/>
                  </a:cubicBezTo>
                  <a:cubicBezTo>
                    <a:pt x="9111" y="7197"/>
                    <a:pt x="9111" y="7185"/>
                    <a:pt x="9123" y="7173"/>
                  </a:cubicBezTo>
                  <a:cubicBezTo>
                    <a:pt x="9148" y="7099"/>
                    <a:pt x="9172" y="7024"/>
                    <a:pt x="9197" y="6950"/>
                  </a:cubicBezTo>
                  <a:cubicBezTo>
                    <a:pt x="9246" y="6827"/>
                    <a:pt x="9086" y="6728"/>
                    <a:pt x="9012" y="6839"/>
                  </a:cubicBezTo>
                  <a:cubicBezTo>
                    <a:pt x="9000" y="6839"/>
                    <a:pt x="8987" y="6852"/>
                    <a:pt x="8987" y="6876"/>
                  </a:cubicBezTo>
                  <a:cubicBezTo>
                    <a:pt x="8963" y="6938"/>
                    <a:pt x="8926" y="7012"/>
                    <a:pt x="8901" y="7086"/>
                  </a:cubicBezTo>
                  <a:close/>
                  <a:moveTo>
                    <a:pt x="9197" y="6222"/>
                  </a:moveTo>
                  <a:cubicBezTo>
                    <a:pt x="9160" y="6370"/>
                    <a:pt x="9382" y="6432"/>
                    <a:pt x="9419" y="6284"/>
                  </a:cubicBezTo>
                  <a:cubicBezTo>
                    <a:pt x="9444" y="6197"/>
                    <a:pt x="9456" y="6123"/>
                    <a:pt x="9481" y="6049"/>
                  </a:cubicBezTo>
                  <a:cubicBezTo>
                    <a:pt x="9506" y="5951"/>
                    <a:pt x="9395" y="5864"/>
                    <a:pt x="9308" y="5926"/>
                  </a:cubicBezTo>
                  <a:cubicBezTo>
                    <a:pt x="9284" y="5938"/>
                    <a:pt x="9259" y="5963"/>
                    <a:pt x="9246" y="6000"/>
                  </a:cubicBezTo>
                  <a:cubicBezTo>
                    <a:pt x="9234" y="6074"/>
                    <a:pt x="9209" y="6148"/>
                    <a:pt x="9197" y="6222"/>
                  </a:cubicBezTo>
                  <a:close/>
                  <a:moveTo>
                    <a:pt x="9382" y="5321"/>
                  </a:moveTo>
                  <a:cubicBezTo>
                    <a:pt x="9358" y="5444"/>
                    <a:pt x="9530" y="5506"/>
                    <a:pt x="9592" y="5407"/>
                  </a:cubicBezTo>
                  <a:cubicBezTo>
                    <a:pt x="9604" y="5395"/>
                    <a:pt x="9617" y="5370"/>
                    <a:pt x="9617" y="5358"/>
                  </a:cubicBezTo>
                  <a:cubicBezTo>
                    <a:pt x="9629" y="5284"/>
                    <a:pt x="9629" y="5198"/>
                    <a:pt x="9641" y="5124"/>
                  </a:cubicBezTo>
                  <a:cubicBezTo>
                    <a:pt x="9641" y="5099"/>
                    <a:pt x="9641" y="5087"/>
                    <a:pt x="9641" y="5062"/>
                  </a:cubicBezTo>
                  <a:cubicBezTo>
                    <a:pt x="9666" y="5000"/>
                    <a:pt x="9629" y="4938"/>
                    <a:pt x="9567" y="4926"/>
                  </a:cubicBezTo>
                  <a:cubicBezTo>
                    <a:pt x="9555" y="4914"/>
                    <a:pt x="9543" y="4914"/>
                    <a:pt x="9530" y="4926"/>
                  </a:cubicBezTo>
                  <a:cubicBezTo>
                    <a:pt x="9456" y="4926"/>
                    <a:pt x="9370" y="4926"/>
                    <a:pt x="9296" y="4926"/>
                  </a:cubicBezTo>
                  <a:cubicBezTo>
                    <a:pt x="9172" y="4926"/>
                    <a:pt x="9135" y="5111"/>
                    <a:pt x="9259" y="5148"/>
                  </a:cubicBezTo>
                  <a:cubicBezTo>
                    <a:pt x="9271" y="5161"/>
                    <a:pt x="9284" y="5161"/>
                    <a:pt x="9308" y="5161"/>
                  </a:cubicBezTo>
                  <a:lnTo>
                    <a:pt x="9419" y="5161"/>
                  </a:lnTo>
                  <a:cubicBezTo>
                    <a:pt x="9419" y="5222"/>
                    <a:pt x="9395" y="5272"/>
                    <a:pt x="9395" y="5333"/>
                  </a:cubicBezTo>
                  <a:close/>
                  <a:moveTo>
                    <a:pt x="9456" y="4420"/>
                  </a:moveTo>
                  <a:cubicBezTo>
                    <a:pt x="9469" y="4556"/>
                    <a:pt x="9666" y="4556"/>
                    <a:pt x="9679" y="4420"/>
                  </a:cubicBezTo>
                  <a:lnTo>
                    <a:pt x="9679" y="4358"/>
                  </a:lnTo>
                  <a:lnTo>
                    <a:pt x="9679" y="4173"/>
                  </a:lnTo>
                  <a:cubicBezTo>
                    <a:pt x="9679" y="4050"/>
                    <a:pt x="9506" y="4025"/>
                    <a:pt x="9456" y="4136"/>
                  </a:cubicBezTo>
                  <a:cubicBezTo>
                    <a:pt x="9456" y="4161"/>
                    <a:pt x="9456" y="4173"/>
                    <a:pt x="9456" y="4185"/>
                  </a:cubicBezTo>
                  <a:lnTo>
                    <a:pt x="9456" y="4420"/>
                  </a:lnTo>
                  <a:close/>
                  <a:moveTo>
                    <a:pt x="9395" y="3506"/>
                  </a:moveTo>
                  <a:cubicBezTo>
                    <a:pt x="9407" y="3642"/>
                    <a:pt x="9604" y="3642"/>
                    <a:pt x="9617" y="3506"/>
                  </a:cubicBezTo>
                  <a:lnTo>
                    <a:pt x="9617" y="3482"/>
                  </a:lnTo>
                  <a:cubicBezTo>
                    <a:pt x="9604" y="3395"/>
                    <a:pt x="9592" y="3321"/>
                    <a:pt x="9580" y="3235"/>
                  </a:cubicBezTo>
                  <a:cubicBezTo>
                    <a:pt x="9555" y="3111"/>
                    <a:pt x="9370" y="3111"/>
                    <a:pt x="9358" y="3235"/>
                  </a:cubicBezTo>
                  <a:cubicBezTo>
                    <a:pt x="9345" y="3260"/>
                    <a:pt x="9345" y="3272"/>
                    <a:pt x="9358" y="3284"/>
                  </a:cubicBezTo>
                  <a:cubicBezTo>
                    <a:pt x="9370" y="3358"/>
                    <a:pt x="9382" y="3432"/>
                    <a:pt x="9395" y="3506"/>
                  </a:cubicBezTo>
                  <a:close/>
                  <a:moveTo>
                    <a:pt x="9111" y="2692"/>
                  </a:moveTo>
                  <a:cubicBezTo>
                    <a:pt x="9197" y="2791"/>
                    <a:pt x="9358" y="2716"/>
                    <a:pt x="9321" y="2593"/>
                  </a:cubicBezTo>
                  <a:cubicBezTo>
                    <a:pt x="9308" y="2568"/>
                    <a:pt x="9308" y="2556"/>
                    <a:pt x="9296" y="2544"/>
                  </a:cubicBezTo>
                  <a:cubicBezTo>
                    <a:pt x="9234" y="2482"/>
                    <a:pt x="9172" y="2420"/>
                    <a:pt x="9098" y="2371"/>
                  </a:cubicBezTo>
                  <a:cubicBezTo>
                    <a:pt x="8987" y="2297"/>
                    <a:pt x="8851" y="2433"/>
                    <a:pt x="8938" y="2544"/>
                  </a:cubicBezTo>
                  <a:cubicBezTo>
                    <a:pt x="8950" y="2544"/>
                    <a:pt x="8963" y="2556"/>
                    <a:pt x="8975" y="2568"/>
                  </a:cubicBezTo>
                  <a:cubicBezTo>
                    <a:pt x="9024" y="2593"/>
                    <a:pt x="9074" y="2642"/>
                    <a:pt x="9111" y="2692"/>
                  </a:cubicBezTo>
                  <a:close/>
                  <a:moveTo>
                    <a:pt x="8395" y="2544"/>
                  </a:moveTo>
                  <a:cubicBezTo>
                    <a:pt x="8531" y="2507"/>
                    <a:pt x="8493" y="2309"/>
                    <a:pt x="8358" y="2321"/>
                  </a:cubicBezTo>
                  <a:cubicBezTo>
                    <a:pt x="8345" y="2321"/>
                    <a:pt x="8333" y="2321"/>
                    <a:pt x="8321" y="2321"/>
                  </a:cubicBezTo>
                  <a:cubicBezTo>
                    <a:pt x="8247" y="2346"/>
                    <a:pt x="8173" y="2383"/>
                    <a:pt x="8098" y="2420"/>
                  </a:cubicBezTo>
                  <a:cubicBezTo>
                    <a:pt x="8074" y="2433"/>
                    <a:pt x="8049" y="2445"/>
                    <a:pt x="8037" y="2470"/>
                  </a:cubicBezTo>
                  <a:cubicBezTo>
                    <a:pt x="8000" y="2568"/>
                    <a:pt x="8098" y="2679"/>
                    <a:pt x="8197" y="2630"/>
                  </a:cubicBezTo>
                  <a:cubicBezTo>
                    <a:pt x="8259" y="2593"/>
                    <a:pt x="8333" y="2568"/>
                    <a:pt x="8395" y="2544"/>
                  </a:cubicBezTo>
                  <a:close/>
                  <a:moveTo>
                    <a:pt x="7642" y="3000"/>
                  </a:moveTo>
                  <a:cubicBezTo>
                    <a:pt x="7666" y="2976"/>
                    <a:pt x="7679" y="2951"/>
                    <a:pt x="7679" y="2926"/>
                  </a:cubicBezTo>
                  <a:cubicBezTo>
                    <a:pt x="7691" y="2815"/>
                    <a:pt x="7568" y="2754"/>
                    <a:pt x="7494" y="2815"/>
                  </a:cubicBezTo>
                  <a:cubicBezTo>
                    <a:pt x="7420" y="2877"/>
                    <a:pt x="7370" y="2926"/>
                    <a:pt x="7308" y="3000"/>
                  </a:cubicBezTo>
                  <a:cubicBezTo>
                    <a:pt x="7284" y="3037"/>
                    <a:pt x="7271" y="3087"/>
                    <a:pt x="7296" y="3136"/>
                  </a:cubicBezTo>
                  <a:cubicBezTo>
                    <a:pt x="7346" y="3198"/>
                    <a:pt x="7432" y="3210"/>
                    <a:pt x="7481" y="3149"/>
                  </a:cubicBezTo>
                  <a:cubicBezTo>
                    <a:pt x="7531" y="3087"/>
                    <a:pt x="7580" y="3037"/>
                    <a:pt x="7642" y="2988"/>
                  </a:cubicBezTo>
                  <a:close/>
                  <a:moveTo>
                    <a:pt x="7259" y="3692"/>
                  </a:moveTo>
                  <a:cubicBezTo>
                    <a:pt x="7259" y="3655"/>
                    <a:pt x="7234" y="3605"/>
                    <a:pt x="7185" y="3593"/>
                  </a:cubicBezTo>
                  <a:cubicBezTo>
                    <a:pt x="7111" y="3568"/>
                    <a:pt x="7025" y="3630"/>
                    <a:pt x="7037" y="3704"/>
                  </a:cubicBezTo>
                  <a:cubicBezTo>
                    <a:pt x="7037" y="3790"/>
                    <a:pt x="7049" y="3877"/>
                    <a:pt x="7086" y="3963"/>
                  </a:cubicBezTo>
                  <a:cubicBezTo>
                    <a:pt x="7123" y="4099"/>
                    <a:pt x="7321" y="4050"/>
                    <a:pt x="7308" y="3914"/>
                  </a:cubicBezTo>
                  <a:cubicBezTo>
                    <a:pt x="7308" y="3914"/>
                    <a:pt x="7308" y="3901"/>
                    <a:pt x="7308" y="3889"/>
                  </a:cubicBezTo>
                  <a:cubicBezTo>
                    <a:pt x="7284" y="3827"/>
                    <a:pt x="7271" y="3766"/>
                    <a:pt x="7271" y="3692"/>
                  </a:cubicBezTo>
                  <a:close/>
                  <a:moveTo>
                    <a:pt x="7666" y="4408"/>
                  </a:moveTo>
                  <a:cubicBezTo>
                    <a:pt x="7568" y="4321"/>
                    <a:pt x="7420" y="4432"/>
                    <a:pt x="7481" y="4556"/>
                  </a:cubicBezTo>
                  <a:cubicBezTo>
                    <a:pt x="7481" y="4556"/>
                    <a:pt x="7494" y="4568"/>
                    <a:pt x="7506" y="4580"/>
                  </a:cubicBezTo>
                  <a:cubicBezTo>
                    <a:pt x="7555" y="4642"/>
                    <a:pt x="7617" y="4691"/>
                    <a:pt x="7679" y="4741"/>
                  </a:cubicBezTo>
                  <a:cubicBezTo>
                    <a:pt x="7802" y="4840"/>
                    <a:pt x="7950" y="4667"/>
                    <a:pt x="7839" y="4568"/>
                  </a:cubicBezTo>
                  <a:cubicBezTo>
                    <a:pt x="7778" y="4519"/>
                    <a:pt x="7728" y="4469"/>
                    <a:pt x="7666" y="4408"/>
                  </a:cubicBezTo>
                  <a:close/>
                  <a:moveTo>
                    <a:pt x="8395" y="4852"/>
                  </a:moveTo>
                  <a:cubicBezTo>
                    <a:pt x="8271" y="4815"/>
                    <a:pt x="8197" y="4988"/>
                    <a:pt x="8308" y="5062"/>
                  </a:cubicBezTo>
                  <a:cubicBezTo>
                    <a:pt x="8321" y="5062"/>
                    <a:pt x="8333" y="5074"/>
                    <a:pt x="8345" y="5074"/>
                  </a:cubicBezTo>
                  <a:cubicBezTo>
                    <a:pt x="8419" y="5099"/>
                    <a:pt x="8493" y="5111"/>
                    <a:pt x="8580" y="5124"/>
                  </a:cubicBezTo>
                  <a:cubicBezTo>
                    <a:pt x="8703" y="5136"/>
                    <a:pt x="8765" y="4963"/>
                    <a:pt x="8654" y="4901"/>
                  </a:cubicBezTo>
                  <a:cubicBezTo>
                    <a:pt x="8642" y="4901"/>
                    <a:pt x="8629" y="4889"/>
                    <a:pt x="8617" y="4889"/>
                  </a:cubicBezTo>
                  <a:cubicBezTo>
                    <a:pt x="8543" y="4877"/>
                    <a:pt x="8469" y="4864"/>
                    <a:pt x="8395" y="4852"/>
                  </a:cubicBezTo>
                  <a:close/>
                  <a:moveTo>
                    <a:pt x="10197" y="4852"/>
                  </a:moveTo>
                  <a:cubicBezTo>
                    <a:pt x="10074" y="4864"/>
                    <a:pt x="10074" y="5049"/>
                    <a:pt x="10197" y="5074"/>
                  </a:cubicBezTo>
                  <a:cubicBezTo>
                    <a:pt x="10209" y="5074"/>
                    <a:pt x="10222" y="5074"/>
                    <a:pt x="10234" y="5074"/>
                  </a:cubicBezTo>
                  <a:lnTo>
                    <a:pt x="10469" y="5037"/>
                  </a:lnTo>
                  <a:cubicBezTo>
                    <a:pt x="10592" y="5012"/>
                    <a:pt x="10592" y="4827"/>
                    <a:pt x="10469" y="4815"/>
                  </a:cubicBezTo>
                  <a:cubicBezTo>
                    <a:pt x="10456" y="4803"/>
                    <a:pt x="10431" y="4803"/>
                    <a:pt x="10419" y="4815"/>
                  </a:cubicBezTo>
                  <a:cubicBezTo>
                    <a:pt x="10345" y="4827"/>
                    <a:pt x="10271" y="4840"/>
                    <a:pt x="10197" y="4852"/>
                  </a:cubicBezTo>
                  <a:close/>
                  <a:moveTo>
                    <a:pt x="11098" y="4667"/>
                  </a:moveTo>
                  <a:cubicBezTo>
                    <a:pt x="11012" y="4691"/>
                    <a:pt x="10975" y="4803"/>
                    <a:pt x="11049" y="4864"/>
                  </a:cubicBezTo>
                  <a:cubicBezTo>
                    <a:pt x="11073" y="4889"/>
                    <a:pt x="11123" y="4901"/>
                    <a:pt x="11160" y="4901"/>
                  </a:cubicBezTo>
                  <a:lnTo>
                    <a:pt x="11382" y="4840"/>
                  </a:lnTo>
                  <a:cubicBezTo>
                    <a:pt x="11518" y="4803"/>
                    <a:pt x="11493" y="4593"/>
                    <a:pt x="11345" y="4605"/>
                  </a:cubicBezTo>
                  <a:lnTo>
                    <a:pt x="11320" y="4605"/>
                  </a:lnTo>
                  <a:lnTo>
                    <a:pt x="11098" y="4667"/>
                  </a:lnTo>
                  <a:close/>
                  <a:moveTo>
                    <a:pt x="11987" y="4408"/>
                  </a:moveTo>
                  <a:cubicBezTo>
                    <a:pt x="11851" y="4457"/>
                    <a:pt x="11888" y="4642"/>
                    <a:pt x="12024" y="4642"/>
                  </a:cubicBezTo>
                  <a:cubicBezTo>
                    <a:pt x="12036" y="4642"/>
                    <a:pt x="12049" y="4642"/>
                    <a:pt x="12061" y="4642"/>
                  </a:cubicBezTo>
                  <a:lnTo>
                    <a:pt x="12283" y="4556"/>
                  </a:lnTo>
                  <a:cubicBezTo>
                    <a:pt x="12394" y="4519"/>
                    <a:pt x="12369" y="4334"/>
                    <a:pt x="12246" y="4334"/>
                  </a:cubicBezTo>
                  <a:cubicBezTo>
                    <a:pt x="12221" y="4334"/>
                    <a:pt x="12209" y="4334"/>
                    <a:pt x="12197" y="4346"/>
                  </a:cubicBezTo>
                  <a:lnTo>
                    <a:pt x="11987" y="4420"/>
                  </a:lnTo>
                  <a:close/>
                  <a:moveTo>
                    <a:pt x="12839" y="4074"/>
                  </a:moveTo>
                  <a:cubicBezTo>
                    <a:pt x="12727" y="4124"/>
                    <a:pt x="12764" y="4296"/>
                    <a:pt x="12888" y="4296"/>
                  </a:cubicBezTo>
                  <a:cubicBezTo>
                    <a:pt x="12900" y="4296"/>
                    <a:pt x="12913" y="4296"/>
                    <a:pt x="12925" y="4284"/>
                  </a:cubicBezTo>
                  <a:lnTo>
                    <a:pt x="13147" y="4185"/>
                  </a:lnTo>
                  <a:cubicBezTo>
                    <a:pt x="13258" y="4136"/>
                    <a:pt x="13209" y="3951"/>
                    <a:pt x="13085" y="3963"/>
                  </a:cubicBezTo>
                  <a:cubicBezTo>
                    <a:pt x="13073" y="3963"/>
                    <a:pt x="13061" y="3976"/>
                    <a:pt x="13048" y="3976"/>
                  </a:cubicBezTo>
                  <a:close/>
                  <a:moveTo>
                    <a:pt x="13653" y="3655"/>
                  </a:moveTo>
                  <a:cubicBezTo>
                    <a:pt x="13542" y="3729"/>
                    <a:pt x="13604" y="3889"/>
                    <a:pt x="13727" y="3877"/>
                  </a:cubicBezTo>
                  <a:cubicBezTo>
                    <a:pt x="13740" y="3877"/>
                    <a:pt x="13752" y="3864"/>
                    <a:pt x="13764" y="3864"/>
                  </a:cubicBezTo>
                  <a:cubicBezTo>
                    <a:pt x="13838" y="3827"/>
                    <a:pt x="13900" y="3778"/>
                    <a:pt x="13974" y="3741"/>
                  </a:cubicBezTo>
                  <a:cubicBezTo>
                    <a:pt x="14098" y="3655"/>
                    <a:pt x="13987" y="3457"/>
                    <a:pt x="13851" y="3544"/>
                  </a:cubicBezTo>
                  <a:close/>
                  <a:moveTo>
                    <a:pt x="14419" y="3161"/>
                  </a:moveTo>
                  <a:cubicBezTo>
                    <a:pt x="14320" y="3235"/>
                    <a:pt x="14394" y="3395"/>
                    <a:pt x="14517" y="3371"/>
                  </a:cubicBezTo>
                  <a:cubicBezTo>
                    <a:pt x="14530" y="3371"/>
                    <a:pt x="14554" y="3358"/>
                    <a:pt x="14567" y="3358"/>
                  </a:cubicBezTo>
                  <a:cubicBezTo>
                    <a:pt x="14628" y="3309"/>
                    <a:pt x="14690" y="3260"/>
                    <a:pt x="14752" y="3210"/>
                  </a:cubicBezTo>
                  <a:cubicBezTo>
                    <a:pt x="14826" y="3149"/>
                    <a:pt x="14801" y="3013"/>
                    <a:pt x="14690" y="3000"/>
                  </a:cubicBezTo>
                  <a:cubicBezTo>
                    <a:pt x="14665" y="3000"/>
                    <a:pt x="14628" y="3013"/>
                    <a:pt x="14604" y="3025"/>
                  </a:cubicBezTo>
                  <a:close/>
                  <a:moveTo>
                    <a:pt x="15135" y="2581"/>
                  </a:moveTo>
                  <a:cubicBezTo>
                    <a:pt x="15097" y="2605"/>
                    <a:pt x="15085" y="2655"/>
                    <a:pt x="15097" y="2692"/>
                  </a:cubicBezTo>
                  <a:cubicBezTo>
                    <a:pt x="15110" y="2778"/>
                    <a:pt x="15221" y="2815"/>
                    <a:pt x="15295" y="2754"/>
                  </a:cubicBezTo>
                  <a:cubicBezTo>
                    <a:pt x="15344" y="2704"/>
                    <a:pt x="15406" y="2642"/>
                    <a:pt x="15455" y="2593"/>
                  </a:cubicBezTo>
                  <a:cubicBezTo>
                    <a:pt x="15579" y="2482"/>
                    <a:pt x="15418" y="2309"/>
                    <a:pt x="15307" y="2420"/>
                  </a:cubicBezTo>
                  <a:cubicBezTo>
                    <a:pt x="15246" y="2470"/>
                    <a:pt x="15196" y="2531"/>
                    <a:pt x="15135" y="2581"/>
                  </a:cubicBezTo>
                  <a:close/>
                  <a:moveTo>
                    <a:pt x="15752" y="1926"/>
                  </a:moveTo>
                  <a:cubicBezTo>
                    <a:pt x="15715" y="1951"/>
                    <a:pt x="15715" y="2001"/>
                    <a:pt x="15739" y="2050"/>
                  </a:cubicBezTo>
                  <a:cubicBezTo>
                    <a:pt x="15776" y="2124"/>
                    <a:pt x="15875" y="2124"/>
                    <a:pt x="15925" y="2062"/>
                  </a:cubicBezTo>
                  <a:cubicBezTo>
                    <a:pt x="15974" y="2001"/>
                    <a:pt x="16023" y="1939"/>
                    <a:pt x="16073" y="1877"/>
                  </a:cubicBezTo>
                  <a:cubicBezTo>
                    <a:pt x="16134" y="1778"/>
                    <a:pt x="16023" y="1655"/>
                    <a:pt x="15925" y="1717"/>
                  </a:cubicBezTo>
                  <a:cubicBezTo>
                    <a:pt x="15912" y="1717"/>
                    <a:pt x="15900" y="1729"/>
                    <a:pt x="15900" y="1741"/>
                  </a:cubicBezTo>
                  <a:cubicBezTo>
                    <a:pt x="15850" y="1803"/>
                    <a:pt x="15801" y="1865"/>
                    <a:pt x="15752" y="1926"/>
                  </a:cubicBezTo>
                  <a:close/>
                  <a:moveTo>
                    <a:pt x="16270" y="1173"/>
                  </a:moveTo>
                  <a:cubicBezTo>
                    <a:pt x="16159" y="1285"/>
                    <a:pt x="16332" y="1445"/>
                    <a:pt x="16443" y="1322"/>
                  </a:cubicBezTo>
                  <a:cubicBezTo>
                    <a:pt x="16455" y="1322"/>
                    <a:pt x="16455" y="1309"/>
                    <a:pt x="16468" y="1297"/>
                  </a:cubicBezTo>
                  <a:lnTo>
                    <a:pt x="16492" y="1248"/>
                  </a:lnTo>
                  <a:lnTo>
                    <a:pt x="16542" y="1149"/>
                  </a:lnTo>
                  <a:lnTo>
                    <a:pt x="16579" y="1087"/>
                  </a:lnTo>
                  <a:cubicBezTo>
                    <a:pt x="16653" y="964"/>
                    <a:pt x="16480" y="853"/>
                    <a:pt x="16394" y="951"/>
                  </a:cubicBezTo>
                  <a:cubicBezTo>
                    <a:pt x="16381" y="964"/>
                    <a:pt x="16381" y="976"/>
                    <a:pt x="16381" y="976"/>
                  </a:cubicBezTo>
                  <a:lnTo>
                    <a:pt x="16344" y="1038"/>
                  </a:lnTo>
                  <a:lnTo>
                    <a:pt x="16295" y="1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127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3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3129" name="Google Shape;3129;p35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3130" name="Google Shape;3130;p35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131" name="Google Shape;3131;p3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3132" name="Google Shape;3132;p35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3133" name="Google Shape;3133;p3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" name="Google Shape;3134;p3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" name="Google Shape;3135;p3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" name="Google Shape;3136;p3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" name="Google Shape;3137;p3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" name="Google Shape;3138;p3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" name="Google Shape;3139;p3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" name="Google Shape;3140;p3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" name="Google Shape;3141;p3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" name="Google Shape;3142;p3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" name="Google Shape;3143;p3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" name="Google Shape;3144;p3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" name="Google Shape;3145;p3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" name="Google Shape;3146;p3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" name="Google Shape;3147;p3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48" name="Google Shape;3148;p35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3149" name="Google Shape;3149;p3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" name="Google Shape;3150;p3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" name="Google Shape;3151;p3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" name="Google Shape;3152;p3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" name="Google Shape;3153;p3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" name="Google Shape;3154;p3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" name="Google Shape;3155;p3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" name="Google Shape;3156;p3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" name="Google Shape;3157;p3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" name="Google Shape;3158;p3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" name="Google Shape;3159;p3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" name="Google Shape;3160;p3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" name="Google Shape;3161;p3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" name="Google Shape;3162;p3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" name="Google Shape;3163;p3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3164" name="Google Shape;3164;p35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165" name="Google Shape;3165;p35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166" name="Google Shape;3166;p35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167" name="Google Shape;3167;p35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168" name="Google Shape;3168;p35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169" name="Google Shape;3169;p3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3170" name="Google Shape;3170;p35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171" name="Google Shape;3171;p35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72" name="Google Shape;3172;p35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73" name="Google Shape;3173;p35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174" name="Google Shape;3174;p35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3175" name="Shape 3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6" name="Google Shape;3176;p152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7" name="Google Shape;3177;p152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178" name="Google Shape;3178;p152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3179" name="Google Shape;3179;p152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3180" name="Google Shape;3180;p152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3181" name="Google Shape;3181;p152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152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152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152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152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152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152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152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152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152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152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92" name="Google Shape;3192;p152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93" name="Google Shape;3193;p152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3194" name="Google Shape;3194;p152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152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152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152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152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152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152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152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152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152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152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05" name="Google Shape;3205;p152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3206" name="Google Shape;3206;p152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152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08" name="Google Shape;3208;p152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3209" name="Google Shape;3209;p152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152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152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152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152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152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15" name="Google Shape;3215;p152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152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217" name="Google Shape;3217;p152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218" name="Shape 3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9" name="Google Shape;3219;p15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220" name="Google Shape;3220;p15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15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15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15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15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15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15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15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15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15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15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15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15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15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15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15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15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15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15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15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15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15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42" name="Google Shape;3242;p153"/>
          <p:cNvSpPr txBox="1"/>
          <p:nvPr>
            <p:ph idx="1" type="subTitle"/>
          </p:nvPr>
        </p:nvSpPr>
        <p:spPr>
          <a:xfrm>
            <a:off x="3117150" y="3530226"/>
            <a:ext cx="29097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243" name="Google Shape;3243;p153"/>
          <p:cNvSpPr txBox="1"/>
          <p:nvPr>
            <p:ph type="title"/>
          </p:nvPr>
        </p:nvSpPr>
        <p:spPr>
          <a:xfrm>
            <a:off x="1918650" y="1613852"/>
            <a:ext cx="5306700" cy="17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244" name="Google Shape;3244;p153"/>
          <p:cNvSpPr txBox="1"/>
          <p:nvPr>
            <p:ph idx="2" type="title"/>
          </p:nvPr>
        </p:nvSpPr>
        <p:spPr>
          <a:xfrm>
            <a:off x="3843750" y="591078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3245" name="Google Shape;3245;p153"/>
          <p:cNvGrpSpPr/>
          <p:nvPr/>
        </p:nvGrpSpPr>
        <p:grpSpPr>
          <a:xfrm flipH="1" rot="-697126">
            <a:off x="569287" y="-351303"/>
            <a:ext cx="1305393" cy="1346461"/>
            <a:chOff x="1492000" y="427450"/>
            <a:chExt cx="1188000" cy="1225375"/>
          </a:xfrm>
        </p:grpSpPr>
        <p:sp>
          <p:nvSpPr>
            <p:cNvPr id="3246" name="Google Shape;3246;p153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153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153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153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153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153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153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153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153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153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153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257" name="Shape 3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8" name="Google Shape;3258;p154"/>
          <p:cNvSpPr/>
          <p:nvPr/>
        </p:nvSpPr>
        <p:spPr>
          <a:xfrm>
            <a:off x="8740343" y="1780347"/>
            <a:ext cx="20479" cy="58449"/>
          </a:xfrm>
          <a:custGeom>
            <a:rect b="b" l="l" r="r" t="t"/>
            <a:pathLst>
              <a:path extrusionOk="0" h="1403" w="488">
                <a:moveTo>
                  <a:pt x="249" y="0"/>
                </a:moveTo>
                <a:cubicBezTo>
                  <a:pt x="193" y="0"/>
                  <a:pt x="139" y="35"/>
                  <a:pt x="118" y="90"/>
                </a:cubicBezTo>
                <a:cubicBezTo>
                  <a:pt x="73" y="190"/>
                  <a:pt x="46" y="289"/>
                  <a:pt x="28" y="397"/>
                </a:cubicBezTo>
                <a:cubicBezTo>
                  <a:pt x="19" y="442"/>
                  <a:pt x="1" y="496"/>
                  <a:pt x="19" y="541"/>
                </a:cubicBezTo>
                <a:cubicBezTo>
                  <a:pt x="19" y="559"/>
                  <a:pt x="28" y="568"/>
                  <a:pt x="37" y="586"/>
                </a:cubicBezTo>
                <a:cubicBezTo>
                  <a:pt x="64" y="595"/>
                  <a:pt x="145" y="613"/>
                  <a:pt x="145" y="622"/>
                </a:cubicBezTo>
                <a:cubicBezTo>
                  <a:pt x="145" y="631"/>
                  <a:pt x="100" y="649"/>
                  <a:pt x="73" y="658"/>
                </a:cubicBezTo>
                <a:cubicBezTo>
                  <a:pt x="37" y="667"/>
                  <a:pt x="46" y="685"/>
                  <a:pt x="46" y="694"/>
                </a:cubicBezTo>
                <a:cubicBezTo>
                  <a:pt x="37" y="902"/>
                  <a:pt x="46" y="1100"/>
                  <a:pt x="109" y="1307"/>
                </a:cubicBezTo>
                <a:cubicBezTo>
                  <a:pt x="118" y="1343"/>
                  <a:pt x="154" y="1379"/>
                  <a:pt x="190" y="1397"/>
                </a:cubicBezTo>
                <a:cubicBezTo>
                  <a:pt x="203" y="1401"/>
                  <a:pt x="215" y="1402"/>
                  <a:pt x="228" y="1402"/>
                </a:cubicBezTo>
                <a:cubicBezTo>
                  <a:pt x="289" y="1402"/>
                  <a:pt x="348" y="1367"/>
                  <a:pt x="371" y="1307"/>
                </a:cubicBezTo>
                <a:cubicBezTo>
                  <a:pt x="434" y="1109"/>
                  <a:pt x="443" y="902"/>
                  <a:pt x="443" y="703"/>
                </a:cubicBezTo>
                <a:cubicBezTo>
                  <a:pt x="443" y="685"/>
                  <a:pt x="452" y="676"/>
                  <a:pt x="416" y="658"/>
                </a:cubicBezTo>
                <a:cubicBezTo>
                  <a:pt x="389" y="649"/>
                  <a:pt x="344" y="640"/>
                  <a:pt x="344" y="622"/>
                </a:cubicBezTo>
                <a:cubicBezTo>
                  <a:pt x="344" y="613"/>
                  <a:pt x="425" y="595"/>
                  <a:pt x="443" y="586"/>
                </a:cubicBezTo>
                <a:cubicBezTo>
                  <a:pt x="461" y="577"/>
                  <a:pt x="470" y="559"/>
                  <a:pt x="470" y="550"/>
                </a:cubicBezTo>
                <a:cubicBezTo>
                  <a:pt x="488" y="496"/>
                  <a:pt x="470" y="451"/>
                  <a:pt x="461" y="397"/>
                </a:cubicBezTo>
                <a:cubicBezTo>
                  <a:pt x="443" y="298"/>
                  <a:pt x="416" y="190"/>
                  <a:pt x="380" y="90"/>
                </a:cubicBezTo>
                <a:cubicBezTo>
                  <a:pt x="362" y="54"/>
                  <a:pt x="335" y="27"/>
                  <a:pt x="298" y="9"/>
                </a:cubicBezTo>
                <a:cubicBezTo>
                  <a:pt x="282" y="3"/>
                  <a:pt x="266" y="0"/>
                  <a:pt x="2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59" name="Google Shape;3259;p15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260" name="Google Shape;3260;p15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15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15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15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15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15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15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15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15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15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15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15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15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15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15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15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15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15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15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15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15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15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82" name="Google Shape;3282;p154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283" name="Google Shape;3283;p154"/>
          <p:cNvSpPr txBox="1"/>
          <p:nvPr>
            <p:ph idx="1" type="body"/>
          </p:nvPr>
        </p:nvSpPr>
        <p:spPr>
          <a:xfrm>
            <a:off x="720000" y="1170724"/>
            <a:ext cx="7704000" cy="389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1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AutoNum type="romanLcPeriod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284" name="Shape 3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85" name="Google Shape;3285;p155"/>
          <p:cNvGrpSpPr/>
          <p:nvPr/>
        </p:nvGrpSpPr>
        <p:grpSpPr>
          <a:xfrm>
            <a:off x="352670" y="6764"/>
            <a:ext cx="8793030" cy="5129556"/>
            <a:chOff x="514825" y="859725"/>
            <a:chExt cx="6865800" cy="4005275"/>
          </a:xfrm>
        </p:grpSpPr>
        <p:sp>
          <p:nvSpPr>
            <p:cNvPr id="3286" name="Google Shape;3286;p15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15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15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15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15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15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15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15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15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15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15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15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15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15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15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15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15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15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15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15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15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07" name="Google Shape;3307;p155"/>
          <p:cNvSpPr txBox="1"/>
          <p:nvPr>
            <p:ph type="title"/>
          </p:nvPr>
        </p:nvSpPr>
        <p:spPr>
          <a:xfrm>
            <a:off x="4572000" y="540000"/>
            <a:ext cx="3852000" cy="4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9" name="Google Shape;3309;p15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310" name="Google Shape;3310;p15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15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15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15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15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15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15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15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15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15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15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15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15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15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15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15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15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15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15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9" name="Google Shape;3329;p156"/>
          <p:cNvSpPr txBox="1"/>
          <p:nvPr>
            <p:ph idx="1" type="subTitle"/>
          </p:nvPr>
        </p:nvSpPr>
        <p:spPr>
          <a:xfrm>
            <a:off x="890100" y="1760244"/>
            <a:ext cx="7533900" cy="27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30" name="Google Shape;3330;p156"/>
          <p:cNvSpPr txBox="1"/>
          <p:nvPr>
            <p:ph type="title"/>
          </p:nvPr>
        </p:nvSpPr>
        <p:spPr>
          <a:xfrm>
            <a:off x="4572000" y="540000"/>
            <a:ext cx="3852000" cy="103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331" name="Shape 3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32" name="Google Shape;3332;p15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333" name="Google Shape;3333;p15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15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15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15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15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15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15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15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15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15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15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15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15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15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15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15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15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15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15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3352" name="Google Shape;3352;p157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353" name="Google Shape;3353;p157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157"/>
          <p:cNvSpPr txBox="1"/>
          <p:nvPr>
            <p:ph type="title"/>
          </p:nvPr>
        </p:nvSpPr>
        <p:spPr>
          <a:xfrm>
            <a:off x="720000" y="1560650"/>
            <a:ext cx="3519300" cy="167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355" name="Google Shape;3355;p157"/>
          <p:cNvSpPr txBox="1"/>
          <p:nvPr>
            <p:ph idx="1" type="subTitle"/>
          </p:nvPr>
        </p:nvSpPr>
        <p:spPr>
          <a:xfrm rot="684086">
            <a:off x="5771626" y="1941489"/>
            <a:ext cx="1878775" cy="154912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356" name="Shape 3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7" name="Google Shape;3357;p15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358" name="Google Shape;3358;p15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15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15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15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15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15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15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15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15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15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15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15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15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15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15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15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15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15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15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77" name="Google Shape;3377;p158"/>
          <p:cNvSpPr txBox="1"/>
          <p:nvPr>
            <p:ph type="title"/>
          </p:nvPr>
        </p:nvSpPr>
        <p:spPr>
          <a:xfrm>
            <a:off x="1061575" y="1472687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378" name="Google Shape;3378;p158"/>
          <p:cNvSpPr txBox="1"/>
          <p:nvPr>
            <p:ph idx="1" type="body"/>
          </p:nvPr>
        </p:nvSpPr>
        <p:spPr>
          <a:xfrm>
            <a:off x="1061575" y="2468991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cxnSp>
        <p:nvCxnSpPr>
          <p:cNvPr id="3379" name="Google Shape;3379;p158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380" name="Google Shape;3380;p158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381" name="Shape 3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2" name="Google Shape;3382;p159"/>
          <p:cNvSpPr txBox="1"/>
          <p:nvPr>
            <p:ph type="title"/>
          </p:nvPr>
        </p:nvSpPr>
        <p:spPr>
          <a:xfrm>
            <a:off x="3223200" y="1570950"/>
            <a:ext cx="2697600" cy="20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383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84" name="Google Shape;3384;p16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385" name="Google Shape;3385;p16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16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16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16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16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16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16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16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16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16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16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16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16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16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16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16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16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16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16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3404" name="Google Shape;3404;p160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3405" name="Google Shape;3405;p160"/>
          <p:cNvSpPr txBox="1"/>
          <p:nvPr>
            <p:ph hasCustomPrompt="1" type="title"/>
          </p:nvPr>
        </p:nvSpPr>
        <p:spPr>
          <a:xfrm>
            <a:off x="1768200" y="1654521"/>
            <a:ext cx="5607600" cy="8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406" name="Google Shape;3406;p160"/>
          <p:cNvSpPr txBox="1"/>
          <p:nvPr>
            <p:ph idx="1" type="body"/>
          </p:nvPr>
        </p:nvSpPr>
        <p:spPr>
          <a:xfrm>
            <a:off x="2710050" y="2650221"/>
            <a:ext cx="3723900" cy="6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3407" name="Shape 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8" name="Google Shape;3408;p16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3409" name="Shape 3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0" name="Google Shape;3410;p16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3411" name="Google Shape;3411;p16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412" name="Google Shape;3412;p16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3413" name="Google Shape;3413;p16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3414" name="Google Shape;3414;p16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16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16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16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16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16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16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16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16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16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16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16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16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16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16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29" name="Google Shape;3429;p16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3430" name="Google Shape;3430;p16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16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16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16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16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16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16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16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16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16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16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16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16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16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16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3445" name="Google Shape;3445;p16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446" name="Google Shape;3446;p16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447" name="Google Shape;3447;p16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448" name="Google Shape;3448;p16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449" name="Google Shape;3449;p16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450" name="Google Shape;3450;p16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3451" name="Google Shape;3451;p162"/>
          <p:cNvSpPr txBox="1"/>
          <p:nvPr>
            <p:ph type="title"/>
          </p:nvPr>
        </p:nvSpPr>
        <p:spPr>
          <a:xfrm>
            <a:off x="720000" y="540000"/>
            <a:ext cx="336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452" name="Google Shape;3452;p162"/>
          <p:cNvSpPr txBox="1"/>
          <p:nvPr>
            <p:ph idx="1" type="subTitle"/>
          </p:nvPr>
        </p:nvSpPr>
        <p:spPr>
          <a:xfrm>
            <a:off x="90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53" name="Google Shape;3453;p162"/>
          <p:cNvSpPr txBox="1"/>
          <p:nvPr>
            <p:ph idx="2" type="subTitle"/>
          </p:nvPr>
        </p:nvSpPr>
        <p:spPr>
          <a:xfrm>
            <a:off x="567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54" name="Google Shape;3454;p162"/>
          <p:cNvSpPr txBox="1"/>
          <p:nvPr>
            <p:ph idx="3" type="subTitle"/>
          </p:nvPr>
        </p:nvSpPr>
        <p:spPr>
          <a:xfrm>
            <a:off x="90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55" name="Google Shape;3455;p162"/>
          <p:cNvSpPr txBox="1"/>
          <p:nvPr>
            <p:ph idx="4" type="subTitle"/>
          </p:nvPr>
        </p:nvSpPr>
        <p:spPr>
          <a:xfrm>
            <a:off x="567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56" name="Google Shape;3456;p162"/>
          <p:cNvSpPr txBox="1"/>
          <p:nvPr>
            <p:ph idx="5" type="subTitle"/>
          </p:nvPr>
        </p:nvSpPr>
        <p:spPr>
          <a:xfrm>
            <a:off x="90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57" name="Google Shape;3457;p162"/>
          <p:cNvSpPr txBox="1"/>
          <p:nvPr>
            <p:ph idx="6" type="subTitle"/>
          </p:nvPr>
        </p:nvSpPr>
        <p:spPr>
          <a:xfrm>
            <a:off x="567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58" name="Google Shape;3458;p162"/>
          <p:cNvSpPr txBox="1"/>
          <p:nvPr>
            <p:ph idx="7" type="subTitle"/>
          </p:nvPr>
        </p:nvSpPr>
        <p:spPr>
          <a:xfrm>
            <a:off x="90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59" name="Google Shape;3459;p162"/>
          <p:cNvSpPr txBox="1"/>
          <p:nvPr>
            <p:ph idx="8" type="subTitle"/>
          </p:nvPr>
        </p:nvSpPr>
        <p:spPr>
          <a:xfrm>
            <a:off x="567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">
    <p:spTree>
      <p:nvGrpSpPr>
        <p:cNvPr id="3460" name="Shape 3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61" name="Google Shape;3461;p16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462" name="Google Shape;3462;p16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16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16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16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16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16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16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16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16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16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16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16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16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16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16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16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16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16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16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16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16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16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84" name="Google Shape;3484;p163"/>
          <p:cNvSpPr txBox="1"/>
          <p:nvPr>
            <p:ph type="ctrTitle"/>
          </p:nvPr>
        </p:nvSpPr>
        <p:spPr>
          <a:xfrm>
            <a:off x="5908324" y="1290427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85" name="Google Shape;3485;p163"/>
          <p:cNvSpPr txBox="1"/>
          <p:nvPr>
            <p:ph idx="1" type="subTitle"/>
          </p:nvPr>
        </p:nvSpPr>
        <p:spPr>
          <a:xfrm>
            <a:off x="590832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86" name="Google Shape;3486;p163"/>
          <p:cNvSpPr txBox="1"/>
          <p:nvPr>
            <p:ph idx="2" type="title"/>
          </p:nvPr>
        </p:nvSpPr>
        <p:spPr>
          <a:xfrm>
            <a:off x="4903953" y="1280000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87" name="Google Shape;3487;p163"/>
          <p:cNvSpPr txBox="1"/>
          <p:nvPr>
            <p:ph idx="3" type="subTitle"/>
          </p:nvPr>
        </p:nvSpPr>
        <p:spPr>
          <a:xfrm>
            <a:off x="590832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88" name="Google Shape;3488;p163"/>
          <p:cNvSpPr txBox="1"/>
          <p:nvPr>
            <p:ph idx="4" type="title"/>
          </p:nvPr>
        </p:nvSpPr>
        <p:spPr>
          <a:xfrm>
            <a:off x="4903953" y="327730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89" name="Google Shape;3489;p163"/>
          <p:cNvSpPr txBox="1"/>
          <p:nvPr>
            <p:ph idx="5" type="subTitle"/>
          </p:nvPr>
        </p:nvSpPr>
        <p:spPr>
          <a:xfrm>
            <a:off x="5908324" y="2589180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0" name="Google Shape;3490;p163"/>
          <p:cNvSpPr txBox="1"/>
          <p:nvPr>
            <p:ph idx="6" type="title"/>
          </p:nvPr>
        </p:nvSpPr>
        <p:spPr>
          <a:xfrm>
            <a:off x="4903953" y="230664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91" name="Google Shape;3491;p163"/>
          <p:cNvSpPr txBox="1"/>
          <p:nvPr>
            <p:ph idx="7" type="ctrTitle"/>
          </p:nvPr>
        </p:nvSpPr>
        <p:spPr>
          <a:xfrm>
            <a:off x="5908324" y="231110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92" name="Google Shape;3492;p163"/>
          <p:cNvSpPr txBox="1"/>
          <p:nvPr>
            <p:ph idx="8" type="ctrTitle"/>
          </p:nvPr>
        </p:nvSpPr>
        <p:spPr>
          <a:xfrm>
            <a:off x="5908324" y="328299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93" name="Google Shape;3493;p163"/>
          <p:cNvSpPr txBox="1"/>
          <p:nvPr>
            <p:ph idx="9" type="ctrTitle"/>
          </p:nvPr>
        </p:nvSpPr>
        <p:spPr>
          <a:xfrm>
            <a:off x="1912664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94" name="Google Shape;3494;p163"/>
          <p:cNvSpPr txBox="1"/>
          <p:nvPr>
            <p:ph idx="13" type="subTitle"/>
          </p:nvPr>
        </p:nvSpPr>
        <p:spPr>
          <a:xfrm>
            <a:off x="191266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5" name="Google Shape;3495;p163"/>
          <p:cNvSpPr txBox="1"/>
          <p:nvPr>
            <p:ph idx="14" type="title"/>
          </p:nvPr>
        </p:nvSpPr>
        <p:spPr>
          <a:xfrm>
            <a:off x="784376" y="1286887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96" name="Google Shape;3496;p163"/>
          <p:cNvSpPr txBox="1"/>
          <p:nvPr>
            <p:ph idx="15" type="subTitle"/>
          </p:nvPr>
        </p:nvSpPr>
        <p:spPr>
          <a:xfrm>
            <a:off x="191266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7" name="Google Shape;3497;p163"/>
          <p:cNvSpPr txBox="1"/>
          <p:nvPr>
            <p:ph idx="16" type="title"/>
          </p:nvPr>
        </p:nvSpPr>
        <p:spPr>
          <a:xfrm>
            <a:off x="784376" y="3284192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498" name="Google Shape;3498;p163"/>
          <p:cNvSpPr txBox="1"/>
          <p:nvPr>
            <p:ph idx="17" type="subTitle"/>
          </p:nvPr>
        </p:nvSpPr>
        <p:spPr>
          <a:xfrm>
            <a:off x="1912664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9" name="Google Shape;3499;p163"/>
          <p:cNvSpPr txBox="1"/>
          <p:nvPr>
            <p:ph idx="18" type="title"/>
          </p:nvPr>
        </p:nvSpPr>
        <p:spPr>
          <a:xfrm>
            <a:off x="784376" y="2313531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500" name="Google Shape;3500;p163"/>
          <p:cNvSpPr txBox="1"/>
          <p:nvPr>
            <p:ph idx="19" type="ctrTitle"/>
          </p:nvPr>
        </p:nvSpPr>
        <p:spPr>
          <a:xfrm>
            <a:off x="1912664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501" name="Google Shape;3501;p163"/>
          <p:cNvSpPr txBox="1"/>
          <p:nvPr>
            <p:ph idx="20" type="ctrTitle"/>
          </p:nvPr>
        </p:nvSpPr>
        <p:spPr>
          <a:xfrm>
            <a:off x="1912664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502" name="Google Shape;3502;p163"/>
          <p:cNvSpPr txBox="1"/>
          <p:nvPr>
            <p:ph idx="21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">
    <p:spTree>
      <p:nvGrpSpPr>
        <p:cNvPr id="3503" name="Shape 3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4" name="Google Shape;3504;p16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505" name="Google Shape;3505;p16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16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16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16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16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16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16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16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16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16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16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16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16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16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16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16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16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16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16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16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16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16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27" name="Google Shape;3527;p164"/>
          <p:cNvSpPr txBox="1"/>
          <p:nvPr>
            <p:ph idx="1" type="subTitle"/>
          </p:nvPr>
        </p:nvSpPr>
        <p:spPr>
          <a:xfrm>
            <a:off x="2059950" y="2514140"/>
            <a:ext cx="43272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528" name="Google Shape;3528;p164"/>
          <p:cNvSpPr txBox="1"/>
          <p:nvPr>
            <p:ph type="title"/>
          </p:nvPr>
        </p:nvSpPr>
        <p:spPr>
          <a:xfrm>
            <a:off x="1080450" y="1555960"/>
            <a:ext cx="5306700" cy="89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529" name="Google Shape;3529;p164"/>
          <p:cNvSpPr txBox="1"/>
          <p:nvPr>
            <p:ph idx="2" type="title"/>
          </p:nvPr>
        </p:nvSpPr>
        <p:spPr>
          <a:xfrm>
            <a:off x="6853050" y="2092943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3530" name="Google Shape;3530;p164"/>
          <p:cNvGrpSpPr/>
          <p:nvPr/>
        </p:nvGrpSpPr>
        <p:grpSpPr>
          <a:xfrm flipH="1" rot="-5072894">
            <a:off x="-1007770" y="1789630"/>
            <a:ext cx="3474349" cy="888902"/>
            <a:chOff x="3809875" y="1963175"/>
            <a:chExt cx="1923600" cy="492150"/>
          </a:xfrm>
        </p:grpSpPr>
        <p:sp>
          <p:nvSpPr>
            <p:cNvPr id="3531" name="Google Shape;3531;p164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164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164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164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164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164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164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164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164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164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164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2" name="Google Shape;3542;p164"/>
          <p:cNvGrpSpPr/>
          <p:nvPr/>
        </p:nvGrpSpPr>
        <p:grpSpPr>
          <a:xfrm rot="-375097">
            <a:off x="7330557" y="3418618"/>
            <a:ext cx="711742" cy="793298"/>
            <a:chOff x="6554696" y="509501"/>
            <a:chExt cx="711709" cy="793261"/>
          </a:xfrm>
        </p:grpSpPr>
        <p:sp>
          <p:nvSpPr>
            <p:cNvPr id="3543" name="Google Shape;3543;p164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164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3545" name="Shape 3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46" name="Google Shape;3546;p16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547" name="Google Shape;3547;p16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16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16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16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16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16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16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16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16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16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16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16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16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16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16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16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16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16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16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16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16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16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9" name="Google Shape;3569;p165"/>
          <p:cNvSpPr txBox="1"/>
          <p:nvPr>
            <p:ph type="title"/>
          </p:nvPr>
        </p:nvSpPr>
        <p:spPr>
          <a:xfrm>
            <a:off x="3168000" y="1478819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70" name="Google Shape;3570;p165"/>
          <p:cNvSpPr txBox="1"/>
          <p:nvPr>
            <p:ph idx="1" type="body"/>
          </p:nvPr>
        </p:nvSpPr>
        <p:spPr>
          <a:xfrm>
            <a:off x="3168000" y="2469364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4">
    <p:spTree>
      <p:nvGrpSpPr>
        <p:cNvPr id="3571" name="Shape 3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2" name="Google Shape;3572;p16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573" name="Google Shape;3573;p16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6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6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6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6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6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6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6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6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6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6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6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6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6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6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6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6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6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6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6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6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16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95" name="Google Shape;3595;p166"/>
          <p:cNvSpPr txBox="1"/>
          <p:nvPr>
            <p:ph idx="1" type="subTitle"/>
          </p:nvPr>
        </p:nvSpPr>
        <p:spPr>
          <a:xfrm>
            <a:off x="398370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596" name="Google Shape;3596;p166"/>
          <p:cNvSpPr txBox="1"/>
          <p:nvPr>
            <p:ph type="ctrTitle"/>
          </p:nvPr>
        </p:nvSpPr>
        <p:spPr>
          <a:xfrm>
            <a:off x="58758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3597" name="Google Shape;3597;p166"/>
          <p:cNvGrpSpPr/>
          <p:nvPr/>
        </p:nvGrpSpPr>
        <p:grpSpPr>
          <a:xfrm>
            <a:off x="7673759" y="-287513"/>
            <a:ext cx="788762" cy="861588"/>
            <a:chOff x="7673759" y="-287513"/>
            <a:chExt cx="788762" cy="861588"/>
          </a:xfrm>
        </p:grpSpPr>
        <p:grpSp>
          <p:nvGrpSpPr>
            <p:cNvPr id="3598" name="Google Shape;3598;p166"/>
            <p:cNvGrpSpPr/>
            <p:nvPr/>
          </p:nvGrpSpPr>
          <p:grpSpPr>
            <a:xfrm rot="350572">
              <a:off x="7712287" y="-253348"/>
              <a:ext cx="711705" cy="793257"/>
              <a:chOff x="6554696" y="509501"/>
              <a:chExt cx="711709" cy="793261"/>
            </a:xfrm>
          </p:grpSpPr>
          <p:sp>
            <p:nvSpPr>
              <p:cNvPr id="3599" name="Google Shape;3599;p166"/>
              <p:cNvSpPr/>
              <p:nvPr/>
            </p:nvSpPr>
            <p:spPr>
              <a:xfrm>
                <a:off x="6560695" y="516700"/>
                <a:ext cx="696978" cy="779230"/>
              </a:xfrm>
              <a:custGeom>
                <a:rect b="b" l="l" r="r" t="t"/>
                <a:pathLst>
                  <a:path extrusionOk="0" h="23381" w="20913">
                    <a:moveTo>
                      <a:pt x="4201" y="1"/>
                    </a:moveTo>
                    <a:cubicBezTo>
                      <a:pt x="1903" y="1"/>
                      <a:pt x="28" y="1866"/>
                      <a:pt x="28" y="4165"/>
                    </a:cubicBezTo>
                    <a:lnTo>
                      <a:pt x="1" y="17073"/>
                    </a:lnTo>
                    <a:cubicBezTo>
                      <a:pt x="1" y="18903"/>
                      <a:pt x="1190" y="20516"/>
                      <a:pt x="2930" y="21057"/>
                    </a:cubicBezTo>
                    <a:lnTo>
                      <a:pt x="9736" y="23193"/>
                    </a:lnTo>
                    <a:cubicBezTo>
                      <a:pt x="10143" y="23318"/>
                      <a:pt x="10563" y="23381"/>
                      <a:pt x="10982" y="23381"/>
                    </a:cubicBezTo>
                    <a:cubicBezTo>
                      <a:pt x="11444" y="23381"/>
                      <a:pt x="11906" y="23304"/>
                      <a:pt x="12350" y="23148"/>
                    </a:cubicBezTo>
                    <a:lnTo>
                      <a:pt x="18092" y="21147"/>
                    </a:lnTo>
                    <a:cubicBezTo>
                      <a:pt x="19759" y="20570"/>
                      <a:pt x="20886" y="18993"/>
                      <a:pt x="20886" y="17217"/>
                    </a:cubicBezTo>
                    <a:lnTo>
                      <a:pt x="20913" y="4201"/>
                    </a:lnTo>
                    <a:cubicBezTo>
                      <a:pt x="20913" y="1903"/>
                      <a:pt x="19047" y="28"/>
                      <a:pt x="16748" y="28"/>
                    </a:cubicBezTo>
                    <a:lnTo>
                      <a:pt x="420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0" name="Google Shape;3600;p166"/>
              <p:cNvSpPr/>
              <p:nvPr/>
            </p:nvSpPr>
            <p:spPr>
              <a:xfrm>
                <a:off x="6554696" y="509501"/>
                <a:ext cx="711709" cy="793261"/>
              </a:xfrm>
              <a:custGeom>
                <a:rect b="b" l="l" r="r" t="t"/>
                <a:pathLst>
                  <a:path extrusionOk="0" h="23802" w="21355">
                    <a:moveTo>
                      <a:pt x="5138" y="442"/>
                    </a:moveTo>
                    <a:lnTo>
                      <a:pt x="7572" y="451"/>
                    </a:lnTo>
                    <a:lnTo>
                      <a:pt x="12440" y="469"/>
                    </a:lnTo>
                    <a:lnTo>
                      <a:pt x="14873" y="469"/>
                    </a:lnTo>
                    <a:lnTo>
                      <a:pt x="16090" y="478"/>
                    </a:lnTo>
                    <a:cubicBezTo>
                      <a:pt x="16249" y="478"/>
                      <a:pt x="16412" y="477"/>
                      <a:pt x="16574" y="477"/>
                    </a:cubicBezTo>
                    <a:cubicBezTo>
                      <a:pt x="16817" y="477"/>
                      <a:pt x="17058" y="480"/>
                      <a:pt x="17280" y="496"/>
                    </a:cubicBezTo>
                    <a:cubicBezTo>
                      <a:pt x="17659" y="541"/>
                      <a:pt x="18037" y="622"/>
                      <a:pt x="18389" y="766"/>
                    </a:cubicBezTo>
                    <a:cubicBezTo>
                      <a:pt x="18740" y="920"/>
                      <a:pt x="19083" y="1109"/>
                      <a:pt x="19380" y="1352"/>
                    </a:cubicBezTo>
                    <a:cubicBezTo>
                      <a:pt x="19669" y="1596"/>
                      <a:pt x="19939" y="1866"/>
                      <a:pt x="20155" y="2191"/>
                    </a:cubicBezTo>
                    <a:cubicBezTo>
                      <a:pt x="20363" y="2506"/>
                      <a:pt x="20534" y="2849"/>
                      <a:pt x="20651" y="3209"/>
                    </a:cubicBezTo>
                    <a:cubicBezTo>
                      <a:pt x="20759" y="3579"/>
                      <a:pt x="20832" y="3948"/>
                      <a:pt x="20832" y="4336"/>
                    </a:cubicBezTo>
                    <a:cubicBezTo>
                      <a:pt x="20841" y="4733"/>
                      <a:pt x="20832" y="5147"/>
                      <a:pt x="20832" y="5544"/>
                    </a:cubicBezTo>
                    <a:lnTo>
                      <a:pt x="20841" y="7978"/>
                    </a:lnTo>
                    <a:lnTo>
                      <a:pt x="20850" y="12845"/>
                    </a:lnTo>
                    <a:lnTo>
                      <a:pt x="20850" y="15279"/>
                    </a:lnTo>
                    <a:lnTo>
                      <a:pt x="20850" y="16496"/>
                    </a:lnTo>
                    <a:lnTo>
                      <a:pt x="20850" y="17109"/>
                    </a:lnTo>
                    <a:lnTo>
                      <a:pt x="20859" y="17406"/>
                    </a:lnTo>
                    <a:lnTo>
                      <a:pt x="20841" y="17704"/>
                    </a:lnTo>
                    <a:cubicBezTo>
                      <a:pt x="20795" y="18470"/>
                      <a:pt x="20516" y="19218"/>
                      <a:pt x="20047" y="19831"/>
                    </a:cubicBezTo>
                    <a:cubicBezTo>
                      <a:pt x="19579" y="20453"/>
                      <a:pt x="18930" y="20921"/>
                      <a:pt x="18208" y="21183"/>
                    </a:cubicBezTo>
                    <a:lnTo>
                      <a:pt x="13602" y="22769"/>
                    </a:lnTo>
                    <a:lnTo>
                      <a:pt x="12458" y="23175"/>
                    </a:lnTo>
                    <a:cubicBezTo>
                      <a:pt x="12088" y="23292"/>
                      <a:pt x="11709" y="23364"/>
                      <a:pt x="11322" y="23382"/>
                    </a:cubicBezTo>
                    <a:cubicBezTo>
                      <a:pt x="11267" y="23385"/>
                      <a:pt x="11211" y="23386"/>
                      <a:pt x="11156" y="23386"/>
                    </a:cubicBezTo>
                    <a:cubicBezTo>
                      <a:pt x="10830" y="23386"/>
                      <a:pt x="10500" y="23342"/>
                      <a:pt x="10177" y="23265"/>
                    </a:cubicBezTo>
                    <a:cubicBezTo>
                      <a:pt x="9997" y="23211"/>
                      <a:pt x="9798" y="23148"/>
                      <a:pt x="9609" y="23085"/>
                    </a:cubicBezTo>
                    <a:lnTo>
                      <a:pt x="9023" y="22905"/>
                    </a:lnTo>
                    <a:lnTo>
                      <a:pt x="4381" y="21453"/>
                    </a:lnTo>
                    <a:lnTo>
                      <a:pt x="3218" y="21093"/>
                    </a:lnTo>
                    <a:cubicBezTo>
                      <a:pt x="2849" y="20976"/>
                      <a:pt x="2497" y="20813"/>
                      <a:pt x="2173" y="20597"/>
                    </a:cubicBezTo>
                    <a:cubicBezTo>
                      <a:pt x="1542" y="20173"/>
                      <a:pt x="1001" y="19578"/>
                      <a:pt x="676" y="18866"/>
                    </a:cubicBezTo>
                    <a:cubicBezTo>
                      <a:pt x="505" y="18515"/>
                      <a:pt x="397" y="18136"/>
                      <a:pt x="343" y="17749"/>
                    </a:cubicBezTo>
                    <a:cubicBezTo>
                      <a:pt x="298" y="17361"/>
                      <a:pt x="316" y="16955"/>
                      <a:pt x="316" y="16550"/>
                    </a:cubicBezTo>
                    <a:lnTo>
                      <a:pt x="334" y="14116"/>
                    </a:lnTo>
                    <a:lnTo>
                      <a:pt x="388" y="9248"/>
                    </a:lnTo>
                    <a:cubicBezTo>
                      <a:pt x="397" y="7626"/>
                      <a:pt x="406" y="6003"/>
                      <a:pt x="415" y="4381"/>
                    </a:cubicBezTo>
                    <a:cubicBezTo>
                      <a:pt x="424" y="3993"/>
                      <a:pt x="478" y="3606"/>
                      <a:pt x="586" y="3245"/>
                    </a:cubicBezTo>
                    <a:cubicBezTo>
                      <a:pt x="703" y="2876"/>
                      <a:pt x="866" y="2524"/>
                      <a:pt x="1082" y="2200"/>
                    </a:cubicBezTo>
                    <a:cubicBezTo>
                      <a:pt x="1298" y="1884"/>
                      <a:pt x="1551" y="1596"/>
                      <a:pt x="1848" y="1343"/>
                    </a:cubicBezTo>
                    <a:cubicBezTo>
                      <a:pt x="2155" y="1109"/>
                      <a:pt x="2479" y="902"/>
                      <a:pt x="2831" y="748"/>
                    </a:cubicBezTo>
                    <a:cubicBezTo>
                      <a:pt x="3191" y="604"/>
                      <a:pt x="3561" y="505"/>
                      <a:pt x="3948" y="460"/>
                    </a:cubicBezTo>
                    <a:cubicBezTo>
                      <a:pt x="4039" y="451"/>
                      <a:pt x="4138" y="451"/>
                      <a:pt x="4237" y="442"/>
                    </a:cubicBezTo>
                    <a:close/>
                    <a:moveTo>
                      <a:pt x="4381" y="0"/>
                    </a:moveTo>
                    <a:lnTo>
                      <a:pt x="4219" y="9"/>
                    </a:lnTo>
                    <a:cubicBezTo>
                      <a:pt x="4111" y="18"/>
                      <a:pt x="4003" y="18"/>
                      <a:pt x="3894" y="27"/>
                    </a:cubicBezTo>
                    <a:cubicBezTo>
                      <a:pt x="3471" y="81"/>
                      <a:pt x="3056" y="190"/>
                      <a:pt x="2668" y="352"/>
                    </a:cubicBezTo>
                    <a:cubicBezTo>
                      <a:pt x="2272" y="523"/>
                      <a:pt x="1911" y="748"/>
                      <a:pt x="1578" y="1019"/>
                    </a:cubicBezTo>
                    <a:cubicBezTo>
                      <a:pt x="1253" y="1289"/>
                      <a:pt x="965" y="1614"/>
                      <a:pt x="731" y="1965"/>
                    </a:cubicBezTo>
                    <a:cubicBezTo>
                      <a:pt x="496" y="2326"/>
                      <a:pt x="316" y="2713"/>
                      <a:pt x="190" y="3119"/>
                    </a:cubicBezTo>
                    <a:cubicBezTo>
                      <a:pt x="63" y="3534"/>
                      <a:pt x="9" y="3957"/>
                      <a:pt x="0" y="4381"/>
                    </a:cubicBezTo>
                    <a:cubicBezTo>
                      <a:pt x="0" y="6003"/>
                      <a:pt x="0" y="7626"/>
                      <a:pt x="9" y="9248"/>
                    </a:cubicBezTo>
                    <a:lnTo>
                      <a:pt x="54" y="14116"/>
                    </a:lnTo>
                    <a:lnTo>
                      <a:pt x="54" y="16550"/>
                    </a:lnTo>
                    <a:lnTo>
                      <a:pt x="54" y="17154"/>
                    </a:lnTo>
                    <a:cubicBezTo>
                      <a:pt x="54" y="17253"/>
                      <a:pt x="54" y="17361"/>
                      <a:pt x="63" y="17469"/>
                    </a:cubicBezTo>
                    <a:cubicBezTo>
                      <a:pt x="63" y="17568"/>
                      <a:pt x="72" y="17676"/>
                      <a:pt x="81" y="17776"/>
                    </a:cubicBezTo>
                    <a:cubicBezTo>
                      <a:pt x="127" y="18190"/>
                      <a:pt x="217" y="18605"/>
                      <a:pt x="370" y="19002"/>
                    </a:cubicBezTo>
                    <a:cubicBezTo>
                      <a:pt x="676" y="19786"/>
                      <a:pt x="1226" y="20489"/>
                      <a:pt x="1947" y="20949"/>
                    </a:cubicBezTo>
                    <a:cubicBezTo>
                      <a:pt x="2299" y="21183"/>
                      <a:pt x="2696" y="21363"/>
                      <a:pt x="3092" y="21489"/>
                    </a:cubicBezTo>
                    <a:lnTo>
                      <a:pt x="4255" y="21859"/>
                    </a:lnTo>
                    <a:lnTo>
                      <a:pt x="8897" y="23310"/>
                    </a:lnTo>
                    <a:lnTo>
                      <a:pt x="9483" y="23490"/>
                    </a:lnTo>
                    <a:cubicBezTo>
                      <a:pt x="9672" y="23554"/>
                      <a:pt x="9862" y="23617"/>
                      <a:pt x="10078" y="23671"/>
                    </a:cubicBezTo>
                    <a:cubicBezTo>
                      <a:pt x="10418" y="23761"/>
                      <a:pt x="10777" y="23801"/>
                      <a:pt x="11133" y="23801"/>
                    </a:cubicBezTo>
                    <a:cubicBezTo>
                      <a:pt x="11202" y="23801"/>
                      <a:pt x="11271" y="23800"/>
                      <a:pt x="11340" y="23797"/>
                    </a:cubicBezTo>
                    <a:cubicBezTo>
                      <a:pt x="11764" y="23779"/>
                      <a:pt x="12187" y="23698"/>
                      <a:pt x="12593" y="23563"/>
                    </a:cubicBezTo>
                    <a:lnTo>
                      <a:pt x="13738" y="23157"/>
                    </a:lnTo>
                    <a:lnTo>
                      <a:pt x="18335" y="21552"/>
                    </a:lnTo>
                    <a:cubicBezTo>
                      <a:pt x="19137" y="21273"/>
                      <a:pt x="19858" y="20759"/>
                      <a:pt x="20372" y="20083"/>
                    </a:cubicBezTo>
                    <a:cubicBezTo>
                      <a:pt x="20895" y="19407"/>
                      <a:pt x="21210" y="18578"/>
                      <a:pt x="21273" y="17731"/>
                    </a:cubicBezTo>
                    <a:lnTo>
                      <a:pt x="21282" y="17406"/>
                    </a:lnTo>
                    <a:lnTo>
                      <a:pt x="21282" y="17109"/>
                    </a:lnTo>
                    <a:lnTo>
                      <a:pt x="21291" y="16496"/>
                    </a:lnTo>
                    <a:lnTo>
                      <a:pt x="21291" y="15279"/>
                    </a:lnTo>
                    <a:lnTo>
                      <a:pt x="21309" y="12845"/>
                    </a:lnTo>
                    <a:lnTo>
                      <a:pt x="21327" y="7978"/>
                    </a:lnTo>
                    <a:lnTo>
                      <a:pt x="21345" y="5544"/>
                    </a:lnTo>
                    <a:cubicBezTo>
                      <a:pt x="21345" y="5138"/>
                      <a:pt x="21354" y="4742"/>
                      <a:pt x="21345" y="4327"/>
                    </a:cubicBezTo>
                    <a:cubicBezTo>
                      <a:pt x="21336" y="3894"/>
                      <a:pt x="21255" y="3471"/>
                      <a:pt x="21129" y="3056"/>
                    </a:cubicBezTo>
                    <a:cubicBezTo>
                      <a:pt x="20994" y="2650"/>
                      <a:pt x="20795" y="2263"/>
                      <a:pt x="20561" y="1911"/>
                    </a:cubicBezTo>
                    <a:cubicBezTo>
                      <a:pt x="20309" y="1551"/>
                      <a:pt x="20011" y="1244"/>
                      <a:pt x="19678" y="974"/>
                    </a:cubicBezTo>
                    <a:cubicBezTo>
                      <a:pt x="19344" y="694"/>
                      <a:pt x="18966" y="487"/>
                      <a:pt x="18569" y="325"/>
                    </a:cubicBezTo>
                    <a:cubicBezTo>
                      <a:pt x="18172" y="153"/>
                      <a:pt x="17749" y="72"/>
                      <a:pt x="17325" y="18"/>
                    </a:cubicBezTo>
                    <a:cubicBezTo>
                      <a:pt x="17109" y="5"/>
                      <a:pt x="16901" y="2"/>
                      <a:pt x="16698" y="2"/>
                    </a:cubicBezTo>
                    <a:cubicBezTo>
                      <a:pt x="16596" y="2"/>
                      <a:pt x="16494" y="3"/>
                      <a:pt x="16393" y="3"/>
                    </a:cubicBezTo>
                    <a:cubicBezTo>
                      <a:pt x="16292" y="3"/>
                      <a:pt x="16192" y="2"/>
                      <a:pt x="160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601" name="Google Shape;3601;p166"/>
            <p:cNvSpPr/>
            <p:nvPr/>
          </p:nvSpPr>
          <p:spPr>
            <a:xfrm rot="442426">
              <a:off x="8229710" y="-161880"/>
              <a:ext cx="102851" cy="551273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5">
    <p:spTree>
      <p:nvGrpSpPr>
        <p:cNvPr id="3602" name="Shape 3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03" name="Google Shape;3603;p16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604" name="Google Shape;3604;p16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6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6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6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6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6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6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6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6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6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6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6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6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6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6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6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6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6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6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6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16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16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26" name="Google Shape;3626;p167"/>
          <p:cNvSpPr txBox="1"/>
          <p:nvPr>
            <p:ph idx="1" type="subTitle"/>
          </p:nvPr>
        </p:nvSpPr>
        <p:spPr>
          <a:xfrm>
            <a:off x="235185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27" name="Google Shape;3627;p167"/>
          <p:cNvSpPr txBox="1"/>
          <p:nvPr>
            <p:ph type="ctrTitle"/>
          </p:nvPr>
        </p:nvSpPr>
        <p:spPr>
          <a:xfrm>
            <a:off x="32979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6">
    <p:spTree>
      <p:nvGrpSpPr>
        <p:cNvPr id="3628" name="Shape 3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29" name="Google Shape;3629;p16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630" name="Google Shape;3630;p16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16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16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6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16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16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16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16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16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16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16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16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16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16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16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16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16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16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16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16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16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16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52" name="Google Shape;3652;p168"/>
          <p:cNvSpPr txBox="1"/>
          <p:nvPr>
            <p:ph idx="1" type="subTitle"/>
          </p:nvPr>
        </p:nvSpPr>
        <p:spPr>
          <a:xfrm>
            <a:off x="906900" y="298732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53" name="Google Shape;3653;p168"/>
          <p:cNvSpPr txBox="1"/>
          <p:nvPr>
            <p:ph idx="2" type="subTitle"/>
          </p:nvPr>
        </p:nvSpPr>
        <p:spPr>
          <a:xfrm>
            <a:off x="906900" y="12797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54" name="Google Shape;3654;p168"/>
          <p:cNvSpPr txBox="1"/>
          <p:nvPr>
            <p:ph idx="3" type="subTitle"/>
          </p:nvPr>
        </p:nvSpPr>
        <p:spPr>
          <a:xfrm>
            <a:off x="906900" y="1743949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55" name="Google Shape;3655;p168"/>
          <p:cNvSpPr txBox="1"/>
          <p:nvPr>
            <p:ph idx="4" type="subTitle"/>
          </p:nvPr>
        </p:nvSpPr>
        <p:spPr>
          <a:xfrm>
            <a:off x="906900" y="3464338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56" name="Google Shape;3656;p168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7">
    <p:spTree>
      <p:nvGrpSpPr>
        <p:cNvPr id="3657" name="Shape 3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58" name="Google Shape;3658;p16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659" name="Google Shape;3659;p16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16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16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16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16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16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16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16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16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16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16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16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16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16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16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16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16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16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16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16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16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16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81" name="Google Shape;3681;p169"/>
          <p:cNvSpPr txBox="1"/>
          <p:nvPr>
            <p:ph type="ctrTitle"/>
          </p:nvPr>
        </p:nvSpPr>
        <p:spPr>
          <a:xfrm>
            <a:off x="52729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682" name="Google Shape;3682;p169"/>
          <p:cNvSpPr txBox="1"/>
          <p:nvPr>
            <p:ph idx="1" type="subTitle"/>
          </p:nvPr>
        </p:nvSpPr>
        <p:spPr>
          <a:xfrm>
            <a:off x="52729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83" name="Google Shape;3683;p169"/>
          <p:cNvSpPr txBox="1"/>
          <p:nvPr>
            <p:ph idx="2" type="subTitle"/>
          </p:nvPr>
        </p:nvSpPr>
        <p:spPr>
          <a:xfrm>
            <a:off x="52729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84" name="Google Shape;3684;p169"/>
          <p:cNvSpPr txBox="1"/>
          <p:nvPr>
            <p:ph idx="3" type="ctrTitle"/>
          </p:nvPr>
        </p:nvSpPr>
        <p:spPr>
          <a:xfrm>
            <a:off x="52729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685" name="Google Shape;3685;p169"/>
          <p:cNvSpPr txBox="1"/>
          <p:nvPr>
            <p:ph idx="4" type="ctrTitle"/>
          </p:nvPr>
        </p:nvSpPr>
        <p:spPr>
          <a:xfrm>
            <a:off x="14197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686" name="Google Shape;3686;p169"/>
          <p:cNvSpPr txBox="1"/>
          <p:nvPr>
            <p:ph idx="5" type="subTitle"/>
          </p:nvPr>
        </p:nvSpPr>
        <p:spPr>
          <a:xfrm>
            <a:off x="14197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87" name="Google Shape;3687;p169"/>
          <p:cNvSpPr txBox="1"/>
          <p:nvPr>
            <p:ph idx="6" type="subTitle"/>
          </p:nvPr>
        </p:nvSpPr>
        <p:spPr>
          <a:xfrm>
            <a:off x="14197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688" name="Google Shape;3688;p169"/>
          <p:cNvSpPr txBox="1"/>
          <p:nvPr>
            <p:ph idx="7" type="ctrTitle"/>
          </p:nvPr>
        </p:nvSpPr>
        <p:spPr>
          <a:xfrm>
            <a:off x="14197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689" name="Google Shape;3689;p169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8">
    <p:spTree>
      <p:nvGrpSpPr>
        <p:cNvPr id="3690" name="Shape 3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1" name="Google Shape;3691;p170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3692" name="Google Shape;3692;p170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693" name="Google Shape;3693;p17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3694" name="Google Shape;3694;p170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3695" name="Google Shape;3695;p17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17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17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17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17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17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17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17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17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17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17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17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17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17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17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10" name="Google Shape;3710;p170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3711" name="Google Shape;3711;p17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17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17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17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17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17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3717;p17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17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17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17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17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17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17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17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17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3726" name="Google Shape;3726;p170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727" name="Google Shape;3727;p170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728" name="Google Shape;3728;p170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729" name="Google Shape;3729;p170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730" name="Google Shape;3730;p170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731" name="Google Shape;3731;p17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3732" name="Google Shape;3732;p170"/>
          <p:cNvSpPr txBox="1"/>
          <p:nvPr>
            <p:ph type="title"/>
          </p:nvPr>
        </p:nvSpPr>
        <p:spPr>
          <a:xfrm>
            <a:off x="720000" y="540000"/>
            <a:ext cx="3087300" cy="145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733" name="Google Shape;3733;p170"/>
          <p:cNvSpPr txBox="1"/>
          <p:nvPr>
            <p:ph idx="1" type="subTitle"/>
          </p:nvPr>
        </p:nvSpPr>
        <p:spPr>
          <a:xfrm>
            <a:off x="5703898" y="86720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34" name="Google Shape;3734;p170"/>
          <p:cNvSpPr txBox="1"/>
          <p:nvPr>
            <p:ph idx="2" type="subTitle"/>
          </p:nvPr>
        </p:nvSpPr>
        <p:spPr>
          <a:xfrm>
            <a:off x="5703898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35" name="Google Shape;3735;p170"/>
          <p:cNvSpPr txBox="1"/>
          <p:nvPr>
            <p:ph idx="3" type="subTitle"/>
          </p:nvPr>
        </p:nvSpPr>
        <p:spPr>
          <a:xfrm>
            <a:off x="906900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36" name="Google Shape;3736;p170"/>
          <p:cNvSpPr txBox="1"/>
          <p:nvPr>
            <p:ph idx="4" type="subTitle"/>
          </p:nvPr>
        </p:nvSpPr>
        <p:spPr>
          <a:xfrm>
            <a:off x="906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37" name="Google Shape;3737;p170"/>
          <p:cNvSpPr txBox="1"/>
          <p:nvPr>
            <p:ph idx="5" type="subTitle"/>
          </p:nvPr>
        </p:nvSpPr>
        <p:spPr>
          <a:xfrm>
            <a:off x="5703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38" name="Google Shape;3738;p170"/>
          <p:cNvSpPr txBox="1"/>
          <p:nvPr>
            <p:ph idx="6" type="subTitle"/>
          </p:nvPr>
        </p:nvSpPr>
        <p:spPr>
          <a:xfrm>
            <a:off x="5703900" y="1247983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9">
    <p:spTree>
      <p:nvGrpSpPr>
        <p:cNvPr id="3739" name="Shape 3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0" name="Google Shape;3740;p17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741" name="Google Shape;3741;p17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17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17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17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17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17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17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17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17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17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17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17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17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17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17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17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17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7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7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17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17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17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63" name="Google Shape;3763;p171"/>
          <p:cNvSpPr txBox="1"/>
          <p:nvPr>
            <p:ph type="ctrTitle"/>
          </p:nvPr>
        </p:nvSpPr>
        <p:spPr>
          <a:xfrm>
            <a:off x="3443850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764" name="Google Shape;3764;p171"/>
          <p:cNvSpPr txBox="1"/>
          <p:nvPr>
            <p:ph idx="1" type="subTitle"/>
          </p:nvPr>
        </p:nvSpPr>
        <p:spPr>
          <a:xfrm>
            <a:off x="344384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65" name="Google Shape;3765;p171"/>
          <p:cNvSpPr txBox="1"/>
          <p:nvPr>
            <p:ph idx="2" type="subTitle"/>
          </p:nvPr>
        </p:nvSpPr>
        <p:spPr>
          <a:xfrm>
            <a:off x="4759920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66" name="Google Shape;3766;p171"/>
          <p:cNvSpPr txBox="1"/>
          <p:nvPr>
            <p:ph idx="3" type="ctrTitle"/>
          </p:nvPr>
        </p:nvSpPr>
        <p:spPr>
          <a:xfrm>
            <a:off x="475992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767" name="Google Shape;3767;p171"/>
          <p:cNvSpPr txBox="1"/>
          <p:nvPr>
            <p:ph idx="4" type="ctrTitle"/>
          </p:nvPr>
        </p:nvSpPr>
        <p:spPr>
          <a:xfrm>
            <a:off x="81170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768" name="Google Shape;3768;p171"/>
          <p:cNvSpPr txBox="1"/>
          <p:nvPr>
            <p:ph idx="5" type="subTitle"/>
          </p:nvPr>
        </p:nvSpPr>
        <p:spPr>
          <a:xfrm>
            <a:off x="81170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69" name="Google Shape;3769;p171"/>
          <p:cNvSpPr txBox="1"/>
          <p:nvPr>
            <p:ph idx="6" type="subTitle"/>
          </p:nvPr>
        </p:nvSpPr>
        <p:spPr>
          <a:xfrm>
            <a:off x="2127778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70" name="Google Shape;3770;p171"/>
          <p:cNvSpPr txBox="1"/>
          <p:nvPr>
            <p:ph idx="7" type="ctrTitle"/>
          </p:nvPr>
        </p:nvSpPr>
        <p:spPr>
          <a:xfrm>
            <a:off x="212778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771" name="Google Shape;3771;p171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772" name="Google Shape;3772;p171"/>
          <p:cNvSpPr txBox="1"/>
          <p:nvPr>
            <p:ph idx="9" type="ctrTitle"/>
          </p:nvPr>
        </p:nvSpPr>
        <p:spPr>
          <a:xfrm>
            <a:off x="607599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773" name="Google Shape;3773;p171"/>
          <p:cNvSpPr txBox="1"/>
          <p:nvPr>
            <p:ph idx="13" type="subTitle"/>
          </p:nvPr>
        </p:nvSpPr>
        <p:spPr>
          <a:xfrm>
            <a:off x="607599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0">
    <p:spTree>
      <p:nvGrpSpPr>
        <p:cNvPr id="3774" name="Shape 3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5" name="Google Shape;3775;p17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776" name="Google Shape;3776;p17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17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17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17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17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17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17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17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17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17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17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17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17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17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17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17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17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17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17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17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17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17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98" name="Google Shape;3798;p172"/>
          <p:cNvSpPr txBox="1"/>
          <p:nvPr>
            <p:ph type="title"/>
          </p:nvPr>
        </p:nvSpPr>
        <p:spPr>
          <a:xfrm>
            <a:off x="5314275" y="1089028"/>
            <a:ext cx="3109500" cy="13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799" name="Google Shape;3799;p172"/>
          <p:cNvSpPr txBox="1"/>
          <p:nvPr>
            <p:ph idx="1" type="subTitle"/>
          </p:nvPr>
        </p:nvSpPr>
        <p:spPr>
          <a:xfrm>
            <a:off x="6241125" y="2611969"/>
            <a:ext cx="2182800" cy="14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34">
    <p:spTree>
      <p:nvGrpSpPr>
        <p:cNvPr id="3800" name="Shape 3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01" name="Google Shape;3801;p17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802" name="Google Shape;3802;p17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17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17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17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17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17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17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17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17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17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17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17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17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17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17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17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17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17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17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17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17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17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24" name="Google Shape;3824;p173"/>
          <p:cNvSpPr txBox="1"/>
          <p:nvPr>
            <p:ph type="title"/>
          </p:nvPr>
        </p:nvSpPr>
        <p:spPr>
          <a:xfrm>
            <a:off x="717000" y="1491225"/>
            <a:ext cx="3870300" cy="9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825" name="Google Shape;3825;p173"/>
          <p:cNvSpPr txBox="1"/>
          <p:nvPr>
            <p:ph idx="1" type="subTitle"/>
          </p:nvPr>
        </p:nvSpPr>
        <p:spPr>
          <a:xfrm>
            <a:off x="1870200" y="2570158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1">
    <p:spTree>
      <p:nvGrpSpPr>
        <p:cNvPr id="3826" name="Shape 3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27" name="Google Shape;3827;p17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828" name="Google Shape;3828;p17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17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17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17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17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17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17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17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17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17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17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17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17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17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17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17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17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17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17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17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17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17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174"/>
          <p:cNvSpPr txBox="1"/>
          <p:nvPr>
            <p:ph type="ctrTitle"/>
          </p:nvPr>
        </p:nvSpPr>
        <p:spPr>
          <a:xfrm>
            <a:off x="988403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851" name="Google Shape;3851;p174"/>
          <p:cNvSpPr txBox="1"/>
          <p:nvPr>
            <p:ph idx="1" type="subTitle"/>
          </p:nvPr>
        </p:nvSpPr>
        <p:spPr>
          <a:xfrm>
            <a:off x="988403" y="1579523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852" name="Google Shape;3852;p174"/>
          <p:cNvSpPr txBox="1"/>
          <p:nvPr>
            <p:ph idx="2" type="subTitle"/>
          </p:nvPr>
        </p:nvSpPr>
        <p:spPr>
          <a:xfrm>
            <a:off x="988403" y="3577425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853" name="Google Shape;3853;p174"/>
          <p:cNvSpPr txBox="1"/>
          <p:nvPr>
            <p:ph idx="3" type="subTitle"/>
          </p:nvPr>
        </p:nvSpPr>
        <p:spPr>
          <a:xfrm>
            <a:off x="988403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854" name="Google Shape;3854;p174"/>
          <p:cNvSpPr txBox="1"/>
          <p:nvPr>
            <p:ph idx="4" type="ctrTitle"/>
          </p:nvPr>
        </p:nvSpPr>
        <p:spPr>
          <a:xfrm>
            <a:off x="988403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855" name="Google Shape;3855;p174"/>
          <p:cNvSpPr txBox="1"/>
          <p:nvPr>
            <p:ph idx="5" type="ctrTitle"/>
          </p:nvPr>
        </p:nvSpPr>
        <p:spPr>
          <a:xfrm>
            <a:off x="988403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3856" name="Google Shape;3856;p174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3857" name="Shape 3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8" name="Google Shape;3858;p175"/>
          <p:cNvSpPr txBox="1"/>
          <p:nvPr>
            <p:ph type="title"/>
          </p:nvPr>
        </p:nvSpPr>
        <p:spPr>
          <a:xfrm>
            <a:off x="5059850" y="3019625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31">
    <p:spTree>
      <p:nvGrpSpPr>
        <p:cNvPr id="3859" name="Shape 3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" name="Google Shape;3860;p176"/>
          <p:cNvSpPr txBox="1"/>
          <p:nvPr>
            <p:ph type="title"/>
          </p:nvPr>
        </p:nvSpPr>
        <p:spPr>
          <a:xfrm>
            <a:off x="1249850" y="873387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3861" name="Shape 3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62" name="Google Shape;3862;p17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863" name="Google Shape;3863;p17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17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17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17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17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17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17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17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17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17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17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17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17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17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17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17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17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17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17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17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17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17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85" name="Google Shape;3885;p177"/>
          <p:cNvSpPr txBox="1"/>
          <p:nvPr>
            <p:ph type="title"/>
          </p:nvPr>
        </p:nvSpPr>
        <p:spPr>
          <a:xfrm>
            <a:off x="1232825" y="1765317"/>
            <a:ext cx="66783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886" name="Google Shape;3886;p177"/>
          <p:cNvSpPr txBox="1"/>
          <p:nvPr>
            <p:ph idx="1" type="body"/>
          </p:nvPr>
        </p:nvSpPr>
        <p:spPr>
          <a:xfrm>
            <a:off x="2155325" y="2698083"/>
            <a:ext cx="48333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USTOM_32">
    <p:spTree>
      <p:nvGrpSpPr>
        <p:cNvPr id="3887" name="Shape 3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8" name="Google Shape;3888;p17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889" name="Google Shape;3889;p17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17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17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17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17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17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17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17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17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17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17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17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17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17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17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17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17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17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17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17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17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17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11" name="Google Shape;3911;p178"/>
          <p:cNvSpPr txBox="1"/>
          <p:nvPr>
            <p:ph type="title"/>
          </p:nvPr>
        </p:nvSpPr>
        <p:spPr>
          <a:xfrm>
            <a:off x="3800500" y="1351950"/>
            <a:ext cx="3933000" cy="158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912" name="Google Shape;3912;p178"/>
          <p:cNvSpPr txBox="1"/>
          <p:nvPr>
            <p:ph idx="1" type="body"/>
          </p:nvPr>
        </p:nvSpPr>
        <p:spPr>
          <a:xfrm>
            <a:off x="3800550" y="3111475"/>
            <a:ext cx="39330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5">
    <p:spTree>
      <p:nvGrpSpPr>
        <p:cNvPr id="3913" name="Shape 3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14" name="Google Shape;3914;p17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915" name="Google Shape;3915;p17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17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17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17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17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17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17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17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17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17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17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17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17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17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17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17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17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17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17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17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17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17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37" name="Google Shape;3937;p179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6">
    <p:spTree>
      <p:nvGrpSpPr>
        <p:cNvPr id="3938" name="Shape 3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9" name="Google Shape;3939;p180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3940" name="Google Shape;3940;p180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941" name="Google Shape;3941;p18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3942" name="Google Shape;3942;p180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3943" name="Google Shape;3943;p18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18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18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18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18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18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18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18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18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18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18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18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18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18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18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58" name="Google Shape;3958;p180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3959" name="Google Shape;3959;p18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18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18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18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18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18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18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18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18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18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18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18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18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18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18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3974" name="Google Shape;3974;p180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75" name="Google Shape;3975;p180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76" name="Google Shape;3976;p180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77" name="Google Shape;3977;p180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78" name="Google Shape;3978;p180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79" name="Google Shape;3979;p18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3980" name="Google Shape;3980;p180"/>
          <p:cNvSpPr txBox="1"/>
          <p:nvPr>
            <p:ph idx="1" type="subTitle"/>
          </p:nvPr>
        </p:nvSpPr>
        <p:spPr>
          <a:xfrm>
            <a:off x="906900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1" name="Google Shape;3981;p180"/>
          <p:cNvSpPr txBox="1"/>
          <p:nvPr>
            <p:ph idx="2" type="subTitle"/>
          </p:nvPr>
        </p:nvSpPr>
        <p:spPr>
          <a:xfrm>
            <a:off x="5565696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2" name="Google Shape;3982;p180"/>
          <p:cNvSpPr txBox="1"/>
          <p:nvPr>
            <p:ph idx="3" type="subTitle"/>
          </p:nvPr>
        </p:nvSpPr>
        <p:spPr>
          <a:xfrm>
            <a:off x="906900" y="208403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3" name="Google Shape;3983;p180"/>
          <p:cNvSpPr txBox="1"/>
          <p:nvPr>
            <p:ph idx="4" type="subTitle"/>
          </p:nvPr>
        </p:nvSpPr>
        <p:spPr>
          <a:xfrm>
            <a:off x="5565688" y="2094806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4" name="Google Shape;3984;p180"/>
          <p:cNvSpPr txBox="1"/>
          <p:nvPr>
            <p:ph idx="5" type="subTitle"/>
          </p:nvPr>
        </p:nvSpPr>
        <p:spPr>
          <a:xfrm>
            <a:off x="906900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5" name="Google Shape;3985;p180"/>
          <p:cNvSpPr txBox="1"/>
          <p:nvPr>
            <p:ph idx="6" type="subTitle"/>
          </p:nvPr>
        </p:nvSpPr>
        <p:spPr>
          <a:xfrm>
            <a:off x="5565688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6" name="Google Shape;3986;p180"/>
          <p:cNvSpPr txBox="1"/>
          <p:nvPr>
            <p:ph idx="7" type="subTitle"/>
          </p:nvPr>
        </p:nvSpPr>
        <p:spPr>
          <a:xfrm>
            <a:off x="906900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7" name="Google Shape;3987;p180"/>
          <p:cNvSpPr txBox="1"/>
          <p:nvPr>
            <p:ph idx="8" type="subTitle"/>
          </p:nvPr>
        </p:nvSpPr>
        <p:spPr>
          <a:xfrm>
            <a:off x="5565688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988" name="Google Shape;3988;p180"/>
          <p:cNvSpPr txBox="1"/>
          <p:nvPr>
            <p:ph type="title"/>
          </p:nvPr>
        </p:nvSpPr>
        <p:spPr>
          <a:xfrm>
            <a:off x="720000" y="540000"/>
            <a:ext cx="33300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7">
    <p:spTree>
      <p:nvGrpSpPr>
        <p:cNvPr id="3989" name="Shape 3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0" name="Google Shape;3990;p18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3991" name="Google Shape;3991;p18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18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18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18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18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18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18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18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18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18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18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18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18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18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18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18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18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18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18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18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18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18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13" name="Google Shape;4013;p181"/>
          <p:cNvSpPr txBox="1"/>
          <p:nvPr>
            <p:ph type="ctrTitle"/>
          </p:nvPr>
        </p:nvSpPr>
        <p:spPr>
          <a:xfrm>
            <a:off x="5295149" y="1449725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014" name="Google Shape;4014;p181"/>
          <p:cNvSpPr txBox="1"/>
          <p:nvPr>
            <p:ph idx="1" type="subTitle"/>
          </p:nvPr>
        </p:nvSpPr>
        <p:spPr>
          <a:xfrm>
            <a:off x="5295149" y="1731948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015" name="Google Shape;4015;p181"/>
          <p:cNvSpPr txBox="1"/>
          <p:nvPr>
            <p:ph idx="2" type="subTitle"/>
          </p:nvPr>
        </p:nvSpPr>
        <p:spPr>
          <a:xfrm>
            <a:off x="5295149" y="3281876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016" name="Google Shape;4016;p181"/>
          <p:cNvSpPr txBox="1"/>
          <p:nvPr>
            <p:ph idx="3" type="ctrTitle"/>
          </p:nvPr>
        </p:nvSpPr>
        <p:spPr>
          <a:xfrm>
            <a:off x="5295153" y="2989856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017" name="Google Shape;4017;p181"/>
          <p:cNvSpPr txBox="1"/>
          <p:nvPr>
            <p:ph idx="4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8">
    <p:spTree>
      <p:nvGrpSpPr>
        <p:cNvPr id="4018" name="Shape 4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9" name="Google Shape;4019;p18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020" name="Google Shape;4020;p18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18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18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18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18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18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18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18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18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18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18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18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18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18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18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18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18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18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18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18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18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18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42" name="Google Shape;4042;p182"/>
          <p:cNvSpPr txBox="1"/>
          <p:nvPr>
            <p:ph type="title"/>
          </p:nvPr>
        </p:nvSpPr>
        <p:spPr>
          <a:xfrm>
            <a:off x="720000" y="540000"/>
            <a:ext cx="55107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4">
    <p:spTree>
      <p:nvGrpSpPr>
        <p:cNvPr id="4043" name="Shape 4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4" name="Google Shape;4044;p18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045" name="Google Shape;4045;p18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18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18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18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18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18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18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18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18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18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18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18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18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18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18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18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18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18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18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18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18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18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67" name="Google Shape;4067;p183"/>
          <p:cNvSpPr txBox="1"/>
          <p:nvPr>
            <p:ph type="title"/>
          </p:nvPr>
        </p:nvSpPr>
        <p:spPr>
          <a:xfrm>
            <a:off x="720000" y="540000"/>
            <a:ext cx="5399100" cy="8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9">
    <p:spTree>
      <p:nvGrpSpPr>
        <p:cNvPr id="4068" name="Shape 4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69" name="Google Shape;4069;p18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070" name="Google Shape;4070;p18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18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18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18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18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18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18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18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18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18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18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18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18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18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18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18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18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18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18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18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18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18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92" name="Google Shape;4092;p184"/>
          <p:cNvSpPr txBox="1"/>
          <p:nvPr>
            <p:ph idx="1" type="subTitle"/>
          </p:nvPr>
        </p:nvSpPr>
        <p:spPr>
          <a:xfrm>
            <a:off x="8041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093" name="Google Shape;4093;p184"/>
          <p:cNvSpPr txBox="1"/>
          <p:nvPr>
            <p:ph idx="2" type="subTitle"/>
          </p:nvPr>
        </p:nvSpPr>
        <p:spPr>
          <a:xfrm>
            <a:off x="58336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094" name="Google Shape;4094;p184"/>
          <p:cNvSpPr txBox="1"/>
          <p:nvPr>
            <p:ph idx="3" type="subTitle"/>
          </p:nvPr>
        </p:nvSpPr>
        <p:spPr>
          <a:xfrm>
            <a:off x="8041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095" name="Google Shape;4095;p184"/>
          <p:cNvSpPr txBox="1"/>
          <p:nvPr>
            <p:ph idx="4" type="subTitle"/>
          </p:nvPr>
        </p:nvSpPr>
        <p:spPr>
          <a:xfrm>
            <a:off x="58336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096" name="Google Shape;4096;p184"/>
          <p:cNvSpPr txBox="1"/>
          <p:nvPr>
            <p:ph idx="5" type="subTitle"/>
          </p:nvPr>
        </p:nvSpPr>
        <p:spPr>
          <a:xfrm>
            <a:off x="331890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097" name="Google Shape;4097;p184"/>
          <p:cNvSpPr txBox="1"/>
          <p:nvPr>
            <p:ph idx="6" type="subTitle"/>
          </p:nvPr>
        </p:nvSpPr>
        <p:spPr>
          <a:xfrm>
            <a:off x="331890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098" name="Google Shape;4098;p184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099" name="Google Shape;4099;p184"/>
          <p:cNvSpPr txBox="1"/>
          <p:nvPr>
            <p:ph idx="7" type="subTitle"/>
          </p:nvPr>
        </p:nvSpPr>
        <p:spPr>
          <a:xfrm>
            <a:off x="8041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00" name="Google Shape;4100;p184"/>
          <p:cNvSpPr txBox="1"/>
          <p:nvPr>
            <p:ph idx="8" type="subTitle"/>
          </p:nvPr>
        </p:nvSpPr>
        <p:spPr>
          <a:xfrm>
            <a:off x="58336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01" name="Google Shape;4101;p184"/>
          <p:cNvSpPr txBox="1"/>
          <p:nvPr>
            <p:ph idx="9" type="subTitle"/>
          </p:nvPr>
        </p:nvSpPr>
        <p:spPr>
          <a:xfrm>
            <a:off x="8041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02" name="Google Shape;4102;p184"/>
          <p:cNvSpPr txBox="1"/>
          <p:nvPr>
            <p:ph idx="13" type="subTitle"/>
          </p:nvPr>
        </p:nvSpPr>
        <p:spPr>
          <a:xfrm>
            <a:off x="58336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03" name="Google Shape;4103;p184"/>
          <p:cNvSpPr txBox="1"/>
          <p:nvPr>
            <p:ph idx="14" type="subTitle"/>
          </p:nvPr>
        </p:nvSpPr>
        <p:spPr>
          <a:xfrm>
            <a:off x="331890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04" name="Google Shape;4104;p184"/>
          <p:cNvSpPr txBox="1"/>
          <p:nvPr>
            <p:ph idx="15" type="subTitle"/>
          </p:nvPr>
        </p:nvSpPr>
        <p:spPr>
          <a:xfrm>
            <a:off x="331890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7">
    <p:spTree>
      <p:nvGrpSpPr>
        <p:cNvPr id="4105" name="Shape 4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6" name="Google Shape;4106;p18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107" name="Google Shape;4107;p18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18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18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18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18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18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18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18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18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18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18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18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18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18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18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18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18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18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18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18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18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18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29" name="Google Shape;4129;p185"/>
          <p:cNvSpPr txBox="1"/>
          <p:nvPr>
            <p:ph idx="1" type="subTitle"/>
          </p:nvPr>
        </p:nvSpPr>
        <p:spPr>
          <a:xfrm>
            <a:off x="8041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130" name="Google Shape;4130;p185"/>
          <p:cNvSpPr txBox="1"/>
          <p:nvPr>
            <p:ph idx="2" type="subTitle"/>
          </p:nvPr>
        </p:nvSpPr>
        <p:spPr>
          <a:xfrm>
            <a:off x="58336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131" name="Google Shape;4131;p185"/>
          <p:cNvSpPr txBox="1"/>
          <p:nvPr>
            <p:ph idx="3" type="subTitle"/>
          </p:nvPr>
        </p:nvSpPr>
        <p:spPr>
          <a:xfrm>
            <a:off x="3318900" y="20030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132" name="Google Shape;4132;p185"/>
          <p:cNvSpPr txBox="1"/>
          <p:nvPr>
            <p:ph type="title"/>
          </p:nvPr>
        </p:nvSpPr>
        <p:spPr>
          <a:xfrm>
            <a:off x="5917800" y="540000"/>
            <a:ext cx="25062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133" name="Google Shape;4133;p185"/>
          <p:cNvSpPr txBox="1"/>
          <p:nvPr>
            <p:ph idx="4" type="subTitle"/>
          </p:nvPr>
        </p:nvSpPr>
        <p:spPr>
          <a:xfrm>
            <a:off x="8041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34" name="Google Shape;4134;p185"/>
          <p:cNvSpPr txBox="1"/>
          <p:nvPr>
            <p:ph idx="5" type="subTitle"/>
          </p:nvPr>
        </p:nvSpPr>
        <p:spPr>
          <a:xfrm>
            <a:off x="58336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35" name="Google Shape;4135;p185"/>
          <p:cNvSpPr txBox="1"/>
          <p:nvPr>
            <p:ph idx="6" type="subTitle"/>
          </p:nvPr>
        </p:nvSpPr>
        <p:spPr>
          <a:xfrm>
            <a:off x="3318900" y="2389956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28">
    <p:spTree>
      <p:nvGrpSpPr>
        <p:cNvPr id="4136" name="Shape 4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7" name="Google Shape;4137;p18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138" name="Google Shape;4138;p18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18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18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18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18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18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18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18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18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18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18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18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18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18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18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18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18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18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18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18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18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18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60" name="Google Shape;4160;p186"/>
          <p:cNvSpPr txBox="1"/>
          <p:nvPr>
            <p:ph idx="1" type="subTitle"/>
          </p:nvPr>
        </p:nvSpPr>
        <p:spPr>
          <a:xfrm>
            <a:off x="1342450" y="3241403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161" name="Google Shape;4161;p186"/>
          <p:cNvSpPr txBox="1"/>
          <p:nvPr>
            <p:ph idx="2" type="subTitle"/>
          </p:nvPr>
        </p:nvSpPr>
        <p:spPr>
          <a:xfrm>
            <a:off x="5295350" y="3232090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162" name="Google Shape;4162;p186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163" name="Google Shape;4163;p186"/>
          <p:cNvSpPr txBox="1"/>
          <p:nvPr>
            <p:ph idx="3" type="subTitle"/>
          </p:nvPr>
        </p:nvSpPr>
        <p:spPr>
          <a:xfrm>
            <a:off x="1342450" y="3615440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64" name="Google Shape;4164;p186"/>
          <p:cNvSpPr txBox="1"/>
          <p:nvPr>
            <p:ph idx="4" type="subTitle"/>
          </p:nvPr>
        </p:nvSpPr>
        <p:spPr>
          <a:xfrm>
            <a:off x="5295350" y="3606127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20">
    <p:spTree>
      <p:nvGrpSpPr>
        <p:cNvPr id="4165" name="Shape 4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66" name="Google Shape;4166;p18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167" name="Google Shape;4167;p18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18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18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18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18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18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18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18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18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18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18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18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18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18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18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18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18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18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18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18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18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18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89" name="Google Shape;4189;p187"/>
          <p:cNvSpPr txBox="1"/>
          <p:nvPr>
            <p:ph type="ctrTitle"/>
          </p:nvPr>
        </p:nvSpPr>
        <p:spPr>
          <a:xfrm>
            <a:off x="3443847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190" name="Google Shape;4190;p187"/>
          <p:cNvSpPr txBox="1"/>
          <p:nvPr>
            <p:ph idx="1" type="subTitle"/>
          </p:nvPr>
        </p:nvSpPr>
        <p:spPr>
          <a:xfrm>
            <a:off x="3443847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91" name="Google Shape;4191;p187"/>
          <p:cNvSpPr txBox="1"/>
          <p:nvPr>
            <p:ph idx="2" type="subTitle"/>
          </p:nvPr>
        </p:nvSpPr>
        <p:spPr>
          <a:xfrm>
            <a:off x="475992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92" name="Google Shape;4192;p187"/>
          <p:cNvSpPr txBox="1"/>
          <p:nvPr>
            <p:ph idx="3" type="ctrTitle"/>
          </p:nvPr>
        </p:nvSpPr>
        <p:spPr>
          <a:xfrm>
            <a:off x="475992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193" name="Google Shape;4193;p187"/>
          <p:cNvSpPr txBox="1"/>
          <p:nvPr>
            <p:ph idx="4" type="ctrTitle"/>
          </p:nvPr>
        </p:nvSpPr>
        <p:spPr>
          <a:xfrm>
            <a:off x="81170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194" name="Google Shape;4194;p187"/>
          <p:cNvSpPr txBox="1"/>
          <p:nvPr>
            <p:ph idx="5" type="subTitle"/>
          </p:nvPr>
        </p:nvSpPr>
        <p:spPr>
          <a:xfrm>
            <a:off x="81170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95" name="Google Shape;4195;p187"/>
          <p:cNvSpPr txBox="1"/>
          <p:nvPr>
            <p:ph idx="6" type="subTitle"/>
          </p:nvPr>
        </p:nvSpPr>
        <p:spPr>
          <a:xfrm>
            <a:off x="212778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196" name="Google Shape;4196;p187"/>
          <p:cNvSpPr txBox="1"/>
          <p:nvPr>
            <p:ph idx="7" type="ctrTitle"/>
          </p:nvPr>
        </p:nvSpPr>
        <p:spPr>
          <a:xfrm>
            <a:off x="212778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197" name="Google Shape;4197;p187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198" name="Google Shape;4198;p187"/>
          <p:cNvSpPr txBox="1"/>
          <p:nvPr>
            <p:ph idx="9" type="ctrTitle"/>
          </p:nvPr>
        </p:nvSpPr>
        <p:spPr>
          <a:xfrm>
            <a:off x="607599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199" name="Google Shape;4199;p187"/>
          <p:cNvSpPr txBox="1"/>
          <p:nvPr>
            <p:ph idx="13" type="subTitle"/>
          </p:nvPr>
        </p:nvSpPr>
        <p:spPr>
          <a:xfrm>
            <a:off x="607599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21">
    <p:spTree>
      <p:nvGrpSpPr>
        <p:cNvPr id="4200" name="Shape 4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1" name="Google Shape;4201;p18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202" name="Google Shape;4202;p18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18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18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18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18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18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18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18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18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18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18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18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18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18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18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18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18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18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18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21" name="Google Shape;4221;p188"/>
          <p:cNvSpPr txBox="1"/>
          <p:nvPr>
            <p:ph type="title"/>
          </p:nvPr>
        </p:nvSpPr>
        <p:spPr>
          <a:xfrm>
            <a:off x="715349" y="1829975"/>
            <a:ext cx="52644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222" name="Google Shape;4222;p188"/>
          <p:cNvSpPr txBox="1"/>
          <p:nvPr>
            <p:ph idx="1" type="body"/>
          </p:nvPr>
        </p:nvSpPr>
        <p:spPr>
          <a:xfrm>
            <a:off x="715350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33">
    <p:spTree>
      <p:nvGrpSpPr>
        <p:cNvPr id="4223" name="Shape 4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24" name="Google Shape;4224;p18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225" name="Google Shape;4225;p18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18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18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18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18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18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18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18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18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18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18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18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18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18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18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18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18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18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18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44" name="Google Shape;4244;p189"/>
          <p:cNvSpPr txBox="1"/>
          <p:nvPr>
            <p:ph type="title"/>
          </p:nvPr>
        </p:nvSpPr>
        <p:spPr>
          <a:xfrm>
            <a:off x="3772625" y="1829975"/>
            <a:ext cx="45693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245" name="Google Shape;4245;p189"/>
          <p:cNvSpPr txBox="1"/>
          <p:nvPr>
            <p:ph idx="1" type="body"/>
          </p:nvPr>
        </p:nvSpPr>
        <p:spPr>
          <a:xfrm>
            <a:off x="3772649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2">
    <p:spTree>
      <p:nvGrpSpPr>
        <p:cNvPr id="4246" name="Shape 4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7" name="Google Shape;4247;p190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4248" name="Google Shape;4248;p190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249" name="Google Shape;4249;p19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250" name="Google Shape;4250;p190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4251" name="Google Shape;4251;p19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19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19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19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19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19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19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19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19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19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19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19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19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19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19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66" name="Google Shape;4266;p190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4267" name="Google Shape;4267;p19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19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19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19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19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19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19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19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19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19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19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19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19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19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19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4282" name="Google Shape;4282;p190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283" name="Google Shape;4283;p190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284" name="Google Shape;4284;p190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285" name="Google Shape;4285;p190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286" name="Google Shape;4286;p190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287" name="Google Shape;4287;p19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4288" name="Google Shape;4288;p190"/>
          <p:cNvSpPr txBox="1"/>
          <p:nvPr>
            <p:ph type="title"/>
          </p:nvPr>
        </p:nvSpPr>
        <p:spPr>
          <a:xfrm>
            <a:off x="720000" y="1143700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289" name="Google Shape;4289;p190"/>
          <p:cNvSpPr txBox="1"/>
          <p:nvPr>
            <p:ph idx="2" type="title"/>
          </p:nvPr>
        </p:nvSpPr>
        <p:spPr>
          <a:xfrm>
            <a:off x="720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290" name="Google Shape;4290;p190"/>
          <p:cNvSpPr txBox="1"/>
          <p:nvPr>
            <p:ph idx="3" type="title"/>
          </p:nvPr>
        </p:nvSpPr>
        <p:spPr>
          <a:xfrm>
            <a:off x="5094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291" name="Google Shape;4291;p190"/>
          <p:cNvSpPr txBox="1"/>
          <p:nvPr>
            <p:ph idx="1" type="subTitle"/>
          </p:nvPr>
        </p:nvSpPr>
        <p:spPr>
          <a:xfrm>
            <a:off x="915300" y="1964863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292" name="Google Shape;4292;p190"/>
          <p:cNvSpPr txBox="1"/>
          <p:nvPr>
            <p:ph idx="4" type="subTitle"/>
          </p:nvPr>
        </p:nvSpPr>
        <p:spPr>
          <a:xfrm>
            <a:off x="915300" y="3754738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293" name="Google Shape;4293;p190"/>
          <p:cNvSpPr txBox="1"/>
          <p:nvPr>
            <p:ph idx="5" type="subTitle"/>
          </p:nvPr>
        </p:nvSpPr>
        <p:spPr>
          <a:xfrm>
            <a:off x="5192850" y="3754772"/>
            <a:ext cx="3132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3">
    <p:spTree>
      <p:nvGrpSpPr>
        <p:cNvPr id="4294" name="Shape 4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95" name="Google Shape;4295;p19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296" name="Google Shape;4296;p19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19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19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19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19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19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19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19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19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19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19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19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19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19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19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19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19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19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19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15" name="Google Shape;4315;p191"/>
          <p:cNvSpPr txBox="1"/>
          <p:nvPr>
            <p:ph type="title"/>
          </p:nvPr>
        </p:nvSpPr>
        <p:spPr>
          <a:xfrm>
            <a:off x="3285938" y="11437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316" name="Google Shape;4316;p191"/>
          <p:cNvSpPr txBox="1"/>
          <p:nvPr>
            <p:ph idx="1" type="subTitle"/>
          </p:nvPr>
        </p:nvSpPr>
        <p:spPr>
          <a:xfrm>
            <a:off x="3285938" y="1964876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317" name="Google Shape;4317;p191"/>
          <p:cNvSpPr txBox="1"/>
          <p:nvPr>
            <p:ph idx="2" type="title"/>
          </p:nvPr>
        </p:nvSpPr>
        <p:spPr>
          <a:xfrm>
            <a:off x="3285938" y="29701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318" name="Google Shape;4318;p191"/>
          <p:cNvSpPr txBox="1"/>
          <p:nvPr>
            <p:ph idx="3" type="subTitle"/>
          </p:nvPr>
        </p:nvSpPr>
        <p:spPr>
          <a:xfrm>
            <a:off x="3285938" y="3791277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319" name="Google Shape;4319;p191"/>
          <p:cNvSpPr txBox="1"/>
          <p:nvPr>
            <p:ph idx="4" type="title"/>
          </p:nvPr>
        </p:nvSpPr>
        <p:spPr>
          <a:xfrm>
            <a:off x="6030113" y="11563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320" name="Google Shape;4320;p191"/>
          <p:cNvSpPr txBox="1"/>
          <p:nvPr>
            <p:ph idx="5" type="subTitle"/>
          </p:nvPr>
        </p:nvSpPr>
        <p:spPr>
          <a:xfrm>
            <a:off x="6030113" y="19775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321" name="Google Shape;4321;p191"/>
          <p:cNvSpPr txBox="1"/>
          <p:nvPr>
            <p:ph idx="6" type="title"/>
          </p:nvPr>
        </p:nvSpPr>
        <p:spPr>
          <a:xfrm>
            <a:off x="6030113" y="29827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322" name="Google Shape;4322;p191"/>
          <p:cNvSpPr txBox="1"/>
          <p:nvPr>
            <p:ph idx="7" type="subTitle"/>
          </p:nvPr>
        </p:nvSpPr>
        <p:spPr>
          <a:xfrm>
            <a:off x="6030113" y="38039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5">
    <p:spTree>
      <p:nvGrpSpPr>
        <p:cNvPr id="4323" name="Shape 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4" name="Google Shape;4324;p19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4325" name="Google Shape;4325;p19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326" name="Google Shape;4326;p19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327" name="Google Shape;4327;p19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4328" name="Google Shape;4328;p19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19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19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19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19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19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19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19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19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19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19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19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19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19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19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43" name="Google Shape;4343;p19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4344" name="Google Shape;4344;p19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19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19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19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19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19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19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19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19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19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19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19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19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19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19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4359" name="Google Shape;4359;p19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60" name="Google Shape;4360;p19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61" name="Google Shape;4361;p19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62" name="Google Shape;4362;p19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63" name="Google Shape;4363;p19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64" name="Google Shape;4364;p19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4365" name="Google Shape;4365;p192"/>
          <p:cNvSpPr txBox="1"/>
          <p:nvPr>
            <p:ph idx="1" type="subTitle"/>
          </p:nvPr>
        </p:nvSpPr>
        <p:spPr>
          <a:xfrm>
            <a:off x="720000" y="2532242"/>
            <a:ext cx="23004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366" name="Google Shape;4366;p192"/>
          <p:cNvSpPr txBox="1"/>
          <p:nvPr>
            <p:ph type="title"/>
          </p:nvPr>
        </p:nvSpPr>
        <p:spPr>
          <a:xfrm>
            <a:off x="720000" y="1452200"/>
            <a:ext cx="15549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6">
    <p:spTree>
      <p:nvGrpSpPr>
        <p:cNvPr id="4367" name="Shape 4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68" name="Google Shape;4368;p193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4369" name="Google Shape;4369;p193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370" name="Google Shape;4370;p19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371" name="Google Shape;4371;p193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4372" name="Google Shape;4372;p19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19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19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19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19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19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19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19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19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19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19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19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19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19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19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87" name="Google Shape;4387;p193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4388" name="Google Shape;4388;p19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19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19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19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19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19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19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19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6" name="Google Shape;4396;p19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7" name="Google Shape;4397;p19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8" name="Google Shape;4398;p19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9" name="Google Shape;4399;p19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0" name="Google Shape;4400;p19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1" name="Google Shape;4401;p19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2" name="Google Shape;4402;p19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4403" name="Google Shape;4403;p193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04" name="Google Shape;4404;p193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05" name="Google Shape;4405;p193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06" name="Google Shape;4406;p193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07" name="Google Shape;4407;p193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08" name="Google Shape;4408;p19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4409" name="Google Shape;4409;p193"/>
          <p:cNvSpPr txBox="1"/>
          <p:nvPr>
            <p:ph idx="1" type="subTitle"/>
          </p:nvPr>
        </p:nvSpPr>
        <p:spPr>
          <a:xfrm>
            <a:off x="6302975" y="2571750"/>
            <a:ext cx="21213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410" name="Google Shape;4410;p193"/>
          <p:cNvSpPr txBox="1"/>
          <p:nvPr>
            <p:ph type="title"/>
          </p:nvPr>
        </p:nvSpPr>
        <p:spPr>
          <a:xfrm>
            <a:off x="6682500" y="1452213"/>
            <a:ext cx="17415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30">
    <p:spTree>
      <p:nvGrpSpPr>
        <p:cNvPr id="4411" name="Shape 4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12" name="Google Shape;4412;p19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413" name="Google Shape;4413;p19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19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19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9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9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9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9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19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19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19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19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19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19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19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19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9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9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9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9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9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9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9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35" name="Google Shape;4435;p194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436" name="Google Shape;4436;p194"/>
          <p:cNvSpPr txBox="1"/>
          <p:nvPr>
            <p:ph idx="1" type="body"/>
          </p:nvPr>
        </p:nvSpPr>
        <p:spPr>
          <a:xfrm>
            <a:off x="720000" y="1246924"/>
            <a:ext cx="7704000" cy="3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29">
    <p:spTree>
      <p:nvGrpSpPr>
        <p:cNvPr id="4437" name="Shape 4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8" name="Google Shape;4438;p19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439" name="Google Shape;4439;p19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9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9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9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9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19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19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19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19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19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19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19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19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19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19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19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19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19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19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458" name="Google Shape;4458;p195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459" name="Google Shape;4459;p195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0" name="Google Shape;4460;p195"/>
          <p:cNvSpPr txBox="1"/>
          <p:nvPr>
            <p:ph type="ctrTitle"/>
          </p:nvPr>
        </p:nvSpPr>
        <p:spPr>
          <a:xfrm>
            <a:off x="2351875" y="540000"/>
            <a:ext cx="44403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461" name="Google Shape;4461;p195"/>
          <p:cNvSpPr txBox="1"/>
          <p:nvPr/>
        </p:nvSpPr>
        <p:spPr>
          <a:xfrm>
            <a:off x="2422213" y="3592175"/>
            <a:ext cx="4299600" cy="6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CREDITS: This presentation template was created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, including icons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 and infographics &amp; images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0" i="0" sz="12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 b="0" i="0" sz="12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2" name="Google Shape;4462;p195"/>
          <p:cNvSpPr txBox="1"/>
          <p:nvPr>
            <p:ph idx="1" type="subTitle"/>
          </p:nvPr>
        </p:nvSpPr>
        <p:spPr>
          <a:xfrm>
            <a:off x="2955600" y="2255325"/>
            <a:ext cx="3232800" cy="13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4463" name="Google Shape;4463;p195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4464" name="Google Shape;4464;p195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95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195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195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195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195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195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195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195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195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195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35">
    <p:spTree>
      <p:nvGrpSpPr>
        <p:cNvPr id="4475" name="Shape 4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76" name="Google Shape;4476;p196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4477" name="Google Shape;4477;p196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478" name="Google Shape;4478;p19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479" name="Google Shape;4479;p196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4480" name="Google Shape;4480;p19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1" name="Google Shape;4481;p19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2" name="Google Shape;4482;p19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3" name="Google Shape;4483;p19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4" name="Google Shape;4484;p19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5" name="Google Shape;4485;p19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6" name="Google Shape;4486;p19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7" name="Google Shape;4487;p19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8" name="Google Shape;4488;p19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9" name="Google Shape;4489;p19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0" name="Google Shape;4490;p19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1" name="Google Shape;4491;p19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2" name="Google Shape;4492;p19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3" name="Google Shape;4493;p19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4" name="Google Shape;4494;p19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95" name="Google Shape;4495;p196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4496" name="Google Shape;4496;p19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7" name="Google Shape;4497;p19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8" name="Google Shape;4498;p19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9" name="Google Shape;4499;p19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0" name="Google Shape;4500;p19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1" name="Google Shape;4501;p19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2" name="Google Shape;4502;p19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3" name="Google Shape;4503;p19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4" name="Google Shape;4504;p19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5" name="Google Shape;4505;p19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6" name="Google Shape;4506;p19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7" name="Google Shape;4507;p19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8" name="Google Shape;4508;p19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9" name="Google Shape;4509;p19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10" name="Google Shape;4510;p19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4511" name="Google Shape;4511;p196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2" name="Google Shape;4512;p196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3" name="Google Shape;4513;p196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4" name="Google Shape;4514;p196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5" name="Google Shape;4515;p196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6" name="Google Shape;4516;p19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36">
    <p:spTree>
      <p:nvGrpSpPr>
        <p:cNvPr id="4517" name="Shape 4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18" name="Google Shape;4518;p19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519" name="Google Shape;4519;p19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19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19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19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19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19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19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19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19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19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19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19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19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19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19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19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19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19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9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538" name="Google Shape;4538;p197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539" name="Google Shape;4539;p197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540" name="Google Shape;4540;p197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4541" name="Google Shape;4541;p197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197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197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197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197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197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197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197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197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197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197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37">
    <p:spTree>
      <p:nvGrpSpPr>
        <p:cNvPr id="4552" name="Shape 4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53" name="Google Shape;4553;p19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554" name="Google Shape;4554;p19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19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19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19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19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19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19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19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19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19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19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19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19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19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19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19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19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19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19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19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19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19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8">
    <p:spTree>
      <p:nvGrpSpPr>
        <p:cNvPr id="4576" name="Shape 4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77" name="Google Shape;4577;p19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578" name="Google Shape;4578;p19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19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19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19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19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19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19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19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19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19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19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19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19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19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19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19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19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19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19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19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19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19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00" name="Google Shape;4600;p199"/>
          <p:cNvGrpSpPr/>
          <p:nvPr/>
        </p:nvGrpSpPr>
        <p:grpSpPr>
          <a:xfrm>
            <a:off x="2995920" y="1056023"/>
            <a:ext cx="3152176" cy="3031462"/>
            <a:chOff x="1857000" y="3245400"/>
            <a:chExt cx="1233825" cy="1186575"/>
          </a:xfrm>
        </p:grpSpPr>
        <p:sp>
          <p:nvSpPr>
            <p:cNvPr id="4601" name="Google Shape;4601;p199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199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199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199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199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199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9">
    <p:spTree>
      <p:nvGrpSpPr>
        <p:cNvPr id="4607" name="Shape 4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" name="Google Shape;4608;p20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609" name="Google Shape;4609;p20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20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20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20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20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20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20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20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20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20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20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20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20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20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20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20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20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20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20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20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20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20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31" name="Google Shape;4631;p200"/>
          <p:cNvGrpSpPr/>
          <p:nvPr/>
        </p:nvGrpSpPr>
        <p:grpSpPr>
          <a:xfrm>
            <a:off x="262" y="2729663"/>
            <a:ext cx="2995174" cy="2414035"/>
            <a:chOff x="6562292" y="3785209"/>
            <a:chExt cx="1875030" cy="1511227"/>
          </a:xfrm>
        </p:grpSpPr>
        <p:grpSp>
          <p:nvGrpSpPr>
            <p:cNvPr id="4632" name="Google Shape;4632;p200"/>
            <p:cNvGrpSpPr/>
            <p:nvPr/>
          </p:nvGrpSpPr>
          <p:grpSpPr>
            <a:xfrm>
              <a:off x="7717466" y="3785209"/>
              <a:ext cx="719856" cy="680112"/>
              <a:chOff x="7717200" y="3905550"/>
              <a:chExt cx="592377" cy="559671"/>
            </a:xfrm>
          </p:grpSpPr>
          <p:sp>
            <p:nvSpPr>
              <p:cNvPr id="4633" name="Google Shape;4633;p200"/>
              <p:cNvSpPr/>
              <p:nvPr/>
            </p:nvSpPr>
            <p:spPr>
              <a:xfrm>
                <a:off x="7724869" y="3917054"/>
                <a:ext cx="581268" cy="532152"/>
              </a:xfrm>
              <a:custGeom>
                <a:rect b="b" l="l" r="r" t="t"/>
                <a:pathLst>
                  <a:path extrusionOk="0" h="9437" w="10308">
                    <a:moveTo>
                      <a:pt x="10129" y="1"/>
                    </a:moveTo>
                    <a:cubicBezTo>
                      <a:pt x="9518" y="1"/>
                      <a:pt x="4203" y="2425"/>
                      <a:pt x="3814" y="2672"/>
                    </a:cubicBezTo>
                    <a:cubicBezTo>
                      <a:pt x="3407" y="2932"/>
                      <a:pt x="0" y="4549"/>
                      <a:pt x="0" y="4684"/>
                    </a:cubicBezTo>
                    <a:cubicBezTo>
                      <a:pt x="0" y="4808"/>
                      <a:pt x="2382" y="5425"/>
                      <a:pt x="2382" y="5425"/>
                    </a:cubicBezTo>
                    <a:cubicBezTo>
                      <a:pt x="2382" y="5425"/>
                      <a:pt x="2456" y="6129"/>
                      <a:pt x="2580" y="6771"/>
                    </a:cubicBezTo>
                    <a:cubicBezTo>
                      <a:pt x="2703" y="7400"/>
                      <a:pt x="2963" y="8511"/>
                      <a:pt x="2963" y="8511"/>
                    </a:cubicBezTo>
                    <a:cubicBezTo>
                      <a:pt x="3308" y="8474"/>
                      <a:pt x="4901" y="7104"/>
                      <a:pt x="4901" y="7104"/>
                    </a:cubicBezTo>
                    <a:cubicBezTo>
                      <a:pt x="4901" y="7104"/>
                      <a:pt x="6308" y="9424"/>
                      <a:pt x="6542" y="9437"/>
                    </a:cubicBezTo>
                    <a:cubicBezTo>
                      <a:pt x="6543" y="9437"/>
                      <a:pt x="6543" y="9437"/>
                      <a:pt x="6543" y="9437"/>
                    </a:cubicBezTo>
                    <a:cubicBezTo>
                      <a:pt x="6786" y="9437"/>
                      <a:pt x="10307" y="265"/>
                      <a:pt x="10184" y="18"/>
                    </a:cubicBezTo>
                    <a:cubicBezTo>
                      <a:pt x="10177" y="6"/>
                      <a:pt x="10159" y="1"/>
                      <a:pt x="10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4" name="Google Shape;4634;p200"/>
              <p:cNvSpPr/>
              <p:nvPr/>
            </p:nvSpPr>
            <p:spPr>
              <a:xfrm>
                <a:off x="7717200" y="3905550"/>
                <a:ext cx="592377" cy="559671"/>
              </a:xfrm>
              <a:custGeom>
                <a:rect b="b" l="l" r="r" t="t"/>
                <a:pathLst>
                  <a:path extrusionOk="0" h="9925" w="10505">
                    <a:moveTo>
                      <a:pt x="9764" y="420"/>
                    </a:moveTo>
                    <a:cubicBezTo>
                      <a:pt x="9147" y="827"/>
                      <a:pt x="8518" y="1247"/>
                      <a:pt x="7913" y="1654"/>
                    </a:cubicBezTo>
                    <a:cubicBezTo>
                      <a:pt x="7715" y="1802"/>
                      <a:pt x="7505" y="1938"/>
                      <a:pt x="7283" y="2086"/>
                    </a:cubicBezTo>
                    <a:cubicBezTo>
                      <a:pt x="6111" y="2889"/>
                      <a:pt x="4728" y="3839"/>
                      <a:pt x="3382" y="4851"/>
                    </a:cubicBezTo>
                    <a:cubicBezTo>
                      <a:pt x="3148" y="5037"/>
                      <a:pt x="2926" y="5209"/>
                      <a:pt x="2728" y="5382"/>
                    </a:cubicBezTo>
                    <a:lnTo>
                      <a:pt x="2679" y="5419"/>
                    </a:lnTo>
                    <a:lnTo>
                      <a:pt x="2605" y="5493"/>
                    </a:lnTo>
                    <a:cubicBezTo>
                      <a:pt x="2506" y="5432"/>
                      <a:pt x="2407" y="5382"/>
                      <a:pt x="2296" y="5370"/>
                    </a:cubicBezTo>
                    <a:lnTo>
                      <a:pt x="2197" y="5345"/>
                    </a:lnTo>
                    <a:cubicBezTo>
                      <a:pt x="1963" y="5259"/>
                      <a:pt x="1728" y="5197"/>
                      <a:pt x="1482" y="5123"/>
                    </a:cubicBezTo>
                    <a:cubicBezTo>
                      <a:pt x="1087" y="5000"/>
                      <a:pt x="716" y="4913"/>
                      <a:pt x="358" y="4839"/>
                    </a:cubicBezTo>
                    <a:lnTo>
                      <a:pt x="371" y="4839"/>
                    </a:lnTo>
                    <a:lnTo>
                      <a:pt x="420" y="4802"/>
                    </a:lnTo>
                    <a:cubicBezTo>
                      <a:pt x="506" y="4740"/>
                      <a:pt x="605" y="4679"/>
                      <a:pt x="704" y="4629"/>
                    </a:cubicBezTo>
                    <a:cubicBezTo>
                      <a:pt x="815" y="4568"/>
                      <a:pt x="938" y="4518"/>
                      <a:pt x="1062" y="4456"/>
                    </a:cubicBezTo>
                    <a:lnTo>
                      <a:pt x="1210" y="4382"/>
                    </a:lnTo>
                    <a:cubicBezTo>
                      <a:pt x="1802" y="4098"/>
                      <a:pt x="2407" y="3790"/>
                      <a:pt x="3062" y="3457"/>
                    </a:cubicBezTo>
                    <a:cubicBezTo>
                      <a:pt x="3432" y="3259"/>
                      <a:pt x="3827" y="3062"/>
                      <a:pt x="4296" y="2827"/>
                    </a:cubicBezTo>
                    <a:cubicBezTo>
                      <a:pt x="5975" y="1988"/>
                      <a:pt x="7382" y="1309"/>
                      <a:pt x="8876" y="729"/>
                    </a:cubicBezTo>
                    <a:cubicBezTo>
                      <a:pt x="9159" y="605"/>
                      <a:pt x="9468" y="506"/>
                      <a:pt x="9764" y="420"/>
                    </a:cubicBezTo>
                    <a:close/>
                    <a:moveTo>
                      <a:pt x="9949" y="494"/>
                    </a:moveTo>
                    <a:lnTo>
                      <a:pt x="9949" y="494"/>
                    </a:lnTo>
                    <a:cubicBezTo>
                      <a:pt x="9814" y="630"/>
                      <a:pt x="9678" y="790"/>
                      <a:pt x="9542" y="938"/>
                    </a:cubicBezTo>
                    <a:cubicBezTo>
                      <a:pt x="9468" y="1037"/>
                      <a:pt x="9394" y="1124"/>
                      <a:pt x="9320" y="1198"/>
                    </a:cubicBezTo>
                    <a:cubicBezTo>
                      <a:pt x="8900" y="1654"/>
                      <a:pt x="8468" y="2111"/>
                      <a:pt x="8049" y="2568"/>
                    </a:cubicBezTo>
                    <a:cubicBezTo>
                      <a:pt x="7296" y="3358"/>
                      <a:pt x="6543" y="4148"/>
                      <a:pt x="5790" y="4938"/>
                    </a:cubicBezTo>
                    <a:lnTo>
                      <a:pt x="5283" y="5469"/>
                    </a:lnTo>
                    <a:lnTo>
                      <a:pt x="4913" y="5864"/>
                    </a:lnTo>
                    <a:cubicBezTo>
                      <a:pt x="4777" y="6012"/>
                      <a:pt x="4642" y="6160"/>
                      <a:pt x="4493" y="6308"/>
                    </a:cubicBezTo>
                    <a:lnTo>
                      <a:pt x="4469" y="6308"/>
                    </a:lnTo>
                    <a:cubicBezTo>
                      <a:pt x="4358" y="6370"/>
                      <a:pt x="4259" y="6456"/>
                      <a:pt x="4197" y="6567"/>
                    </a:cubicBezTo>
                    <a:cubicBezTo>
                      <a:pt x="4173" y="6580"/>
                      <a:pt x="4160" y="6604"/>
                      <a:pt x="4148" y="6617"/>
                    </a:cubicBezTo>
                    <a:cubicBezTo>
                      <a:pt x="4061" y="6740"/>
                      <a:pt x="3987" y="6863"/>
                      <a:pt x="3913" y="6987"/>
                    </a:cubicBezTo>
                    <a:lnTo>
                      <a:pt x="3864" y="7086"/>
                    </a:lnTo>
                    <a:cubicBezTo>
                      <a:pt x="3790" y="7209"/>
                      <a:pt x="3716" y="7320"/>
                      <a:pt x="3642" y="7431"/>
                    </a:cubicBezTo>
                    <a:cubicBezTo>
                      <a:pt x="3580" y="7555"/>
                      <a:pt x="3518" y="7641"/>
                      <a:pt x="3444" y="7752"/>
                    </a:cubicBezTo>
                    <a:lnTo>
                      <a:pt x="3173" y="8221"/>
                    </a:lnTo>
                    <a:lnTo>
                      <a:pt x="3123" y="8295"/>
                    </a:lnTo>
                    <a:cubicBezTo>
                      <a:pt x="3025" y="7876"/>
                      <a:pt x="2950" y="7444"/>
                      <a:pt x="2889" y="7024"/>
                    </a:cubicBezTo>
                    <a:cubicBezTo>
                      <a:pt x="2827" y="6592"/>
                      <a:pt x="2765" y="6148"/>
                      <a:pt x="2654" y="5728"/>
                    </a:cubicBezTo>
                    <a:cubicBezTo>
                      <a:pt x="2679" y="5678"/>
                      <a:pt x="2691" y="5629"/>
                      <a:pt x="2679" y="5580"/>
                    </a:cubicBezTo>
                    <a:cubicBezTo>
                      <a:pt x="2827" y="5456"/>
                      <a:pt x="2975" y="5333"/>
                      <a:pt x="3136" y="5222"/>
                    </a:cubicBezTo>
                    <a:cubicBezTo>
                      <a:pt x="3210" y="5172"/>
                      <a:pt x="3284" y="5123"/>
                      <a:pt x="3358" y="5074"/>
                    </a:cubicBezTo>
                    <a:cubicBezTo>
                      <a:pt x="3950" y="4629"/>
                      <a:pt x="4568" y="4197"/>
                      <a:pt x="5098" y="3815"/>
                    </a:cubicBezTo>
                    <a:cubicBezTo>
                      <a:pt x="6333" y="2950"/>
                      <a:pt x="7666" y="2025"/>
                      <a:pt x="9024" y="1111"/>
                    </a:cubicBezTo>
                    <a:lnTo>
                      <a:pt x="9196" y="988"/>
                    </a:lnTo>
                    <a:cubicBezTo>
                      <a:pt x="9443" y="827"/>
                      <a:pt x="9703" y="654"/>
                      <a:pt x="9949" y="494"/>
                    </a:cubicBezTo>
                    <a:close/>
                    <a:moveTo>
                      <a:pt x="4530" y="6530"/>
                    </a:moveTo>
                    <a:cubicBezTo>
                      <a:pt x="4555" y="6555"/>
                      <a:pt x="4580" y="6580"/>
                      <a:pt x="4592" y="6617"/>
                    </a:cubicBezTo>
                    <a:lnTo>
                      <a:pt x="4617" y="6641"/>
                    </a:lnTo>
                    <a:cubicBezTo>
                      <a:pt x="4679" y="6777"/>
                      <a:pt x="4753" y="6901"/>
                      <a:pt x="4802" y="7036"/>
                    </a:cubicBezTo>
                    <a:lnTo>
                      <a:pt x="4839" y="7110"/>
                    </a:lnTo>
                    <a:cubicBezTo>
                      <a:pt x="4864" y="7160"/>
                      <a:pt x="4888" y="7221"/>
                      <a:pt x="4925" y="7283"/>
                    </a:cubicBezTo>
                    <a:cubicBezTo>
                      <a:pt x="4802" y="7345"/>
                      <a:pt x="4691" y="7419"/>
                      <a:pt x="4580" y="7505"/>
                    </a:cubicBezTo>
                    <a:cubicBezTo>
                      <a:pt x="4555" y="7530"/>
                      <a:pt x="4530" y="7542"/>
                      <a:pt x="4493" y="7567"/>
                    </a:cubicBezTo>
                    <a:cubicBezTo>
                      <a:pt x="4333" y="7691"/>
                      <a:pt x="4160" y="7826"/>
                      <a:pt x="4000" y="7950"/>
                    </a:cubicBezTo>
                    <a:cubicBezTo>
                      <a:pt x="3901" y="8024"/>
                      <a:pt x="3815" y="8098"/>
                      <a:pt x="3728" y="8172"/>
                    </a:cubicBezTo>
                    <a:lnTo>
                      <a:pt x="3580" y="8308"/>
                    </a:lnTo>
                    <a:lnTo>
                      <a:pt x="3518" y="8357"/>
                    </a:lnTo>
                    <a:cubicBezTo>
                      <a:pt x="3457" y="8406"/>
                      <a:pt x="3395" y="8456"/>
                      <a:pt x="3321" y="8505"/>
                    </a:cubicBezTo>
                    <a:cubicBezTo>
                      <a:pt x="3407" y="8382"/>
                      <a:pt x="3481" y="8258"/>
                      <a:pt x="3555" y="8135"/>
                    </a:cubicBezTo>
                    <a:cubicBezTo>
                      <a:pt x="3703" y="7876"/>
                      <a:pt x="3864" y="7629"/>
                      <a:pt x="4000" y="7370"/>
                    </a:cubicBezTo>
                    <a:cubicBezTo>
                      <a:pt x="4049" y="7296"/>
                      <a:pt x="4086" y="7209"/>
                      <a:pt x="4135" y="7123"/>
                    </a:cubicBezTo>
                    <a:cubicBezTo>
                      <a:pt x="4222" y="6925"/>
                      <a:pt x="4333" y="6752"/>
                      <a:pt x="4469" y="6592"/>
                    </a:cubicBezTo>
                    <a:cubicBezTo>
                      <a:pt x="4493" y="6567"/>
                      <a:pt x="4506" y="6543"/>
                      <a:pt x="4530" y="6530"/>
                    </a:cubicBezTo>
                    <a:close/>
                    <a:moveTo>
                      <a:pt x="9912" y="877"/>
                    </a:moveTo>
                    <a:lnTo>
                      <a:pt x="9912" y="877"/>
                    </a:lnTo>
                    <a:cubicBezTo>
                      <a:pt x="9826" y="1087"/>
                      <a:pt x="9752" y="1296"/>
                      <a:pt x="9690" y="1469"/>
                    </a:cubicBezTo>
                    <a:cubicBezTo>
                      <a:pt x="9431" y="2222"/>
                      <a:pt x="9147" y="2963"/>
                      <a:pt x="8876" y="3654"/>
                    </a:cubicBezTo>
                    <a:cubicBezTo>
                      <a:pt x="8567" y="4444"/>
                      <a:pt x="8258" y="5246"/>
                      <a:pt x="7950" y="6049"/>
                    </a:cubicBezTo>
                    <a:cubicBezTo>
                      <a:pt x="7654" y="6802"/>
                      <a:pt x="7357" y="7567"/>
                      <a:pt x="7073" y="8320"/>
                    </a:cubicBezTo>
                    <a:cubicBezTo>
                      <a:pt x="7012" y="8456"/>
                      <a:pt x="6962" y="8604"/>
                      <a:pt x="6913" y="8740"/>
                    </a:cubicBezTo>
                    <a:cubicBezTo>
                      <a:pt x="6839" y="8962"/>
                      <a:pt x="6752" y="9196"/>
                      <a:pt x="6666" y="9406"/>
                    </a:cubicBezTo>
                    <a:cubicBezTo>
                      <a:pt x="6580" y="9258"/>
                      <a:pt x="6506" y="9110"/>
                      <a:pt x="6407" y="8974"/>
                    </a:cubicBezTo>
                    <a:lnTo>
                      <a:pt x="6333" y="8863"/>
                    </a:lnTo>
                    <a:lnTo>
                      <a:pt x="6197" y="8666"/>
                    </a:lnTo>
                    <a:cubicBezTo>
                      <a:pt x="6073" y="8468"/>
                      <a:pt x="5938" y="8258"/>
                      <a:pt x="5814" y="8061"/>
                    </a:cubicBezTo>
                    <a:cubicBezTo>
                      <a:pt x="5580" y="7715"/>
                      <a:pt x="5345" y="7345"/>
                      <a:pt x="5086" y="6851"/>
                    </a:cubicBezTo>
                    <a:lnTo>
                      <a:pt x="5061" y="6814"/>
                    </a:lnTo>
                    <a:cubicBezTo>
                      <a:pt x="4975" y="6666"/>
                      <a:pt x="4839" y="6407"/>
                      <a:pt x="4654" y="6333"/>
                    </a:cubicBezTo>
                    <a:cubicBezTo>
                      <a:pt x="5197" y="5839"/>
                      <a:pt x="5703" y="5308"/>
                      <a:pt x="6197" y="4790"/>
                    </a:cubicBezTo>
                    <a:cubicBezTo>
                      <a:pt x="6320" y="4654"/>
                      <a:pt x="6444" y="4530"/>
                      <a:pt x="6567" y="4395"/>
                    </a:cubicBezTo>
                    <a:cubicBezTo>
                      <a:pt x="7394" y="3531"/>
                      <a:pt x="8382" y="2494"/>
                      <a:pt x="9345" y="1469"/>
                    </a:cubicBezTo>
                    <a:cubicBezTo>
                      <a:pt x="9419" y="1383"/>
                      <a:pt x="9493" y="1309"/>
                      <a:pt x="9579" y="1222"/>
                    </a:cubicBezTo>
                    <a:cubicBezTo>
                      <a:pt x="9690" y="1111"/>
                      <a:pt x="9801" y="1000"/>
                      <a:pt x="9912" y="877"/>
                    </a:cubicBezTo>
                    <a:close/>
                    <a:moveTo>
                      <a:pt x="10172" y="0"/>
                    </a:moveTo>
                    <a:cubicBezTo>
                      <a:pt x="10085" y="0"/>
                      <a:pt x="10011" y="13"/>
                      <a:pt x="9937" y="25"/>
                    </a:cubicBezTo>
                    <a:cubicBezTo>
                      <a:pt x="9653" y="99"/>
                      <a:pt x="9369" y="185"/>
                      <a:pt x="9098" y="297"/>
                    </a:cubicBezTo>
                    <a:cubicBezTo>
                      <a:pt x="8258" y="605"/>
                      <a:pt x="7444" y="988"/>
                      <a:pt x="6691" y="1346"/>
                    </a:cubicBezTo>
                    <a:cubicBezTo>
                      <a:pt x="5506" y="1914"/>
                      <a:pt x="4271" y="2543"/>
                      <a:pt x="2913" y="3247"/>
                    </a:cubicBezTo>
                    <a:cubicBezTo>
                      <a:pt x="2407" y="3518"/>
                      <a:pt x="1889" y="3777"/>
                      <a:pt x="1370" y="4024"/>
                    </a:cubicBezTo>
                    <a:lnTo>
                      <a:pt x="667" y="4382"/>
                    </a:lnTo>
                    <a:cubicBezTo>
                      <a:pt x="482" y="4469"/>
                      <a:pt x="309" y="4568"/>
                      <a:pt x="161" y="4703"/>
                    </a:cubicBezTo>
                    <a:cubicBezTo>
                      <a:pt x="136" y="4728"/>
                      <a:pt x="111" y="4765"/>
                      <a:pt x="99" y="4802"/>
                    </a:cubicBezTo>
                    <a:cubicBezTo>
                      <a:pt x="50" y="4814"/>
                      <a:pt x="25" y="4851"/>
                      <a:pt x="13" y="4888"/>
                    </a:cubicBezTo>
                    <a:cubicBezTo>
                      <a:pt x="0" y="4938"/>
                      <a:pt x="25" y="4975"/>
                      <a:pt x="62" y="5000"/>
                    </a:cubicBezTo>
                    <a:cubicBezTo>
                      <a:pt x="482" y="5172"/>
                      <a:pt x="914" y="5333"/>
                      <a:pt x="1346" y="5456"/>
                    </a:cubicBezTo>
                    <a:cubicBezTo>
                      <a:pt x="1593" y="5530"/>
                      <a:pt x="1827" y="5617"/>
                      <a:pt x="2074" y="5691"/>
                    </a:cubicBezTo>
                    <a:cubicBezTo>
                      <a:pt x="2160" y="5715"/>
                      <a:pt x="2235" y="5740"/>
                      <a:pt x="2321" y="5765"/>
                    </a:cubicBezTo>
                    <a:lnTo>
                      <a:pt x="2395" y="5790"/>
                    </a:lnTo>
                    <a:lnTo>
                      <a:pt x="2407" y="5802"/>
                    </a:lnTo>
                    <a:cubicBezTo>
                      <a:pt x="2432" y="5814"/>
                      <a:pt x="2444" y="5827"/>
                      <a:pt x="2469" y="5827"/>
                    </a:cubicBezTo>
                    <a:cubicBezTo>
                      <a:pt x="2494" y="6061"/>
                      <a:pt x="2518" y="6283"/>
                      <a:pt x="2543" y="6518"/>
                    </a:cubicBezTo>
                    <a:cubicBezTo>
                      <a:pt x="2617" y="7246"/>
                      <a:pt x="2691" y="7999"/>
                      <a:pt x="2950" y="8690"/>
                    </a:cubicBezTo>
                    <a:lnTo>
                      <a:pt x="2950" y="8703"/>
                    </a:lnTo>
                    <a:cubicBezTo>
                      <a:pt x="2950" y="8740"/>
                      <a:pt x="2963" y="8764"/>
                      <a:pt x="2987" y="8789"/>
                    </a:cubicBezTo>
                    <a:cubicBezTo>
                      <a:pt x="3012" y="8838"/>
                      <a:pt x="3062" y="8876"/>
                      <a:pt x="3111" y="8876"/>
                    </a:cubicBezTo>
                    <a:lnTo>
                      <a:pt x="3148" y="8876"/>
                    </a:lnTo>
                    <a:cubicBezTo>
                      <a:pt x="3457" y="8764"/>
                      <a:pt x="3728" y="8604"/>
                      <a:pt x="3975" y="8382"/>
                    </a:cubicBezTo>
                    <a:cubicBezTo>
                      <a:pt x="4012" y="8345"/>
                      <a:pt x="4061" y="8308"/>
                      <a:pt x="4111" y="8271"/>
                    </a:cubicBezTo>
                    <a:cubicBezTo>
                      <a:pt x="4222" y="8184"/>
                      <a:pt x="4333" y="8098"/>
                      <a:pt x="4444" y="8024"/>
                    </a:cubicBezTo>
                    <a:lnTo>
                      <a:pt x="4617" y="7900"/>
                    </a:lnTo>
                    <a:lnTo>
                      <a:pt x="4765" y="7789"/>
                    </a:lnTo>
                    <a:cubicBezTo>
                      <a:pt x="4864" y="7728"/>
                      <a:pt x="4963" y="7653"/>
                      <a:pt x="5049" y="7579"/>
                    </a:cubicBezTo>
                    <a:cubicBezTo>
                      <a:pt x="5160" y="7777"/>
                      <a:pt x="5296" y="7999"/>
                      <a:pt x="5444" y="8258"/>
                    </a:cubicBezTo>
                    <a:cubicBezTo>
                      <a:pt x="5617" y="8530"/>
                      <a:pt x="5790" y="8814"/>
                      <a:pt x="5950" y="9061"/>
                    </a:cubicBezTo>
                    <a:cubicBezTo>
                      <a:pt x="6012" y="9147"/>
                      <a:pt x="6061" y="9246"/>
                      <a:pt x="6123" y="9345"/>
                    </a:cubicBezTo>
                    <a:cubicBezTo>
                      <a:pt x="6222" y="9530"/>
                      <a:pt x="6345" y="9703"/>
                      <a:pt x="6468" y="9875"/>
                    </a:cubicBezTo>
                    <a:cubicBezTo>
                      <a:pt x="6493" y="9900"/>
                      <a:pt x="6543" y="9925"/>
                      <a:pt x="6580" y="9925"/>
                    </a:cubicBezTo>
                    <a:cubicBezTo>
                      <a:pt x="6629" y="9925"/>
                      <a:pt x="6666" y="9900"/>
                      <a:pt x="6703" y="9875"/>
                    </a:cubicBezTo>
                    <a:cubicBezTo>
                      <a:pt x="6728" y="9838"/>
                      <a:pt x="6752" y="9789"/>
                      <a:pt x="6752" y="9740"/>
                    </a:cubicBezTo>
                    <a:cubicBezTo>
                      <a:pt x="6925" y="9431"/>
                      <a:pt x="7073" y="9110"/>
                      <a:pt x="7209" y="8801"/>
                    </a:cubicBezTo>
                    <a:lnTo>
                      <a:pt x="7258" y="8703"/>
                    </a:lnTo>
                    <a:cubicBezTo>
                      <a:pt x="7555" y="8024"/>
                      <a:pt x="7851" y="7333"/>
                      <a:pt x="8123" y="6666"/>
                    </a:cubicBezTo>
                    <a:lnTo>
                      <a:pt x="8147" y="6592"/>
                    </a:lnTo>
                    <a:cubicBezTo>
                      <a:pt x="8740" y="5185"/>
                      <a:pt x="9406" y="3518"/>
                      <a:pt x="10024" y="1827"/>
                    </a:cubicBezTo>
                    <a:cubicBezTo>
                      <a:pt x="10135" y="1519"/>
                      <a:pt x="10258" y="1210"/>
                      <a:pt x="10357" y="877"/>
                    </a:cubicBezTo>
                    <a:lnTo>
                      <a:pt x="10369" y="827"/>
                    </a:lnTo>
                    <a:cubicBezTo>
                      <a:pt x="10443" y="654"/>
                      <a:pt x="10480" y="469"/>
                      <a:pt x="10468" y="284"/>
                    </a:cubicBezTo>
                    <a:cubicBezTo>
                      <a:pt x="10505" y="222"/>
                      <a:pt x="10493" y="148"/>
                      <a:pt x="10443" y="111"/>
                    </a:cubicBezTo>
                    <a:cubicBezTo>
                      <a:pt x="10369" y="37"/>
                      <a:pt x="10270" y="0"/>
                      <a:pt x="101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35" name="Google Shape;4635;p200"/>
            <p:cNvSpPr/>
            <p:nvPr/>
          </p:nvSpPr>
          <p:spPr>
            <a:xfrm>
              <a:off x="6562292" y="4354432"/>
              <a:ext cx="1368335" cy="942004"/>
            </a:xfrm>
            <a:custGeom>
              <a:rect b="b" l="l" r="r" t="t"/>
              <a:pathLst>
                <a:path extrusionOk="0" h="11703" w="16999">
                  <a:moveTo>
                    <a:pt x="16961" y="211"/>
                  </a:moveTo>
                  <a:cubicBezTo>
                    <a:pt x="16998" y="87"/>
                    <a:pt x="16850" y="1"/>
                    <a:pt x="16764" y="100"/>
                  </a:cubicBezTo>
                  <a:cubicBezTo>
                    <a:pt x="16752" y="112"/>
                    <a:pt x="16752" y="124"/>
                    <a:pt x="16739" y="137"/>
                  </a:cubicBezTo>
                  <a:lnTo>
                    <a:pt x="16727" y="186"/>
                  </a:lnTo>
                  <a:lnTo>
                    <a:pt x="16715" y="235"/>
                  </a:lnTo>
                  <a:lnTo>
                    <a:pt x="16690" y="285"/>
                  </a:lnTo>
                  <a:lnTo>
                    <a:pt x="16665" y="346"/>
                  </a:lnTo>
                  <a:cubicBezTo>
                    <a:pt x="16616" y="495"/>
                    <a:pt x="16826" y="569"/>
                    <a:pt x="16887" y="433"/>
                  </a:cubicBezTo>
                  <a:lnTo>
                    <a:pt x="16912" y="359"/>
                  </a:lnTo>
                  <a:lnTo>
                    <a:pt x="16924" y="309"/>
                  </a:lnTo>
                  <a:lnTo>
                    <a:pt x="16949" y="260"/>
                  </a:lnTo>
                  <a:close/>
                  <a:moveTo>
                    <a:pt x="260" y="10197"/>
                  </a:moveTo>
                  <a:cubicBezTo>
                    <a:pt x="137" y="10110"/>
                    <a:pt x="1" y="10283"/>
                    <a:pt x="112" y="10382"/>
                  </a:cubicBezTo>
                  <a:lnTo>
                    <a:pt x="186" y="10444"/>
                  </a:lnTo>
                  <a:lnTo>
                    <a:pt x="248" y="10481"/>
                  </a:lnTo>
                  <a:lnTo>
                    <a:pt x="309" y="10530"/>
                  </a:lnTo>
                  <a:cubicBezTo>
                    <a:pt x="433" y="10617"/>
                    <a:pt x="569" y="10431"/>
                    <a:pt x="445" y="10345"/>
                  </a:cubicBezTo>
                  <a:lnTo>
                    <a:pt x="384" y="10296"/>
                  </a:lnTo>
                  <a:lnTo>
                    <a:pt x="334" y="10259"/>
                  </a:lnTo>
                  <a:close/>
                  <a:moveTo>
                    <a:pt x="1013" y="10728"/>
                  </a:moveTo>
                  <a:cubicBezTo>
                    <a:pt x="890" y="10617"/>
                    <a:pt x="741" y="10789"/>
                    <a:pt x="853" y="10900"/>
                  </a:cubicBezTo>
                  <a:cubicBezTo>
                    <a:pt x="865" y="10900"/>
                    <a:pt x="877" y="10913"/>
                    <a:pt x="890" y="10925"/>
                  </a:cubicBezTo>
                  <a:lnTo>
                    <a:pt x="951" y="10962"/>
                  </a:lnTo>
                  <a:lnTo>
                    <a:pt x="1013" y="10999"/>
                  </a:lnTo>
                  <a:lnTo>
                    <a:pt x="1087" y="11036"/>
                  </a:lnTo>
                  <a:cubicBezTo>
                    <a:pt x="1211" y="11135"/>
                    <a:pt x="1359" y="10962"/>
                    <a:pt x="1248" y="10863"/>
                  </a:cubicBezTo>
                  <a:cubicBezTo>
                    <a:pt x="1235" y="10851"/>
                    <a:pt x="1223" y="10839"/>
                    <a:pt x="1211" y="10839"/>
                  </a:cubicBezTo>
                  <a:lnTo>
                    <a:pt x="1136" y="10802"/>
                  </a:lnTo>
                  <a:lnTo>
                    <a:pt x="1075" y="10765"/>
                  </a:lnTo>
                  <a:close/>
                  <a:moveTo>
                    <a:pt x="1828" y="11123"/>
                  </a:moveTo>
                  <a:cubicBezTo>
                    <a:pt x="1680" y="11073"/>
                    <a:pt x="1593" y="11283"/>
                    <a:pt x="1741" y="11345"/>
                  </a:cubicBezTo>
                  <a:lnTo>
                    <a:pt x="1791" y="11370"/>
                  </a:lnTo>
                  <a:lnTo>
                    <a:pt x="1852" y="11382"/>
                  </a:lnTo>
                  <a:lnTo>
                    <a:pt x="1914" y="11407"/>
                  </a:lnTo>
                  <a:lnTo>
                    <a:pt x="1964" y="11431"/>
                  </a:lnTo>
                  <a:cubicBezTo>
                    <a:pt x="2001" y="11444"/>
                    <a:pt x="2050" y="11431"/>
                    <a:pt x="2075" y="11394"/>
                  </a:cubicBezTo>
                  <a:cubicBezTo>
                    <a:pt x="2136" y="11345"/>
                    <a:pt x="2124" y="11234"/>
                    <a:pt x="2038" y="11209"/>
                  </a:cubicBezTo>
                  <a:lnTo>
                    <a:pt x="1988" y="11184"/>
                  </a:lnTo>
                  <a:lnTo>
                    <a:pt x="1927" y="11172"/>
                  </a:lnTo>
                  <a:lnTo>
                    <a:pt x="1877" y="11147"/>
                  </a:lnTo>
                  <a:close/>
                  <a:moveTo>
                    <a:pt x="2692" y="11382"/>
                  </a:moveTo>
                  <a:cubicBezTo>
                    <a:pt x="2568" y="11370"/>
                    <a:pt x="2507" y="11518"/>
                    <a:pt x="2605" y="11592"/>
                  </a:cubicBezTo>
                  <a:cubicBezTo>
                    <a:pt x="2618" y="11604"/>
                    <a:pt x="2630" y="11616"/>
                    <a:pt x="2642" y="11616"/>
                  </a:cubicBezTo>
                  <a:lnTo>
                    <a:pt x="2717" y="11629"/>
                  </a:lnTo>
                  <a:lnTo>
                    <a:pt x="2778" y="11641"/>
                  </a:lnTo>
                  <a:lnTo>
                    <a:pt x="2840" y="11653"/>
                  </a:lnTo>
                  <a:lnTo>
                    <a:pt x="2877" y="11653"/>
                  </a:lnTo>
                  <a:cubicBezTo>
                    <a:pt x="3013" y="11666"/>
                    <a:pt x="3062" y="11481"/>
                    <a:pt x="2939" y="11431"/>
                  </a:cubicBezTo>
                  <a:lnTo>
                    <a:pt x="2914" y="11431"/>
                  </a:lnTo>
                  <a:lnTo>
                    <a:pt x="2865" y="11431"/>
                  </a:lnTo>
                  <a:lnTo>
                    <a:pt x="2815" y="11419"/>
                  </a:lnTo>
                  <a:lnTo>
                    <a:pt x="2766" y="11407"/>
                  </a:lnTo>
                  <a:lnTo>
                    <a:pt x="2692" y="11394"/>
                  </a:lnTo>
                  <a:close/>
                  <a:moveTo>
                    <a:pt x="3593" y="11468"/>
                  </a:moveTo>
                  <a:cubicBezTo>
                    <a:pt x="3457" y="11481"/>
                    <a:pt x="3432" y="11653"/>
                    <a:pt x="3556" y="11690"/>
                  </a:cubicBezTo>
                  <a:cubicBezTo>
                    <a:pt x="3568" y="11703"/>
                    <a:pt x="3581" y="11703"/>
                    <a:pt x="3593" y="11690"/>
                  </a:cubicBezTo>
                  <a:lnTo>
                    <a:pt x="3679" y="11690"/>
                  </a:lnTo>
                  <a:lnTo>
                    <a:pt x="3741" y="11690"/>
                  </a:lnTo>
                  <a:lnTo>
                    <a:pt x="3790" y="11690"/>
                  </a:lnTo>
                  <a:lnTo>
                    <a:pt x="3827" y="11690"/>
                  </a:lnTo>
                  <a:cubicBezTo>
                    <a:pt x="3963" y="11690"/>
                    <a:pt x="3988" y="11518"/>
                    <a:pt x="3865" y="11468"/>
                  </a:cubicBezTo>
                  <a:cubicBezTo>
                    <a:pt x="3852" y="11468"/>
                    <a:pt x="3840" y="11468"/>
                    <a:pt x="3815" y="11468"/>
                  </a:cubicBezTo>
                  <a:lnTo>
                    <a:pt x="3778" y="11468"/>
                  </a:lnTo>
                  <a:lnTo>
                    <a:pt x="3729" y="11468"/>
                  </a:lnTo>
                  <a:lnTo>
                    <a:pt x="3593" y="11468"/>
                  </a:lnTo>
                  <a:close/>
                  <a:moveTo>
                    <a:pt x="4482" y="11357"/>
                  </a:moveTo>
                  <a:cubicBezTo>
                    <a:pt x="4371" y="11394"/>
                    <a:pt x="4371" y="11567"/>
                    <a:pt x="4482" y="11592"/>
                  </a:cubicBezTo>
                  <a:cubicBezTo>
                    <a:pt x="4506" y="11592"/>
                    <a:pt x="4519" y="11592"/>
                    <a:pt x="4531" y="11592"/>
                  </a:cubicBezTo>
                  <a:lnTo>
                    <a:pt x="4593" y="11579"/>
                  </a:lnTo>
                  <a:lnTo>
                    <a:pt x="4642" y="11567"/>
                  </a:lnTo>
                  <a:lnTo>
                    <a:pt x="4704" y="11555"/>
                  </a:lnTo>
                  <a:lnTo>
                    <a:pt x="4766" y="11530"/>
                  </a:lnTo>
                  <a:cubicBezTo>
                    <a:pt x="4864" y="11505"/>
                    <a:pt x="4877" y="11370"/>
                    <a:pt x="4790" y="11320"/>
                  </a:cubicBezTo>
                  <a:cubicBezTo>
                    <a:pt x="4766" y="11308"/>
                    <a:pt x="4729" y="11295"/>
                    <a:pt x="4704" y="11308"/>
                  </a:cubicBezTo>
                  <a:lnTo>
                    <a:pt x="4642" y="11320"/>
                  </a:lnTo>
                  <a:lnTo>
                    <a:pt x="4593" y="11333"/>
                  </a:lnTo>
                  <a:lnTo>
                    <a:pt x="4543" y="11345"/>
                  </a:lnTo>
                  <a:lnTo>
                    <a:pt x="4482" y="11370"/>
                  </a:lnTo>
                  <a:close/>
                  <a:moveTo>
                    <a:pt x="5346" y="11073"/>
                  </a:moveTo>
                  <a:cubicBezTo>
                    <a:pt x="5222" y="11123"/>
                    <a:pt x="5272" y="11308"/>
                    <a:pt x="5395" y="11295"/>
                  </a:cubicBezTo>
                  <a:cubicBezTo>
                    <a:pt x="5408" y="11295"/>
                    <a:pt x="5432" y="11295"/>
                    <a:pt x="5445" y="11283"/>
                  </a:cubicBezTo>
                  <a:lnTo>
                    <a:pt x="5469" y="11271"/>
                  </a:lnTo>
                  <a:lnTo>
                    <a:pt x="5519" y="11258"/>
                  </a:lnTo>
                  <a:lnTo>
                    <a:pt x="5568" y="11234"/>
                  </a:lnTo>
                  <a:lnTo>
                    <a:pt x="5617" y="11209"/>
                  </a:lnTo>
                  <a:lnTo>
                    <a:pt x="5654" y="11184"/>
                  </a:lnTo>
                  <a:cubicBezTo>
                    <a:pt x="5741" y="11147"/>
                    <a:pt x="5741" y="11012"/>
                    <a:pt x="5642" y="10975"/>
                  </a:cubicBezTo>
                  <a:cubicBezTo>
                    <a:pt x="5617" y="10962"/>
                    <a:pt x="5580" y="10962"/>
                    <a:pt x="5556" y="10975"/>
                  </a:cubicBezTo>
                  <a:lnTo>
                    <a:pt x="5469" y="11012"/>
                  </a:lnTo>
                  <a:lnTo>
                    <a:pt x="5420" y="11036"/>
                  </a:lnTo>
                  <a:lnTo>
                    <a:pt x="5346" y="11073"/>
                  </a:lnTo>
                  <a:close/>
                  <a:moveTo>
                    <a:pt x="6136" y="10641"/>
                  </a:moveTo>
                  <a:cubicBezTo>
                    <a:pt x="6099" y="10666"/>
                    <a:pt x="6086" y="10703"/>
                    <a:pt x="6086" y="10752"/>
                  </a:cubicBezTo>
                  <a:cubicBezTo>
                    <a:pt x="6111" y="10839"/>
                    <a:pt x="6198" y="10876"/>
                    <a:pt x="6272" y="10839"/>
                  </a:cubicBezTo>
                  <a:lnTo>
                    <a:pt x="6333" y="10789"/>
                  </a:lnTo>
                  <a:lnTo>
                    <a:pt x="6370" y="10765"/>
                  </a:lnTo>
                  <a:lnTo>
                    <a:pt x="6420" y="10728"/>
                  </a:lnTo>
                  <a:lnTo>
                    <a:pt x="6469" y="10703"/>
                  </a:lnTo>
                  <a:cubicBezTo>
                    <a:pt x="6580" y="10617"/>
                    <a:pt x="6481" y="10444"/>
                    <a:pt x="6358" y="10493"/>
                  </a:cubicBezTo>
                  <a:lnTo>
                    <a:pt x="6333" y="10505"/>
                  </a:lnTo>
                  <a:lnTo>
                    <a:pt x="6247" y="10567"/>
                  </a:lnTo>
                  <a:cubicBezTo>
                    <a:pt x="6210" y="10592"/>
                    <a:pt x="6173" y="10617"/>
                    <a:pt x="6136" y="10641"/>
                  </a:cubicBezTo>
                  <a:close/>
                  <a:moveTo>
                    <a:pt x="6864" y="10086"/>
                  </a:moveTo>
                  <a:cubicBezTo>
                    <a:pt x="6753" y="10160"/>
                    <a:pt x="6864" y="10333"/>
                    <a:pt x="6988" y="10271"/>
                  </a:cubicBezTo>
                  <a:cubicBezTo>
                    <a:pt x="7000" y="10271"/>
                    <a:pt x="7000" y="10259"/>
                    <a:pt x="7012" y="10259"/>
                  </a:cubicBezTo>
                  <a:lnTo>
                    <a:pt x="7185" y="10098"/>
                  </a:lnTo>
                  <a:cubicBezTo>
                    <a:pt x="7222" y="10061"/>
                    <a:pt x="7234" y="10012"/>
                    <a:pt x="7210" y="9962"/>
                  </a:cubicBezTo>
                  <a:cubicBezTo>
                    <a:pt x="7173" y="9888"/>
                    <a:pt x="7086" y="9876"/>
                    <a:pt x="7025" y="9925"/>
                  </a:cubicBezTo>
                  <a:cubicBezTo>
                    <a:pt x="6975" y="9987"/>
                    <a:pt x="6913" y="10036"/>
                    <a:pt x="6864" y="10086"/>
                  </a:cubicBezTo>
                  <a:close/>
                  <a:moveTo>
                    <a:pt x="7494" y="9432"/>
                  </a:moveTo>
                  <a:cubicBezTo>
                    <a:pt x="7395" y="9543"/>
                    <a:pt x="7568" y="9703"/>
                    <a:pt x="7679" y="9580"/>
                  </a:cubicBezTo>
                  <a:lnTo>
                    <a:pt x="7827" y="9407"/>
                  </a:lnTo>
                  <a:cubicBezTo>
                    <a:pt x="7926" y="9296"/>
                    <a:pt x="7790" y="9148"/>
                    <a:pt x="7679" y="9222"/>
                  </a:cubicBezTo>
                  <a:cubicBezTo>
                    <a:pt x="7666" y="9234"/>
                    <a:pt x="7654" y="9246"/>
                    <a:pt x="7642" y="9259"/>
                  </a:cubicBezTo>
                  <a:cubicBezTo>
                    <a:pt x="7592" y="9320"/>
                    <a:pt x="7543" y="9370"/>
                    <a:pt x="7494" y="9432"/>
                  </a:cubicBezTo>
                  <a:close/>
                  <a:moveTo>
                    <a:pt x="8049" y="8703"/>
                  </a:moveTo>
                  <a:cubicBezTo>
                    <a:pt x="7963" y="8827"/>
                    <a:pt x="8160" y="8975"/>
                    <a:pt x="8247" y="8827"/>
                  </a:cubicBezTo>
                  <a:cubicBezTo>
                    <a:pt x="8296" y="8765"/>
                    <a:pt x="8333" y="8703"/>
                    <a:pt x="8382" y="8629"/>
                  </a:cubicBezTo>
                  <a:cubicBezTo>
                    <a:pt x="8456" y="8518"/>
                    <a:pt x="8308" y="8382"/>
                    <a:pt x="8210" y="8481"/>
                  </a:cubicBezTo>
                  <a:cubicBezTo>
                    <a:pt x="8197" y="8493"/>
                    <a:pt x="8185" y="8493"/>
                    <a:pt x="8185" y="8506"/>
                  </a:cubicBezTo>
                  <a:cubicBezTo>
                    <a:pt x="8136" y="8567"/>
                    <a:pt x="8098" y="8642"/>
                    <a:pt x="8061" y="8703"/>
                  </a:cubicBezTo>
                  <a:close/>
                  <a:moveTo>
                    <a:pt x="8518" y="7913"/>
                  </a:moveTo>
                  <a:cubicBezTo>
                    <a:pt x="8493" y="7963"/>
                    <a:pt x="8506" y="8024"/>
                    <a:pt x="8543" y="8061"/>
                  </a:cubicBezTo>
                  <a:cubicBezTo>
                    <a:pt x="8605" y="8111"/>
                    <a:pt x="8691" y="8086"/>
                    <a:pt x="8728" y="8024"/>
                  </a:cubicBezTo>
                  <a:cubicBezTo>
                    <a:pt x="8765" y="7950"/>
                    <a:pt x="8802" y="7889"/>
                    <a:pt x="8827" y="7814"/>
                  </a:cubicBezTo>
                  <a:cubicBezTo>
                    <a:pt x="8888" y="7703"/>
                    <a:pt x="8740" y="7592"/>
                    <a:pt x="8654" y="7679"/>
                  </a:cubicBezTo>
                  <a:cubicBezTo>
                    <a:pt x="8642" y="7691"/>
                    <a:pt x="8629" y="7703"/>
                    <a:pt x="8629" y="7716"/>
                  </a:cubicBezTo>
                  <a:cubicBezTo>
                    <a:pt x="8592" y="7777"/>
                    <a:pt x="8555" y="7852"/>
                    <a:pt x="8518" y="7913"/>
                  </a:cubicBezTo>
                  <a:close/>
                  <a:moveTo>
                    <a:pt x="8901" y="7086"/>
                  </a:moveTo>
                  <a:cubicBezTo>
                    <a:pt x="8851" y="7197"/>
                    <a:pt x="9000" y="7296"/>
                    <a:pt x="9098" y="7210"/>
                  </a:cubicBezTo>
                  <a:cubicBezTo>
                    <a:pt x="9111" y="7197"/>
                    <a:pt x="9111" y="7185"/>
                    <a:pt x="9123" y="7173"/>
                  </a:cubicBezTo>
                  <a:cubicBezTo>
                    <a:pt x="9148" y="7099"/>
                    <a:pt x="9172" y="7024"/>
                    <a:pt x="9197" y="6950"/>
                  </a:cubicBezTo>
                  <a:cubicBezTo>
                    <a:pt x="9246" y="6827"/>
                    <a:pt x="9086" y="6728"/>
                    <a:pt x="9012" y="6839"/>
                  </a:cubicBezTo>
                  <a:cubicBezTo>
                    <a:pt x="9000" y="6839"/>
                    <a:pt x="8987" y="6852"/>
                    <a:pt x="8987" y="6876"/>
                  </a:cubicBezTo>
                  <a:cubicBezTo>
                    <a:pt x="8963" y="6938"/>
                    <a:pt x="8926" y="7012"/>
                    <a:pt x="8901" y="7086"/>
                  </a:cubicBezTo>
                  <a:close/>
                  <a:moveTo>
                    <a:pt x="9197" y="6222"/>
                  </a:moveTo>
                  <a:cubicBezTo>
                    <a:pt x="9160" y="6370"/>
                    <a:pt x="9382" y="6432"/>
                    <a:pt x="9419" y="6284"/>
                  </a:cubicBezTo>
                  <a:cubicBezTo>
                    <a:pt x="9444" y="6197"/>
                    <a:pt x="9456" y="6123"/>
                    <a:pt x="9481" y="6049"/>
                  </a:cubicBezTo>
                  <a:cubicBezTo>
                    <a:pt x="9506" y="5951"/>
                    <a:pt x="9395" y="5864"/>
                    <a:pt x="9308" y="5926"/>
                  </a:cubicBezTo>
                  <a:cubicBezTo>
                    <a:pt x="9284" y="5938"/>
                    <a:pt x="9259" y="5963"/>
                    <a:pt x="9246" y="6000"/>
                  </a:cubicBezTo>
                  <a:cubicBezTo>
                    <a:pt x="9234" y="6074"/>
                    <a:pt x="9209" y="6148"/>
                    <a:pt x="9197" y="6222"/>
                  </a:cubicBezTo>
                  <a:close/>
                  <a:moveTo>
                    <a:pt x="9382" y="5321"/>
                  </a:moveTo>
                  <a:cubicBezTo>
                    <a:pt x="9358" y="5444"/>
                    <a:pt x="9530" y="5506"/>
                    <a:pt x="9592" y="5407"/>
                  </a:cubicBezTo>
                  <a:cubicBezTo>
                    <a:pt x="9604" y="5395"/>
                    <a:pt x="9617" y="5370"/>
                    <a:pt x="9617" y="5358"/>
                  </a:cubicBezTo>
                  <a:cubicBezTo>
                    <a:pt x="9629" y="5284"/>
                    <a:pt x="9629" y="5198"/>
                    <a:pt x="9641" y="5124"/>
                  </a:cubicBezTo>
                  <a:cubicBezTo>
                    <a:pt x="9641" y="5099"/>
                    <a:pt x="9641" y="5087"/>
                    <a:pt x="9641" y="5062"/>
                  </a:cubicBezTo>
                  <a:cubicBezTo>
                    <a:pt x="9666" y="5000"/>
                    <a:pt x="9629" y="4938"/>
                    <a:pt x="9567" y="4926"/>
                  </a:cubicBezTo>
                  <a:cubicBezTo>
                    <a:pt x="9555" y="4914"/>
                    <a:pt x="9543" y="4914"/>
                    <a:pt x="9530" y="4926"/>
                  </a:cubicBezTo>
                  <a:cubicBezTo>
                    <a:pt x="9456" y="4926"/>
                    <a:pt x="9370" y="4926"/>
                    <a:pt x="9296" y="4926"/>
                  </a:cubicBezTo>
                  <a:cubicBezTo>
                    <a:pt x="9172" y="4926"/>
                    <a:pt x="9135" y="5111"/>
                    <a:pt x="9259" y="5148"/>
                  </a:cubicBezTo>
                  <a:cubicBezTo>
                    <a:pt x="9271" y="5161"/>
                    <a:pt x="9284" y="5161"/>
                    <a:pt x="9308" y="5161"/>
                  </a:cubicBezTo>
                  <a:lnTo>
                    <a:pt x="9419" y="5161"/>
                  </a:lnTo>
                  <a:cubicBezTo>
                    <a:pt x="9419" y="5222"/>
                    <a:pt x="9395" y="5272"/>
                    <a:pt x="9395" y="5333"/>
                  </a:cubicBezTo>
                  <a:close/>
                  <a:moveTo>
                    <a:pt x="9456" y="4420"/>
                  </a:moveTo>
                  <a:cubicBezTo>
                    <a:pt x="9469" y="4556"/>
                    <a:pt x="9666" y="4556"/>
                    <a:pt x="9679" y="4420"/>
                  </a:cubicBezTo>
                  <a:lnTo>
                    <a:pt x="9679" y="4358"/>
                  </a:lnTo>
                  <a:lnTo>
                    <a:pt x="9679" y="4173"/>
                  </a:lnTo>
                  <a:cubicBezTo>
                    <a:pt x="9679" y="4050"/>
                    <a:pt x="9506" y="4025"/>
                    <a:pt x="9456" y="4136"/>
                  </a:cubicBezTo>
                  <a:cubicBezTo>
                    <a:pt x="9456" y="4161"/>
                    <a:pt x="9456" y="4173"/>
                    <a:pt x="9456" y="4185"/>
                  </a:cubicBezTo>
                  <a:lnTo>
                    <a:pt x="9456" y="4420"/>
                  </a:lnTo>
                  <a:close/>
                  <a:moveTo>
                    <a:pt x="9395" y="3506"/>
                  </a:moveTo>
                  <a:cubicBezTo>
                    <a:pt x="9407" y="3642"/>
                    <a:pt x="9604" y="3642"/>
                    <a:pt x="9617" y="3506"/>
                  </a:cubicBezTo>
                  <a:lnTo>
                    <a:pt x="9617" y="3482"/>
                  </a:lnTo>
                  <a:cubicBezTo>
                    <a:pt x="9604" y="3395"/>
                    <a:pt x="9592" y="3321"/>
                    <a:pt x="9580" y="3235"/>
                  </a:cubicBezTo>
                  <a:cubicBezTo>
                    <a:pt x="9555" y="3111"/>
                    <a:pt x="9370" y="3111"/>
                    <a:pt x="9358" y="3235"/>
                  </a:cubicBezTo>
                  <a:cubicBezTo>
                    <a:pt x="9345" y="3260"/>
                    <a:pt x="9345" y="3272"/>
                    <a:pt x="9358" y="3284"/>
                  </a:cubicBezTo>
                  <a:cubicBezTo>
                    <a:pt x="9370" y="3358"/>
                    <a:pt x="9382" y="3432"/>
                    <a:pt x="9395" y="3506"/>
                  </a:cubicBezTo>
                  <a:close/>
                  <a:moveTo>
                    <a:pt x="9111" y="2692"/>
                  </a:moveTo>
                  <a:cubicBezTo>
                    <a:pt x="9197" y="2791"/>
                    <a:pt x="9358" y="2716"/>
                    <a:pt x="9321" y="2593"/>
                  </a:cubicBezTo>
                  <a:cubicBezTo>
                    <a:pt x="9308" y="2568"/>
                    <a:pt x="9308" y="2556"/>
                    <a:pt x="9296" y="2544"/>
                  </a:cubicBezTo>
                  <a:cubicBezTo>
                    <a:pt x="9234" y="2482"/>
                    <a:pt x="9172" y="2420"/>
                    <a:pt x="9098" y="2371"/>
                  </a:cubicBezTo>
                  <a:cubicBezTo>
                    <a:pt x="8987" y="2297"/>
                    <a:pt x="8851" y="2433"/>
                    <a:pt x="8938" y="2544"/>
                  </a:cubicBezTo>
                  <a:cubicBezTo>
                    <a:pt x="8950" y="2544"/>
                    <a:pt x="8963" y="2556"/>
                    <a:pt x="8975" y="2568"/>
                  </a:cubicBezTo>
                  <a:cubicBezTo>
                    <a:pt x="9024" y="2593"/>
                    <a:pt x="9074" y="2642"/>
                    <a:pt x="9111" y="2692"/>
                  </a:cubicBezTo>
                  <a:close/>
                  <a:moveTo>
                    <a:pt x="8395" y="2544"/>
                  </a:moveTo>
                  <a:cubicBezTo>
                    <a:pt x="8531" y="2507"/>
                    <a:pt x="8493" y="2309"/>
                    <a:pt x="8358" y="2321"/>
                  </a:cubicBezTo>
                  <a:cubicBezTo>
                    <a:pt x="8345" y="2321"/>
                    <a:pt x="8333" y="2321"/>
                    <a:pt x="8321" y="2321"/>
                  </a:cubicBezTo>
                  <a:cubicBezTo>
                    <a:pt x="8247" y="2346"/>
                    <a:pt x="8173" y="2383"/>
                    <a:pt x="8098" y="2420"/>
                  </a:cubicBezTo>
                  <a:cubicBezTo>
                    <a:pt x="8074" y="2433"/>
                    <a:pt x="8049" y="2445"/>
                    <a:pt x="8037" y="2470"/>
                  </a:cubicBezTo>
                  <a:cubicBezTo>
                    <a:pt x="8000" y="2568"/>
                    <a:pt x="8098" y="2679"/>
                    <a:pt x="8197" y="2630"/>
                  </a:cubicBezTo>
                  <a:cubicBezTo>
                    <a:pt x="8259" y="2593"/>
                    <a:pt x="8333" y="2568"/>
                    <a:pt x="8395" y="2544"/>
                  </a:cubicBezTo>
                  <a:close/>
                  <a:moveTo>
                    <a:pt x="7642" y="3000"/>
                  </a:moveTo>
                  <a:cubicBezTo>
                    <a:pt x="7666" y="2976"/>
                    <a:pt x="7679" y="2951"/>
                    <a:pt x="7679" y="2926"/>
                  </a:cubicBezTo>
                  <a:cubicBezTo>
                    <a:pt x="7691" y="2815"/>
                    <a:pt x="7568" y="2754"/>
                    <a:pt x="7494" y="2815"/>
                  </a:cubicBezTo>
                  <a:cubicBezTo>
                    <a:pt x="7420" y="2877"/>
                    <a:pt x="7370" y="2926"/>
                    <a:pt x="7308" y="3000"/>
                  </a:cubicBezTo>
                  <a:cubicBezTo>
                    <a:pt x="7284" y="3037"/>
                    <a:pt x="7271" y="3087"/>
                    <a:pt x="7296" y="3136"/>
                  </a:cubicBezTo>
                  <a:cubicBezTo>
                    <a:pt x="7346" y="3198"/>
                    <a:pt x="7432" y="3210"/>
                    <a:pt x="7481" y="3149"/>
                  </a:cubicBezTo>
                  <a:cubicBezTo>
                    <a:pt x="7531" y="3087"/>
                    <a:pt x="7580" y="3037"/>
                    <a:pt x="7642" y="2988"/>
                  </a:cubicBezTo>
                  <a:close/>
                  <a:moveTo>
                    <a:pt x="7259" y="3692"/>
                  </a:moveTo>
                  <a:cubicBezTo>
                    <a:pt x="7259" y="3655"/>
                    <a:pt x="7234" y="3605"/>
                    <a:pt x="7185" y="3593"/>
                  </a:cubicBezTo>
                  <a:cubicBezTo>
                    <a:pt x="7111" y="3568"/>
                    <a:pt x="7025" y="3630"/>
                    <a:pt x="7037" y="3704"/>
                  </a:cubicBezTo>
                  <a:cubicBezTo>
                    <a:pt x="7037" y="3790"/>
                    <a:pt x="7049" y="3877"/>
                    <a:pt x="7086" y="3963"/>
                  </a:cubicBezTo>
                  <a:cubicBezTo>
                    <a:pt x="7123" y="4099"/>
                    <a:pt x="7321" y="4050"/>
                    <a:pt x="7308" y="3914"/>
                  </a:cubicBezTo>
                  <a:cubicBezTo>
                    <a:pt x="7308" y="3914"/>
                    <a:pt x="7308" y="3901"/>
                    <a:pt x="7308" y="3889"/>
                  </a:cubicBezTo>
                  <a:cubicBezTo>
                    <a:pt x="7284" y="3827"/>
                    <a:pt x="7271" y="3766"/>
                    <a:pt x="7271" y="3692"/>
                  </a:cubicBezTo>
                  <a:close/>
                  <a:moveTo>
                    <a:pt x="7666" y="4408"/>
                  </a:moveTo>
                  <a:cubicBezTo>
                    <a:pt x="7568" y="4321"/>
                    <a:pt x="7420" y="4432"/>
                    <a:pt x="7481" y="4556"/>
                  </a:cubicBezTo>
                  <a:cubicBezTo>
                    <a:pt x="7481" y="4556"/>
                    <a:pt x="7494" y="4568"/>
                    <a:pt x="7506" y="4580"/>
                  </a:cubicBezTo>
                  <a:cubicBezTo>
                    <a:pt x="7555" y="4642"/>
                    <a:pt x="7617" y="4691"/>
                    <a:pt x="7679" y="4741"/>
                  </a:cubicBezTo>
                  <a:cubicBezTo>
                    <a:pt x="7802" y="4840"/>
                    <a:pt x="7950" y="4667"/>
                    <a:pt x="7839" y="4568"/>
                  </a:cubicBezTo>
                  <a:cubicBezTo>
                    <a:pt x="7778" y="4519"/>
                    <a:pt x="7728" y="4469"/>
                    <a:pt x="7666" y="4408"/>
                  </a:cubicBezTo>
                  <a:close/>
                  <a:moveTo>
                    <a:pt x="8395" y="4852"/>
                  </a:moveTo>
                  <a:cubicBezTo>
                    <a:pt x="8271" y="4815"/>
                    <a:pt x="8197" y="4988"/>
                    <a:pt x="8308" y="5062"/>
                  </a:cubicBezTo>
                  <a:cubicBezTo>
                    <a:pt x="8321" y="5062"/>
                    <a:pt x="8333" y="5074"/>
                    <a:pt x="8345" y="5074"/>
                  </a:cubicBezTo>
                  <a:cubicBezTo>
                    <a:pt x="8419" y="5099"/>
                    <a:pt x="8493" y="5111"/>
                    <a:pt x="8580" y="5124"/>
                  </a:cubicBezTo>
                  <a:cubicBezTo>
                    <a:pt x="8703" y="5136"/>
                    <a:pt x="8765" y="4963"/>
                    <a:pt x="8654" y="4901"/>
                  </a:cubicBezTo>
                  <a:cubicBezTo>
                    <a:pt x="8642" y="4901"/>
                    <a:pt x="8629" y="4889"/>
                    <a:pt x="8617" y="4889"/>
                  </a:cubicBezTo>
                  <a:cubicBezTo>
                    <a:pt x="8543" y="4877"/>
                    <a:pt x="8469" y="4864"/>
                    <a:pt x="8395" y="4852"/>
                  </a:cubicBezTo>
                  <a:close/>
                  <a:moveTo>
                    <a:pt x="10197" y="4852"/>
                  </a:moveTo>
                  <a:cubicBezTo>
                    <a:pt x="10074" y="4864"/>
                    <a:pt x="10074" y="5049"/>
                    <a:pt x="10197" y="5074"/>
                  </a:cubicBezTo>
                  <a:cubicBezTo>
                    <a:pt x="10209" y="5074"/>
                    <a:pt x="10222" y="5074"/>
                    <a:pt x="10234" y="5074"/>
                  </a:cubicBezTo>
                  <a:lnTo>
                    <a:pt x="10469" y="5037"/>
                  </a:lnTo>
                  <a:cubicBezTo>
                    <a:pt x="10592" y="5012"/>
                    <a:pt x="10592" y="4827"/>
                    <a:pt x="10469" y="4815"/>
                  </a:cubicBezTo>
                  <a:cubicBezTo>
                    <a:pt x="10456" y="4803"/>
                    <a:pt x="10431" y="4803"/>
                    <a:pt x="10419" y="4815"/>
                  </a:cubicBezTo>
                  <a:cubicBezTo>
                    <a:pt x="10345" y="4827"/>
                    <a:pt x="10271" y="4840"/>
                    <a:pt x="10197" y="4852"/>
                  </a:cubicBezTo>
                  <a:close/>
                  <a:moveTo>
                    <a:pt x="11098" y="4667"/>
                  </a:moveTo>
                  <a:cubicBezTo>
                    <a:pt x="11012" y="4691"/>
                    <a:pt x="10975" y="4803"/>
                    <a:pt x="11049" y="4864"/>
                  </a:cubicBezTo>
                  <a:cubicBezTo>
                    <a:pt x="11073" y="4889"/>
                    <a:pt x="11123" y="4901"/>
                    <a:pt x="11160" y="4901"/>
                  </a:cubicBezTo>
                  <a:lnTo>
                    <a:pt x="11382" y="4840"/>
                  </a:lnTo>
                  <a:cubicBezTo>
                    <a:pt x="11518" y="4803"/>
                    <a:pt x="11493" y="4593"/>
                    <a:pt x="11345" y="4605"/>
                  </a:cubicBezTo>
                  <a:lnTo>
                    <a:pt x="11320" y="4605"/>
                  </a:lnTo>
                  <a:lnTo>
                    <a:pt x="11098" y="4667"/>
                  </a:lnTo>
                  <a:close/>
                  <a:moveTo>
                    <a:pt x="11987" y="4408"/>
                  </a:moveTo>
                  <a:cubicBezTo>
                    <a:pt x="11851" y="4457"/>
                    <a:pt x="11888" y="4642"/>
                    <a:pt x="12024" y="4642"/>
                  </a:cubicBezTo>
                  <a:cubicBezTo>
                    <a:pt x="12036" y="4642"/>
                    <a:pt x="12049" y="4642"/>
                    <a:pt x="12061" y="4642"/>
                  </a:cubicBezTo>
                  <a:lnTo>
                    <a:pt x="12283" y="4556"/>
                  </a:lnTo>
                  <a:cubicBezTo>
                    <a:pt x="12394" y="4519"/>
                    <a:pt x="12369" y="4334"/>
                    <a:pt x="12246" y="4334"/>
                  </a:cubicBezTo>
                  <a:cubicBezTo>
                    <a:pt x="12221" y="4334"/>
                    <a:pt x="12209" y="4334"/>
                    <a:pt x="12197" y="4346"/>
                  </a:cubicBezTo>
                  <a:lnTo>
                    <a:pt x="11987" y="4420"/>
                  </a:lnTo>
                  <a:close/>
                  <a:moveTo>
                    <a:pt x="12839" y="4074"/>
                  </a:moveTo>
                  <a:cubicBezTo>
                    <a:pt x="12727" y="4124"/>
                    <a:pt x="12764" y="4296"/>
                    <a:pt x="12888" y="4296"/>
                  </a:cubicBezTo>
                  <a:cubicBezTo>
                    <a:pt x="12900" y="4296"/>
                    <a:pt x="12913" y="4296"/>
                    <a:pt x="12925" y="4284"/>
                  </a:cubicBezTo>
                  <a:lnTo>
                    <a:pt x="13147" y="4185"/>
                  </a:lnTo>
                  <a:cubicBezTo>
                    <a:pt x="13258" y="4136"/>
                    <a:pt x="13209" y="3951"/>
                    <a:pt x="13085" y="3963"/>
                  </a:cubicBezTo>
                  <a:cubicBezTo>
                    <a:pt x="13073" y="3963"/>
                    <a:pt x="13061" y="3976"/>
                    <a:pt x="13048" y="3976"/>
                  </a:cubicBezTo>
                  <a:close/>
                  <a:moveTo>
                    <a:pt x="13653" y="3655"/>
                  </a:moveTo>
                  <a:cubicBezTo>
                    <a:pt x="13542" y="3729"/>
                    <a:pt x="13604" y="3889"/>
                    <a:pt x="13727" y="3877"/>
                  </a:cubicBezTo>
                  <a:cubicBezTo>
                    <a:pt x="13740" y="3877"/>
                    <a:pt x="13752" y="3864"/>
                    <a:pt x="13764" y="3864"/>
                  </a:cubicBezTo>
                  <a:cubicBezTo>
                    <a:pt x="13838" y="3827"/>
                    <a:pt x="13900" y="3778"/>
                    <a:pt x="13974" y="3741"/>
                  </a:cubicBezTo>
                  <a:cubicBezTo>
                    <a:pt x="14098" y="3655"/>
                    <a:pt x="13987" y="3457"/>
                    <a:pt x="13851" y="3544"/>
                  </a:cubicBezTo>
                  <a:close/>
                  <a:moveTo>
                    <a:pt x="14419" y="3161"/>
                  </a:moveTo>
                  <a:cubicBezTo>
                    <a:pt x="14320" y="3235"/>
                    <a:pt x="14394" y="3395"/>
                    <a:pt x="14517" y="3371"/>
                  </a:cubicBezTo>
                  <a:cubicBezTo>
                    <a:pt x="14530" y="3371"/>
                    <a:pt x="14554" y="3358"/>
                    <a:pt x="14567" y="3358"/>
                  </a:cubicBezTo>
                  <a:cubicBezTo>
                    <a:pt x="14628" y="3309"/>
                    <a:pt x="14690" y="3260"/>
                    <a:pt x="14752" y="3210"/>
                  </a:cubicBezTo>
                  <a:cubicBezTo>
                    <a:pt x="14826" y="3149"/>
                    <a:pt x="14801" y="3013"/>
                    <a:pt x="14690" y="3000"/>
                  </a:cubicBezTo>
                  <a:cubicBezTo>
                    <a:pt x="14665" y="3000"/>
                    <a:pt x="14628" y="3013"/>
                    <a:pt x="14604" y="3025"/>
                  </a:cubicBezTo>
                  <a:close/>
                  <a:moveTo>
                    <a:pt x="15135" y="2581"/>
                  </a:moveTo>
                  <a:cubicBezTo>
                    <a:pt x="15097" y="2605"/>
                    <a:pt x="15085" y="2655"/>
                    <a:pt x="15097" y="2692"/>
                  </a:cubicBezTo>
                  <a:cubicBezTo>
                    <a:pt x="15110" y="2778"/>
                    <a:pt x="15221" y="2815"/>
                    <a:pt x="15295" y="2754"/>
                  </a:cubicBezTo>
                  <a:cubicBezTo>
                    <a:pt x="15344" y="2704"/>
                    <a:pt x="15406" y="2642"/>
                    <a:pt x="15455" y="2593"/>
                  </a:cubicBezTo>
                  <a:cubicBezTo>
                    <a:pt x="15579" y="2482"/>
                    <a:pt x="15418" y="2309"/>
                    <a:pt x="15307" y="2420"/>
                  </a:cubicBezTo>
                  <a:cubicBezTo>
                    <a:pt x="15246" y="2470"/>
                    <a:pt x="15196" y="2531"/>
                    <a:pt x="15135" y="2581"/>
                  </a:cubicBezTo>
                  <a:close/>
                  <a:moveTo>
                    <a:pt x="15752" y="1926"/>
                  </a:moveTo>
                  <a:cubicBezTo>
                    <a:pt x="15715" y="1951"/>
                    <a:pt x="15715" y="2001"/>
                    <a:pt x="15739" y="2050"/>
                  </a:cubicBezTo>
                  <a:cubicBezTo>
                    <a:pt x="15776" y="2124"/>
                    <a:pt x="15875" y="2124"/>
                    <a:pt x="15925" y="2062"/>
                  </a:cubicBezTo>
                  <a:cubicBezTo>
                    <a:pt x="15974" y="2001"/>
                    <a:pt x="16023" y="1939"/>
                    <a:pt x="16073" y="1877"/>
                  </a:cubicBezTo>
                  <a:cubicBezTo>
                    <a:pt x="16134" y="1778"/>
                    <a:pt x="16023" y="1655"/>
                    <a:pt x="15925" y="1717"/>
                  </a:cubicBezTo>
                  <a:cubicBezTo>
                    <a:pt x="15912" y="1717"/>
                    <a:pt x="15900" y="1729"/>
                    <a:pt x="15900" y="1741"/>
                  </a:cubicBezTo>
                  <a:cubicBezTo>
                    <a:pt x="15850" y="1803"/>
                    <a:pt x="15801" y="1865"/>
                    <a:pt x="15752" y="1926"/>
                  </a:cubicBezTo>
                  <a:close/>
                  <a:moveTo>
                    <a:pt x="16270" y="1173"/>
                  </a:moveTo>
                  <a:cubicBezTo>
                    <a:pt x="16159" y="1285"/>
                    <a:pt x="16332" y="1445"/>
                    <a:pt x="16443" y="1322"/>
                  </a:cubicBezTo>
                  <a:cubicBezTo>
                    <a:pt x="16455" y="1322"/>
                    <a:pt x="16455" y="1309"/>
                    <a:pt x="16468" y="1297"/>
                  </a:cubicBezTo>
                  <a:lnTo>
                    <a:pt x="16492" y="1248"/>
                  </a:lnTo>
                  <a:lnTo>
                    <a:pt x="16542" y="1149"/>
                  </a:lnTo>
                  <a:lnTo>
                    <a:pt x="16579" y="1087"/>
                  </a:lnTo>
                  <a:cubicBezTo>
                    <a:pt x="16653" y="964"/>
                    <a:pt x="16480" y="853"/>
                    <a:pt x="16394" y="951"/>
                  </a:cubicBezTo>
                  <a:cubicBezTo>
                    <a:pt x="16381" y="964"/>
                    <a:pt x="16381" y="976"/>
                    <a:pt x="16381" y="976"/>
                  </a:cubicBezTo>
                  <a:lnTo>
                    <a:pt x="16344" y="1038"/>
                  </a:lnTo>
                  <a:lnTo>
                    <a:pt x="16295" y="1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34">
    <p:spTree>
      <p:nvGrpSpPr>
        <p:cNvPr id="4641" name="Shape 4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2" name="Google Shape;4642;p3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643" name="Google Shape;4643;p3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3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3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3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3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3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3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3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3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3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3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3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3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3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3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3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3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3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3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3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3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3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65" name="Google Shape;4665;p37"/>
          <p:cNvSpPr txBox="1"/>
          <p:nvPr>
            <p:ph type="title"/>
          </p:nvPr>
        </p:nvSpPr>
        <p:spPr>
          <a:xfrm>
            <a:off x="717000" y="1491225"/>
            <a:ext cx="3870300" cy="9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666" name="Google Shape;4666;p37"/>
          <p:cNvSpPr txBox="1"/>
          <p:nvPr>
            <p:ph idx="1" type="subTitle"/>
          </p:nvPr>
        </p:nvSpPr>
        <p:spPr>
          <a:xfrm>
            <a:off x="1870200" y="2570158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1">
    <p:spTree>
      <p:nvGrpSpPr>
        <p:cNvPr id="4667" name="Shape 4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8" name="Google Shape;4668;p3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669" name="Google Shape;4669;p3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3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3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3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3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3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3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3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3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3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3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3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3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3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3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3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3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3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3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3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3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3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91" name="Google Shape;4691;p38"/>
          <p:cNvSpPr txBox="1"/>
          <p:nvPr>
            <p:ph type="ctrTitle"/>
          </p:nvPr>
        </p:nvSpPr>
        <p:spPr>
          <a:xfrm>
            <a:off x="988403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692" name="Google Shape;4692;p38"/>
          <p:cNvSpPr txBox="1"/>
          <p:nvPr>
            <p:ph idx="1" type="subTitle"/>
          </p:nvPr>
        </p:nvSpPr>
        <p:spPr>
          <a:xfrm>
            <a:off x="988403" y="1579523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693" name="Google Shape;4693;p38"/>
          <p:cNvSpPr txBox="1"/>
          <p:nvPr>
            <p:ph idx="2" type="subTitle"/>
          </p:nvPr>
        </p:nvSpPr>
        <p:spPr>
          <a:xfrm>
            <a:off x="988403" y="3577425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694" name="Google Shape;4694;p38"/>
          <p:cNvSpPr txBox="1"/>
          <p:nvPr>
            <p:ph idx="3" type="subTitle"/>
          </p:nvPr>
        </p:nvSpPr>
        <p:spPr>
          <a:xfrm>
            <a:off x="988403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695" name="Google Shape;4695;p38"/>
          <p:cNvSpPr txBox="1"/>
          <p:nvPr>
            <p:ph idx="4" type="ctrTitle"/>
          </p:nvPr>
        </p:nvSpPr>
        <p:spPr>
          <a:xfrm>
            <a:off x="988403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696" name="Google Shape;4696;p38"/>
          <p:cNvSpPr txBox="1"/>
          <p:nvPr>
            <p:ph idx="5" type="ctrTitle"/>
          </p:nvPr>
        </p:nvSpPr>
        <p:spPr>
          <a:xfrm>
            <a:off x="988403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4697" name="Google Shape;4697;p38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4698" name="Shape 4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9" name="Google Shape;4699;p201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0" name="Google Shape;4700;p201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4701" name="Google Shape;4701;p201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4702" name="Google Shape;4702;p201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4703" name="Google Shape;4703;p201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4704" name="Google Shape;4704;p201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201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201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201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201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201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201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201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201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201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201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15" name="Google Shape;4715;p201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716" name="Google Shape;4716;p201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4717" name="Google Shape;4717;p201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201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201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201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201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201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201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201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201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201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201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28" name="Google Shape;4728;p201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4729" name="Google Shape;4729;p201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201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31" name="Google Shape;4731;p201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4732" name="Google Shape;4732;p201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201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201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201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201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201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38" name="Google Shape;4738;p201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9" name="Google Shape;4739;p201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740" name="Google Shape;4740;p201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741" name="Shape 4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42" name="Google Shape;4742;p20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743" name="Google Shape;4743;p20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20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20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20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20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20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20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20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20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20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20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20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20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20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20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20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20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20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20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20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20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20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65" name="Google Shape;4765;p202"/>
          <p:cNvSpPr txBox="1"/>
          <p:nvPr>
            <p:ph idx="1" type="subTitle"/>
          </p:nvPr>
        </p:nvSpPr>
        <p:spPr>
          <a:xfrm>
            <a:off x="3117150" y="3530226"/>
            <a:ext cx="29097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766" name="Google Shape;4766;p202"/>
          <p:cNvSpPr txBox="1"/>
          <p:nvPr>
            <p:ph type="title"/>
          </p:nvPr>
        </p:nvSpPr>
        <p:spPr>
          <a:xfrm>
            <a:off x="1918650" y="1613852"/>
            <a:ext cx="5306700" cy="17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767" name="Google Shape;4767;p202"/>
          <p:cNvSpPr txBox="1"/>
          <p:nvPr>
            <p:ph idx="2" type="title"/>
          </p:nvPr>
        </p:nvSpPr>
        <p:spPr>
          <a:xfrm>
            <a:off x="3843750" y="591078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4768" name="Google Shape;4768;p202"/>
          <p:cNvGrpSpPr/>
          <p:nvPr/>
        </p:nvGrpSpPr>
        <p:grpSpPr>
          <a:xfrm flipH="1" rot="-697126">
            <a:off x="569287" y="-351303"/>
            <a:ext cx="1305393" cy="1346461"/>
            <a:chOff x="1492000" y="427450"/>
            <a:chExt cx="1188000" cy="1225375"/>
          </a:xfrm>
        </p:grpSpPr>
        <p:sp>
          <p:nvSpPr>
            <p:cNvPr id="4769" name="Google Shape;4769;p202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202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202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202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202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202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202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202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202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202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202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780" name="Shape 4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1" name="Google Shape;4781;p203"/>
          <p:cNvSpPr/>
          <p:nvPr/>
        </p:nvSpPr>
        <p:spPr>
          <a:xfrm>
            <a:off x="8740343" y="1780347"/>
            <a:ext cx="20479" cy="58449"/>
          </a:xfrm>
          <a:custGeom>
            <a:rect b="b" l="l" r="r" t="t"/>
            <a:pathLst>
              <a:path extrusionOk="0" h="1403" w="488">
                <a:moveTo>
                  <a:pt x="249" y="0"/>
                </a:moveTo>
                <a:cubicBezTo>
                  <a:pt x="193" y="0"/>
                  <a:pt x="139" y="35"/>
                  <a:pt x="118" y="90"/>
                </a:cubicBezTo>
                <a:cubicBezTo>
                  <a:pt x="73" y="190"/>
                  <a:pt x="46" y="289"/>
                  <a:pt x="28" y="397"/>
                </a:cubicBezTo>
                <a:cubicBezTo>
                  <a:pt x="19" y="442"/>
                  <a:pt x="1" y="496"/>
                  <a:pt x="19" y="541"/>
                </a:cubicBezTo>
                <a:cubicBezTo>
                  <a:pt x="19" y="559"/>
                  <a:pt x="28" y="568"/>
                  <a:pt x="37" y="586"/>
                </a:cubicBezTo>
                <a:cubicBezTo>
                  <a:pt x="64" y="595"/>
                  <a:pt x="145" y="613"/>
                  <a:pt x="145" y="622"/>
                </a:cubicBezTo>
                <a:cubicBezTo>
                  <a:pt x="145" y="631"/>
                  <a:pt x="100" y="649"/>
                  <a:pt x="73" y="658"/>
                </a:cubicBezTo>
                <a:cubicBezTo>
                  <a:pt x="37" y="667"/>
                  <a:pt x="46" y="685"/>
                  <a:pt x="46" y="694"/>
                </a:cubicBezTo>
                <a:cubicBezTo>
                  <a:pt x="37" y="902"/>
                  <a:pt x="46" y="1100"/>
                  <a:pt x="109" y="1307"/>
                </a:cubicBezTo>
                <a:cubicBezTo>
                  <a:pt x="118" y="1343"/>
                  <a:pt x="154" y="1379"/>
                  <a:pt x="190" y="1397"/>
                </a:cubicBezTo>
                <a:cubicBezTo>
                  <a:pt x="203" y="1401"/>
                  <a:pt x="215" y="1402"/>
                  <a:pt x="228" y="1402"/>
                </a:cubicBezTo>
                <a:cubicBezTo>
                  <a:pt x="289" y="1402"/>
                  <a:pt x="348" y="1367"/>
                  <a:pt x="371" y="1307"/>
                </a:cubicBezTo>
                <a:cubicBezTo>
                  <a:pt x="434" y="1109"/>
                  <a:pt x="443" y="902"/>
                  <a:pt x="443" y="703"/>
                </a:cubicBezTo>
                <a:cubicBezTo>
                  <a:pt x="443" y="685"/>
                  <a:pt x="452" y="676"/>
                  <a:pt x="416" y="658"/>
                </a:cubicBezTo>
                <a:cubicBezTo>
                  <a:pt x="389" y="649"/>
                  <a:pt x="344" y="640"/>
                  <a:pt x="344" y="622"/>
                </a:cubicBezTo>
                <a:cubicBezTo>
                  <a:pt x="344" y="613"/>
                  <a:pt x="425" y="595"/>
                  <a:pt x="443" y="586"/>
                </a:cubicBezTo>
                <a:cubicBezTo>
                  <a:pt x="461" y="577"/>
                  <a:pt x="470" y="559"/>
                  <a:pt x="470" y="550"/>
                </a:cubicBezTo>
                <a:cubicBezTo>
                  <a:pt x="488" y="496"/>
                  <a:pt x="470" y="451"/>
                  <a:pt x="461" y="397"/>
                </a:cubicBezTo>
                <a:cubicBezTo>
                  <a:pt x="443" y="298"/>
                  <a:pt x="416" y="190"/>
                  <a:pt x="380" y="90"/>
                </a:cubicBezTo>
                <a:cubicBezTo>
                  <a:pt x="362" y="54"/>
                  <a:pt x="335" y="27"/>
                  <a:pt x="298" y="9"/>
                </a:cubicBezTo>
                <a:cubicBezTo>
                  <a:pt x="282" y="3"/>
                  <a:pt x="266" y="0"/>
                  <a:pt x="2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782" name="Google Shape;4782;p20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783" name="Google Shape;4783;p20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20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20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20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20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20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20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20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20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20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20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20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20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20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20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20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20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20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20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20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20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20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05" name="Google Shape;4805;p203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806" name="Google Shape;4806;p203"/>
          <p:cNvSpPr txBox="1"/>
          <p:nvPr>
            <p:ph idx="1" type="body"/>
          </p:nvPr>
        </p:nvSpPr>
        <p:spPr>
          <a:xfrm>
            <a:off x="720000" y="1170724"/>
            <a:ext cx="7704000" cy="389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1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AutoNum type="romanLcPeriod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4807" name="Shape 4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8" name="Google Shape;4808;p20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4809" name="Google Shape;4809;p204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4810" name="Google Shape;4810;p204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811" name="Google Shape;4811;p20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812" name="Google Shape;4812;p204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4813" name="Google Shape;4813;p20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4" name="Google Shape;4814;p20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5" name="Google Shape;4815;p20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6" name="Google Shape;4816;p20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7" name="Google Shape;4817;p20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8" name="Google Shape;4818;p20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9" name="Google Shape;4819;p20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0" name="Google Shape;4820;p20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1" name="Google Shape;4821;p20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2" name="Google Shape;4822;p20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3" name="Google Shape;4823;p20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4" name="Google Shape;4824;p20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5" name="Google Shape;4825;p20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6" name="Google Shape;4826;p20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7" name="Google Shape;4827;p20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28" name="Google Shape;4828;p204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4829" name="Google Shape;4829;p20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0" name="Google Shape;4830;p20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1" name="Google Shape;4831;p20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2" name="Google Shape;4832;p20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3" name="Google Shape;4833;p20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4" name="Google Shape;4834;p20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5" name="Google Shape;4835;p20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6" name="Google Shape;4836;p20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7" name="Google Shape;4837;p20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8" name="Google Shape;4838;p20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9" name="Google Shape;4839;p20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0" name="Google Shape;4840;p20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1" name="Google Shape;4841;p20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2" name="Google Shape;4842;p20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3" name="Google Shape;4843;p20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4844" name="Google Shape;4844;p204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845" name="Google Shape;4845;p204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846" name="Google Shape;4846;p204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847" name="Google Shape;4847;p204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848" name="Google Shape;4848;p204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849" name="Google Shape;4849;p20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4850" name="Google Shape;4850;p204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851" name="Google Shape;4851;p204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4852" name="Google Shape;4852;p204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4853" name="Google Shape;4853;p204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854" name="Google Shape;4854;p204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855" name="Shape 4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56" name="Google Shape;4856;p205"/>
          <p:cNvGrpSpPr/>
          <p:nvPr/>
        </p:nvGrpSpPr>
        <p:grpSpPr>
          <a:xfrm>
            <a:off x="352670" y="6764"/>
            <a:ext cx="8793030" cy="5129556"/>
            <a:chOff x="514825" y="859725"/>
            <a:chExt cx="6865800" cy="4005275"/>
          </a:xfrm>
        </p:grpSpPr>
        <p:sp>
          <p:nvSpPr>
            <p:cNvPr id="4857" name="Google Shape;4857;p20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20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20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20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20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20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20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20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20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20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20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20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20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20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20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20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20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20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20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20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20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78" name="Google Shape;4878;p205"/>
          <p:cNvSpPr txBox="1"/>
          <p:nvPr>
            <p:ph type="title"/>
          </p:nvPr>
        </p:nvSpPr>
        <p:spPr>
          <a:xfrm>
            <a:off x="4572000" y="540000"/>
            <a:ext cx="3852000" cy="4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879" name="Shape 4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0" name="Google Shape;4880;p20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881" name="Google Shape;4881;p20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20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20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20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20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20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20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20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20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20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20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20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20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20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20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20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20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20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20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00" name="Google Shape;4900;p206"/>
          <p:cNvSpPr txBox="1"/>
          <p:nvPr>
            <p:ph idx="1" type="subTitle"/>
          </p:nvPr>
        </p:nvSpPr>
        <p:spPr>
          <a:xfrm>
            <a:off x="890100" y="1760244"/>
            <a:ext cx="7533900" cy="27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4901" name="Google Shape;4901;p206"/>
          <p:cNvSpPr txBox="1"/>
          <p:nvPr>
            <p:ph type="title"/>
          </p:nvPr>
        </p:nvSpPr>
        <p:spPr>
          <a:xfrm>
            <a:off x="4572000" y="540000"/>
            <a:ext cx="3852000" cy="103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4902" name="Shape 4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03" name="Google Shape;4903;p20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904" name="Google Shape;4904;p20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20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20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20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20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20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20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20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20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20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20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20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20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20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20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20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20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20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20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923" name="Google Shape;4923;p207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924" name="Google Shape;4924;p207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5" name="Google Shape;4925;p207"/>
          <p:cNvSpPr txBox="1"/>
          <p:nvPr>
            <p:ph type="title"/>
          </p:nvPr>
        </p:nvSpPr>
        <p:spPr>
          <a:xfrm>
            <a:off x="720000" y="1560650"/>
            <a:ext cx="3519300" cy="167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4926" name="Google Shape;4926;p207"/>
          <p:cNvSpPr txBox="1"/>
          <p:nvPr>
            <p:ph idx="1" type="subTitle"/>
          </p:nvPr>
        </p:nvSpPr>
        <p:spPr>
          <a:xfrm rot="684086">
            <a:off x="5771626" y="1941489"/>
            <a:ext cx="1878775" cy="154912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927" name="Shape 4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8" name="Google Shape;4928;p20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929" name="Google Shape;4929;p20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20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20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20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20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20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20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20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20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20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20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20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20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20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20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20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20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20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20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48" name="Google Shape;4948;p208"/>
          <p:cNvSpPr txBox="1"/>
          <p:nvPr>
            <p:ph type="title"/>
          </p:nvPr>
        </p:nvSpPr>
        <p:spPr>
          <a:xfrm>
            <a:off x="1061575" y="1472687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949" name="Google Shape;4949;p208"/>
          <p:cNvSpPr txBox="1"/>
          <p:nvPr>
            <p:ph idx="1" type="body"/>
          </p:nvPr>
        </p:nvSpPr>
        <p:spPr>
          <a:xfrm>
            <a:off x="1061575" y="2468991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cxnSp>
        <p:nvCxnSpPr>
          <p:cNvPr id="4950" name="Google Shape;4950;p208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951" name="Google Shape;4951;p208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952" name="Shape 4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3" name="Google Shape;4953;p209"/>
          <p:cNvSpPr txBox="1"/>
          <p:nvPr>
            <p:ph type="title"/>
          </p:nvPr>
        </p:nvSpPr>
        <p:spPr>
          <a:xfrm>
            <a:off x="3223200" y="1570950"/>
            <a:ext cx="2697600" cy="20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954" name="Shape 4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5" name="Google Shape;4955;p21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4956" name="Google Shape;4956;p21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21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21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21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21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21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21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21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21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21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21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21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21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21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21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21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21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21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21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975" name="Google Shape;4975;p210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976" name="Google Shape;4976;p210"/>
          <p:cNvSpPr txBox="1"/>
          <p:nvPr>
            <p:ph hasCustomPrompt="1" type="title"/>
          </p:nvPr>
        </p:nvSpPr>
        <p:spPr>
          <a:xfrm>
            <a:off x="1768200" y="1654521"/>
            <a:ext cx="5607600" cy="8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977" name="Google Shape;4977;p210"/>
          <p:cNvSpPr txBox="1"/>
          <p:nvPr>
            <p:ph idx="1" type="body"/>
          </p:nvPr>
        </p:nvSpPr>
        <p:spPr>
          <a:xfrm>
            <a:off x="2710050" y="2650221"/>
            <a:ext cx="3723900" cy="6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978" name="Shape 4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9" name="Google Shape;4979;p2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4980" name="Shape 4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81" name="Google Shape;4981;p21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4982" name="Google Shape;4982;p21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983" name="Google Shape;4983;p21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4984" name="Google Shape;4984;p21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4985" name="Google Shape;4985;p21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6" name="Google Shape;4986;p21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7" name="Google Shape;4987;p21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8" name="Google Shape;4988;p21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9" name="Google Shape;4989;p21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0" name="Google Shape;4990;p21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1" name="Google Shape;4991;p21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2" name="Google Shape;4992;p21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3" name="Google Shape;4993;p21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4" name="Google Shape;4994;p21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5" name="Google Shape;4995;p21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6" name="Google Shape;4996;p21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7" name="Google Shape;4997;p21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8" name="Google Shape;4998;p21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9" name="Google Shape;4999;p21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00" name="Google Shape;5000;p21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5001" name="Google Shape;5001;p21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2" name="Google Shape;5002;p21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3" name="Google Shape;5003;p21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4" name="Google Shape;5004;p21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5" name="Google Shape;5005;p21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6" name="Google Shape;5006;p21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7" name="Google Shape;5007;p21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8" name="Google Shape;5008;p21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9" name="Google Shape;5009;p21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0" name="Google Shape;5010;p21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1" name="Google Shape;5011;p21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2" name="Google Shape;5012;p21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3" name="Google Shape;5013;p21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4" name="Google Shape;5014;p21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5" name="Google Shape;5015;p21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5016" name="Google Shape;5016;p21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017" name="Google Shape;5017;p21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018" name="Google Shape;5018;p21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019" name="Google Shape;5019;p21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020" name="Google Shape;5020;p21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021" name="Google Shape;5021;p21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5022" name="Google Shape;5022;p212"/>
          <p:cNvSpPr txBox="1"/>
          <p:nvPr>
            <p:ph type="title"/>
          </p:nvPr>
        </p:nvSpPr>
        <p:spPr>
          <a:xfrm>
            <a:off x="720000" y="540000"/>
            <a:ext cx="336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023" name="Google Shape;5023;p212"/>
          <p:cNvSpPr txBox="1"/>
          <p:nvPr>
            <p:ph idx="1" type="subTitle"/>
          </p:nvPr>
        </p:nvSpPr>
        <p:spPr>
          <a:xfrm>
            <a:off x="90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24" name="Google Shape;5024;p212"/>
          <p:cNvSpPr txBox="1"/>
          <p:nvPr>
            <p:ph idx="2" type="subTitle"/>
          </p:nvPr>
        </p:nvSpPr>
        <p:spPr>
          <a:xfrm>
            <a:off x="567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25" name="Google Shape;5025;p212"/>
          <p:cNvSpPr txBox="1"/>
          <p:nvPr>
            <p:ph idx="3" type="subTitle"/>
          </p:nvPr>
        </p:nvSpPr>
        <p:spPr>
          <a:xfrm>
            <a:off x="90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26" name="Google Shape;5026;p212"/>
          <p:cNvSpPr txBox="1"/>
          <p:nvPr>
            <p:ph idx="4" type="subTitle"/>
          </p:nvPr>
        </p:nvSpPr>
        <p:spPr>
          <a:xfrm>
            <a:off x="567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27" name="Google Shape;5027;p212"/>
          <p:cNvSpPr txBox="1"/>
          <p:nvPr>
            <p:ph idx="5" type="subTitle"/>
          </p:nvPr>
        </p:nvSpPr>
        <p:spPr>
          <a:xfrm>
            <a:off x="90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28" name="Google Shape;5028;p212"/>
          <p:cNvSpPr txBox="1"/>
          <p:nvPr>
            <p:ph idx="6" type="subTitle"/>
          </p:nvPr>
        </p:nvSpPr>
        <p:spPr>
          <a:xfrm>
            <a:off x="567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29" name="Google Shape;5029;p212"/>
          <p:cNvSpPr txBox="1"/>
          <p:nvPr>
            <p:ph idx="7" type="subTitle"/>
          </p:nvPr>
        </p:nvSpPr>
        <p:spPr>
          <a:xfrm>
            <a:off x="90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30" name="Google Shape;5030;p212"/>
          <p:cNvSpPr txBox="1"/>
          <p:nvPr>
            <p:ph idx="8" type="subTitle"/>
          </p:nvPr>
        </p:nvSpPr>
        <p:spPr>
          <a:xfrm>
            <a:off x="567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">
    <p:spTree>
      <p:nvGrpSpPr>
        <p:cNvPr id="5031" name="Shape 5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32" name="Google Shape;5032;p21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033" name="Google Shape;5033;p21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21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21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21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21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21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21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21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21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21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21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21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21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21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21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21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21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21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21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21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21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21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55" name="Google Shape;5055;p213"/>
          <p:cNvSpPr txBox="1"/>
          <p:nvPr>
            <p:ph type="ctrTitle"/>
          </p:nvPr>
        </p:nvSpPr>
        <p:spPr>
          <a:xfrm>
            <a:off x="5908324" y="1290427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56" name="Google Shape;5056;p213"/>
          <p:cNvSpPr txBox="1"/>
          <p:nvPr>
            <p:ph idx="1" type="subTitle"/>
          </p:nvPr>
        </p:nvSpPr>
        <p:spPr>
          <a:xfrm>
            <a:off x="590832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57" name="Google Shape;5057;p213"/>
          <p:cNvSpPr txBox="1"/>
          <p:nvPr>
            <p:ph idx="2" type="title"/>
          </p:nvPr>
        </p:nvSpPr>
        <p:spPr>
          <a:xfrm>
            <a:off x="4903953" y="1280000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58" name="Google Shape;5058;p213"/>
          <p:cNvSpPr txBox="1"/>
          <p:nvPr>
            <p:ph idx="3" type="subTitle"/>
          </p:nvPr>
        </p:nvSpPr>
        <p:spPr>
          <a:xfrm>
            <a:off x="590832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59" name="Google Shape;5059;p213"/>
          <p:cNvSpPr txBox="1"/>
          <p:nvPr>
            <p:ph idx="4" type="title"/>
          </p:nvPr>
        </p:nvSpPr>
        <p:spPr>
          <a:xfrm>
            <a:off x="4903953" y="327730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60" name="Google Shape;5060;p213"/>
          <p:cNvSpPr txBox="1"/>
          <p:nvPr>
            <p:ph idx="5" type="subTitle"/>
          </p:nvPr>
        </p:nvSpPr>
        <p:spPr>
          <a:xfrm>
            <a:off x="5908324" y="2589180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61" name="Google Shape;5061;p213"/>
          <p:cNvSpPr txBox="1"/>
          <p:nvPr>
            <p:ph idx="6" type="title"/>
          </p:nvPr>
        </p:nvSpPr>
        <p:spPr>
          <a:xfrm>
            <a:off x="4903953" y="230664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62" name="Google Shape;5062;p213"/>
          <p:cNvSpPr txBox="1"/>
          <p:nvPr>
            <p:ph idx="7" type="ctrTitle"/>
          </p:nvPr>
        </p:nvSpPr>
        <p:spPr>
          <a:xfrm>
            <a:off x="5908324" y="231110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63" name="Google Shape;5063;p213"/>
          <p:cNvSpPr txBox="1"/>
          <p:nvPr>
            <p:ph idx="8" type="ctrTitle"/>
          </p:nvPr>
        </p:nvSpPr>
        <p:spPr>
          <a:xfrm>
            <a:off x="5908324" y="328299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64" name="Google Shape;5064;p213"/>
          <p:cNvSpPr txBox="1"/>
          <p:nvPr>
            <p:ph idx="9" type="ctrTitle"/>
          </p:nvPr>
        </p:nvSpPr>
        <p:spPr>
          <a:xfrm>
            <a:off x="1912664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65" name="Google Shape;5065;p213"/>
          <p:cNvSpPr txBox="1"/>
          <p:nvPr>
            <p:ph idx="13" type="subTitle"/>
          </p:nvPr>
        </p:nvSpPr>
        <p:spPr>
          <a:xfrm>
            <a:off x="191266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66" name="Google Shape;5066;p213"/>
          <p:cNvSpPr txBox="1"/>
          <p:nvPr>
            <p:ph idx="14" type="title"/>
          </p:nvPr>
        </p:nvSpPr>
        <p:spPr>
          <a:xfrm>
            <a:off x="784376" y="1286887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67" name="Google Shape;5067;p213"/>
          <p:cNvSpPr txBox="1"/>
          <p:nvPr>
            <p:ph idx="15" type="subTitle"/>
          </p:nvPr>
        </p:nvSpPr>
        <p:spPr>
          <a:xfrm>
            <a:off x="191266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68" name="Google Shape;5068;p213"/>
          <p:cNvSpPr txBox="1"/>
          <p:nvPr>
            <p:ph idx="16" type="title"/>
          </p:nvPr>
        </p:nvSpPr>
        <p:spPr>
          <a:xfrm>
            <a:off x="784376" y="3284192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69" name="Google Shape;5069;p213"/>
          <p:cNvSpPr txBox="1"/>
          <p:nvPr>
            <p:ph idx="17" type="subTitle"/>
          </p:nvPr>
        </p:nvSpPr>
        <p:spPr>
          <a:xfrm>
            <a:off x="1912664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70" name="Google Shape;5070;p213"/>
          <p:cNvSpPr txBox="1"/>
          <p:nvPr>
            <p:ph idx="18" type="title"/>
          </p:nvPr>
        </p:nvSpPr>
        <p:spPr>
          <a:xfrm>
            <a:off x="784376" y="2313531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71" name="Google Shape;5071;p213"/>
          <p:cNvSpPr txBox="1"/>
          <p:nvPr>
            <p:ph idx="19" type="ctrTitle"/>
          </p:nvPr>
        </p:nvSpPr>
        <p:spPr>
          <a:xfrm>
            <a:off x="1912664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72" name="Google Shape;5072;p213"/>
          <p:cNvSpPr txBox="1"/>
          <p:nvPr>
            <p:ph idx="20" type="ctrTitle"/>
          </p:nvPr>
        </p:nvSpPr>
        <p:spPr>
          <a:xfrm>
            <a:off x="1912664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073" name="Google Shape;5073;p213"/>
          <p:cNvSpPr txBox="1"/>
          <p:nvPr>
            <p:ph idx="21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">
    <p:spTree>
      <p:nvGrpSpPr>
        <p:cNvPr id="5074" name="Shape 5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5" name="Google Shape;5075;p21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076" name="Google Shape;5076;p21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21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21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21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21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21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21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21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21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21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21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21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21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21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21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21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21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21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21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21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21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21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98" name="Google Shape;5098;p214"/>
          <p:cNvSpPr txBox="1"/>
          <p:nvPr>
            <p:ph idx="1" type="subTitle"/>
          </p:nvPr>
        </p:nvSpPr>
        <p:spPr>
          <a:xfrm>
            <a:off x="2059950" y="2514140"/>
            <a:ext cx="43272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099" name="Google Shape;5099;p214"/>
          <p:cNvSpPr txBox="1"/>
          <p:nvPr>
            <p:ph type="title"/>
          </p:nvPr>
        </p:nvSpPr>
        <p:spPr>
          <a:xfrm>
            <a:off x="1080450" y="1555960"/>
            <a:ext cx="5306700" cy="89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100" name="Google Shape;5100;p214"/>
          <p:cNvSpPr txBox="1"/>
          <p:nvPr>
            <p:ph idx="2" type="title"/>
          </p:nvPr>
        </p:nvSpPr>
        <p:spPr>
          <a:xfrm>
            <a:off x="6853050" y="2092943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5101" name="Google Shape;5101;p214"/>
          <p:cNvGrpSpPr/>
          <p:nvPr/>
        </p:nvGrpSpPr>
        <p:grpSpPr>
          <a:xfrm flipH="1" rot="-5072894">
            <a:off x="-1007770" y="1789630"/>
            <a:ext cx="3474349" cy="888902"/>
            <a:chOff x="3809875" y="1963175"/>
            <a:chExt cx="1923600" cy="492150"/>
          </a:xfrm>
        </p:grpSpPr>
        <p:sp>
          <p:nvSpPr>
            <p:cNvPr id="5102" name="Google Shape;5102;p214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214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214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214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214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214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214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214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214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214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214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13" name="Google Shape;5113;p214"/>
          <p:cNvGrpSpPr/>
          <p:nvPr/>
        </p:nvGrpSpPr>
        <p:grpSpPr>
          <a:xfrm rot="-375097">
            <a:off x="7330557" y="3418618"/>
            <a:ext cx="711742" cy="793298"/>
            <a:chOff x="6554696" y="509501"/>
            <a:chExt cx="711709" cy="793261"/>
          </a:xfrm>
        </p:grpSpPr>
        <p:sp>
          <p:nvSpPr>
            <p:cNvPr id="5114" name="Google Shape;5114;p214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214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5116" name="Shape 5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17" name="Google Shape;5117;p21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118" name="Google Shape;5118;p21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21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21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21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21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21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21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21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21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21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21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21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21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21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21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21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21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21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21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21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21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21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40" name="Google Shape;5140;p215"/>
          <p:cNvSpPr txBox="1"/>
          <p:nvPr>
            <p:ph type="title"/>
          </p:nvPr>
        </p:nvSpPr>
        <p:spPr>
          <a:xfrm>
            <a:off x="3168000" y="1478819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141" name="Google Shape;5141;p215"/>
          <p:cNvSpPr txBox="1"/>
          <p:nvPr>
            <p:ph idx="1" type="body"/>
          </p:nvPr>
        </p:nvSpPr>
        <p:spPr>
          <a:xfrm>
            <a:off x="3168000" y="2469364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4">
    <p:spTree>
      <p:nvGrpSpPr>
        <p:cNvPr id="5142" name="Shape 5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43" name="Google Shape;5143;p21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144" name="Google Shape;5144;p21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21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21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21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21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21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21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21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21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21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21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21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21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21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21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21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21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21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21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21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21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21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66" name="Google Shape;5166;p216"/>
          <p:cNvSpPr txBox="1"/>
          <p:nvPr>
            <p:ph idx="1" type="subTitle"/>
          </p:nvPr>
        </p:nvSpPr>
        <p:spPr>
          <a:xfrm>
            <a:off x="398370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167" name="Google Shape;5167;p216"/>
          <p:cNvSpPr txBox="1"/>
          <p:nvPr>
            <p:ph type="ctrTitle"/>
          </p:nvPr>
        </p:nvSpPr>
        <p:spPr>
          <a:xfrm>
            <a:off x="58758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5168" name="Google Shape;5168;p216"/>
          <p:cNvGrpSpPr/>
          <p:nvPr/>
        </p:nvGrpSpPr>
        <p:grpSpPr>
          <a:xfrm>
            <a:off x="7673759" y="-287513"/>
            <a:ext cx="788762" cy="861588"/>
            <a:chOff x="7673759" y="-287513"/>
            <a:chExt cx="788762" cy="861588"/>
          </a:xfrm>
        </p:grpSpPr>
        <p:grpSp>
          <p:nvGrpSpPr>
            <p:cNvPr id="5169" name="Google Shape;5169;p216"/>
            <p:cNvGrpSpPr/>
            <p:nvPr/>
          </p:nvGrpSpPr>
          <p:grpSpPr>
            <a:xfrm rot="350572">
              <a:off x="7712287" y="-253348"/>
              <a:ext cx="711705" cy="793257"/>
              <a:chOff x="6554696" y="509501"/>
              <a:chExt cx="711709" cy="793261"/>
            </a:xfrm>
          </p:grpSpPr>
          <p:sp>
            <p:nvSpPr>
              <p:cNvPr id="5170" name="Google Shape;5170;p216"/>
              <p:cNvSpPr/>
              <p:nvPr/>
            </p:nvSpPr>
            <p:spPr>
              <a:xfrm>
                <a:off x="6560695" y="516700"/>
                <a:ext cx="696978" cy="779230"/>
              </a:xfrm>
              <a:custGeom>
                <a:rect b="b" l="l" r="r" t="t"/>
                <a:pathLst>
                  <a:path extrusionOk="0" h="23381" w="20913">
                    <a:moveTo>
                      <a:pt x="4201" y="1"/>
                    </a:moveTo>
                    <a:cubicBezTo>
                      <a:pt x="1903" y="1"/>
                      <a:pt x="28" y="1866"/>
                      <a:pt x="28" y="4165"/>
                    </a:cubicBezTo>
                    <a:lnTo>
                      <a:pt x="1" y="17073"/>
                    </a:lnTo>
                    <a:cubicBezTo>
                      <a:pt x="1" y="18903"/>
                      <a:pt x="1190" y="20516"/>
                      <a:pt x="2930" y="21057"/>
                    </a:cubicBezTo>
                    <a:lnTo>
                      <a:pt x="9736" y="23193"/>
                    </a:lnTo>
                    <a:cubicBezTo>
                      <a:pt x="10143" y="23318"/>
                      <a:pt x="10563" y="23381"/>
                      <a:pt x="10982" y="23381"/>
                    </a:cubicBezTo>
                    <a:cubicBezTo>
                      <a:pt x="11444" y="23381"/>
                      <a:pt x="11906" y="23304"/>
                      <a:pt x="12350" y="23148"/>
                    </a:cubicBezTo>
                    <a:lnTo>
                      <a:pt x="18092" y="21147"/>
                    </a:lnTo>
                    <a:cubicBezTo>
                      <a:pt x="19759" y="20570"/>
                      <a:pt x="20886" y="18993"/>
                      <a:pt x="20886" y="17217"/>
                    </a:cubicBezTo>
                    <a:lnTo>
                      <a:pt x="20913" y="4201"/>
                    </a:lnTo>
                    <a:cubicBezTo>
                      <a:pt x="20913" y="1903"/>
                      <a:pt x="19047" y="28"/>
                      <a:pt x="16748" y="28"/>
                    </a:cubicBezTo>
                    <a:lnTo>
                      <a:pt x="420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1" name="Google Shape;5171;p216"/>
              <p:cNvSpPr/>
              <p:nvPr/>
            </p:nvSpPr>
            <p:spPr>
              <a:xfrm>
                <a:off x="6554696" y="509501"/>
                <a:ext cx="711709" cy="793261"/>
              </a:xfrm>
              <a:custGeom>
                <a:rect b="b" l="l" r="r" t="t"/>
                <a:pathLst>
                  <a:path extrusionOk="0" h="23802" w="21355">
                    <a:moveTo>
                      <a:pt x="5138" y="442"/>
                    </a:moveTo>
                    <a:lnTo>
                      <a:pt x="7572" y="451"/>
                    </a:lnTo>
                    <a:lnTo>
                      <a:pt x="12440" y="469"/>
                    </a:lnTo>
                    <a:lnTo>
                      <a:pt x="14873" y="469"/>
                    </a:lnTo>
                    <a:lnTo>
                      <a:pt x="16090" y="478"/>
                    </a:lnTo>
                    <a:cubicBezTo>
                      <a:pt x="16249" y="478"/>
                      <a:pt x="16412" y="477"/>
                      <a:pt x="16574" y="477"/>
                    </a:cubicBezTo>
                    <a:cubicBezTo>
                      <a:pt x="16817" y="477"/>
                      <a:pt x="17058" y="480"/>
                      <a:pt x="17280" y="496"/>
                    </a:cubicBezTo>
                    <a:cubicBezTo>
                      <a:pt x="17659" y="541"/>
                      <a:pt x="18037" y="622"/>
                      <a:pt x="18389" y="766"/>
                    </a:cubicBezTo>
                    <a:cubicBezTo>
                      <a:pt x="18740" y="920"/>
                      <a:pt x="19083" y="1109"/>
                      <a:pt x="19380" y="1352"/>
                    </a:cubicBezTo>
                    <a:cubicBezTo>
                      <a:pt x="19669" y="1596"/>
                      <a:pt x="19939" y="1866"/>
                      <a:pt x="20155" y="2191"/>
                    </a:cubicBezTo>
                    <a:cubicBezTo>
                      <a:pt x="20363" y="2506"/>
                      <a:pt x="20534" y="2849"/>
                      <a:pt x="20651" y="3209"/>
                    </a:cubicBezTo>
                    <a:cubicBezTo>
                      <a:pt x="20759" y="3579"/>
                      <a:pt x="20832" y="3948"/>
                      <a:pt x="20832" y="4336"/>
                    </a:cubicBezTo>
                    <a:cubicBezTo>
                      <a:pt x="20841" y="4733"/>
                      <a:pt x="20832" y="5147"/>
                      <a:pt x="20832" y="5544"/>
                    </a:cubicBezTo>
                    <a:lnTo>
                      <a:pt x="20841" y="7978"/>
                    </a:lnTo>
                    <a:lnTo>
                      <a:pt x="20850" y="12845"/>
                    </a:lnTo>
                    <a:lnTo>
                      <a:pt x="20850" y="15279"/>
                    </a:lnTo>
                    <a:lnTo>
                      <a:pt x="20850" y="16496"/>
                    </a:lnTo>
                    <a:lnTo>
                      <a:pt x="20850" y="17109"/>
                    </a:lnTo>
                    <a:lnTo>
                      <a:pt x="20859" y="17406"/>
                    </a:lnTo>
                    <a:lnTo>
                      <a:pt x="20841" y="17704"/>
                    </a:lnTo>
                    <a:cubicBezTo>
                      <a:pt x="20795" y="18470"/>
                      <a:pt x="20516" y="19218"/>
                      <a:pt x="20047" y="19831"/>
                    </a:cubicBezTo>
                    <a:cubicBezTo>
                      <a:pt x="19579" y="20453"/>
                      <a:pt x="18930" y="20921"/>
                      <a:pt x="18208" y="21183"/>
                    </a:cubicBezTo>
                    <a:lnTo>
                      <a:pt x="13602" y="22769"/>
                    </a:lnTo>
                    <a:lnTo>
                      <a:pt x="12458" y="23175"/>
                    </a:lnTo>
                    <a:cubicBezTo>
                      <a:pt x="12088" y="23292"/>
                      <a:pt x="11709" y="23364"/>
                      <a:pt x="11322" y="23382"/>
                    </a:cubicBezTo>
                    <a:cubicBezTo>
                      <a:pt x="11267" y="23385"/>
                      <a:pt x="11211" y="23386"/>
                      <a:pt x="11156" y="23386"/>
                    </a:cubicBezTo>
                    <a:cubicBezTo>
                      <a:pt x="10830" y="23386"/>
                      <a:pt x="10500" y="23342"/>
                      <a:pt x="10177" y="23265"/>
                    </a:cubicBezTo>
                    <a:cubicBezTo>
                      <a:pt x="9997" y="23211"/>
                      <a:pt x="9798" y="23148"/>
                      <a:pt x="9609" y="23085"/>
                    </a:cubicBezTo>
                    <a:lnTo>
                      <a:pt x="9023" y="22905"/>
                    </a:lnTo>
                    <a:lnTo>
                      <a:pt x="4381" y="21453"/>
                    </a:lnTo>
                    <a:lnTo>
                      <a:pt x="3218" y="21093"/>
                    </a:lnTo>
                    <a:cubicBezTo>
                      <a:pt x="2849" y="20976"/>
                      <a:pt x="2497" y="20813"/>
                      <a:pt x="2173" y="20597"/>
                    </a:cubicBezTo>
                    <a:cubicBezTo>
                      <a:pt x="1542" y="20173"/>
                      <a:pt x="1001" y="19578"/>
                      <a:pt x="676" y="18866"/>
                    </a:cubicBezTo>
                    <a:cubicBezTo>
                      <a:pt x="505" y="18515"/>
                      <a:pt x="397" y="18136"/>
                      <a:pt x="343" y="17749"/>
                    </a:cubicBezTo>
                    <a:cubicBezTo>
                      <a:pt x="298" y="17361"/>
                      <a:pt x="316" y="16955"/>
                      <a:pt x="316" y="16550"/>
                    </a:cubicBezTo>
                    <a:lnTo>
                      <a:pt x="334" y="14116"/>
                    </a:lnTo>
                    <a:lnTo>
                      <a:pt x="388" y="9248"/>
                    </a:lnTo>
                    <a:cubicBezTo>
                      <a:pt x="397" y="7626"/>
                      <a:pt x="406" y="6003"/>
                      <a:pt x="415" y="4381"/>
                    </a:cubicBezTo>
                    <a:cubicBezTo>
                      <a:pt x="424" y="3993"/>
                      <a:pt x="478" y="3606"/>
                      <a:pt x="586" y="3245"/>
                    </a:cubicBezTo>
                    <a:cubicBezTo>
                      <a:pt x="703" y="2876"/>
                      <a:pt x="866" y="2524"/>
                      <a:pt x="1082" y="2200"/>
                    </a:cubicBezTo>
                    <a:cubicBezTo>
                      <a:pt x="1298" y="1884"/>
                      <a:pt x="1551" y="1596"/>
                      <a:pt x="1848" y="1343"/>
                    </a:cubicBezTo>
                    <a:cubicBezTo>
                      <a:pt x="2155" y="1109"/>
                      <a:pt x="2479" y="902"/>
                      <a:pt x="2831" y="748"/>
                    </a:cubicBezTo>
                    <a:cubicBezTo>
                      <a:pt x="3191" y="604"/>
                      <a:pt x="3561" y="505"/>
                      <a:pt x="3948" y="460"/>
                    </a:cubicBezTo>
                    <a:cubicBezTo>
                      <a:pt x="4039" y="451"/>
                      <a:pt x="4138" y="451"/>
                      <a:pt x="4237" y="442"/>
                    </a:cubicBezTo>
                    <a:close/>
                    <a:moveTo>
                      <a:pt x="4381" y="0"/>
                    </a:moveTo>
                    <a:lnTo>
                      <a:pt x="4219" y="9"/>
                    </a:lnTo>
                    <a:cubicBezTo>
                      <a:pt x="4111" y="18"/>
                      <a:pt x="4003" y="18"/>
                      <a:pt x="3894" y="27"/>
                    </a:cubicBezTo>
                    <a:cubicBezTo>
                      <a:pt x="3471" y="81"/>
                      <a:pt x="3056" y="190"/>
                      <a:pt x="2668" y="352"/>
                    </a:cubicBezTo>
                    <a:cubicBezTo>
                      <a:pt x="2272" y="523"/>
                      <a:pt x="1911" y="748"/>
                      <a:pt x="1578" y="1019"/>
                    </a:cubicBezTo>
                    <a:cubicBezTo>
                      <a:pt x="1253" y="1289"/>
                      <a:pt x="965" y="1614"/>
                      <a:pt x="731" y="1965"/>
                    </a:cubicBezTo>
                    <a:cubicBezTo>
                      <a:pt x="496" y="2326"/>
                      <a:pt x="316" y="2713"/>
                      <a:pt x="190" y="3119"/>
                    </a:cubicBezTo>
                    <a:cubicBezTo>
                      <a:pt x="63" y="3534"/>
                      <a:pt x="9" y="3957"/>
                      <a:pt x="0" y="4381"/>
                    </a:cubicBezTo>
                    <a:cubicBezTo>
                      <a:pt x="0" y="6003"/>
                      <a:pt x="0" y="7626"/>
                      <a:pt x="9" y="9248"/>
                    </a:cubicBezTo>
                    <a:lnTo>
                      <a:pt x="54" y="14116"/>
                    </a:lnTo>
                    <a:lnTo>
                      <a:pt x="54" y="16550"/>
                    </a:lnTo>
                    <a:lnTo>
                      <a:pt x="54" y="17154"/>
                    </a:lnTo>
                    <a:cubicBezTo>
                      <a:pt x="54" y="17253"/>
                      <a:pt x="54" y="17361"/>
                      <a:pt x="63" y="17469"/>
                    </a:cubicBezTo>
                    <a:cubicBezTo>
                      <a:pt x="63" y="17568"/>
                      <a:pt x="72" y="17676"/>
                      <a:pt x="81" y="17776"/>
                    </a:cubicBezTo>
                    <a:cubicBezTo>
                      <a:pt x="127" y="18190"/>
                      <a:pt x="217" y="18605"/>
                      <a:pt x="370" y="19002"/>
                    </a:cubicBezTo>
                    <a:cubicBezTo>
                      <a:pt x="676" y="19786"/>
                      <a:pt x="1226" y="20489"/>
                      <a:pt x="1947" y="20949"/>
                    </a:cubicBezTo>
                    <a:cubicBezTo>
                      <a:pt x="2299" y="21183"/>
                      <a:pt x="2696" y="21363"/>
                      <a:pt x="3092" y="21489"/>
                    </a:cubicBezTo>
                    <a:lnTo>
                      <a:pt x="4255" y="21859"/>
                    </a:lnTo>
                    <a:lnTo>
                      <a:pt x="8897" y="23310"/>
                    </a:lnTo>
                    <a:lnTo>
                      <a:pt x="9483" y="23490"/>
                    </a:lnTo>
                    <a:cubicBezTo>
                      <a:pt x="9672" y="23554"/>
                      <a:pt x="9862" y="23617"/>
                      <a:pt x="10078" y="23671"/>
                    </a:cubicBezTo>
                    <a:cubicBezTo>
                      <a:pt x="10418" y="23761"/>
                      <a:pt x="10777" y="23801"/>
                      <a:pt x="11133" y="23801"/>
                    </a:cubicBezTo>
                    <a:cubicBezTo>
                      <a:pt x="11202" y="23801"/>
                      <a:pt x="11271" y="23800"/>
                      <a:pt x="11340" y="23797"/>
                    </a:cubicBezTo>
                    <a:cubicBezTo>
                      <a:pt x="11764" y="23779"/>
                      <a:pt x="12187" y="23698"/>
                      <a:pt x="12593" y="23563"/>
                    </a:cubicBezTo>
                    <a:lnTo>
                      <a:pt x="13738" y="23157"/>
                    </a:lnTo>
                    <a:lnTo>
                      <a:pt x="18335" y="21552"/>
                    </a:lnTo>
                    <a:cubicBezTo>
                      <a:pt x="19137" y="21273"/>
                      <a:pt x="19858" y="20759"/>
                      <a:pt x="20372" y="20083"/>
                    </a:cubicBezTo>
                    <a:cubicBezTo>
                      <a:pt x="20895" y="19407"/>
                      <a:pt x="21210" y="18578"/>
                      <a:pt x="21273" y="17731"/>
                    </a:cubicBezTo>
                    <a:lnTo>
                      <a:pt x="21282" y="17406"/>
                    </a:lnTo>
                    <a:lnTo>
                      <a:pt x="21282" y="17109"/>
                    </a:lnTo>
                    <a:lnTo>
                      <a:pt x="21291" y="16496"/>
                    </a:lnTo>
                    <a:lnTo>
                      <a:pt x="21291" y="15279"/>
                    </a:lnTo>
                    <a:lnTo>
                      <a:pt x="21309" y="12845"/>
                    </a:lnTo>
                    <a:lnTo>
                      <a:pt x="21327" y="7978"/>
                    </a:lnTo>
                    <a:lnTo>
                      <a:pt x="21345" y="5544"/>
                    </a:lnTo>
                    <a:cubicBezTo>
                      <a:pt x="21345" y="5138"/>
                      <a:pt x="21354" y="4742"/>
                      <a:pt x="21345" y="4327"/>
                    </a:cubicBezTo>
                    <a:cubicBezTo>
                      <a:pt x="21336" y="3894"/>
                      <a:pt x="21255" y="3471"/>
                      <a:pt x="21129" y="3056"/>
                    </a:cubicBezTo>
                    <a:cubicBezTo>
                      <a:pt x="20994" y="2650"/>
                      <a:pt x="20795" y="2263"/>
                      <a:pt x="20561" y="1911"/>
                    </a:cubicBezTo>
                    <a:cubicBezTo>
                      <a:pt x="20309" y="1551"/>
                      <a:pt x="20011" y="1244"/>
                      <a:pt x="19678" y="974"/>
                    </a:cubicBezTo>
                    <a:cubicBezTo>
                      <a:pt x="19344" y="694"/>
                      <a:pt x="18966" y="487"/>
                      <a:pt x="18569" y="325"/>
                    </a:cubicBezTo>
                    <a:cubicBezTo>
                      <a:pt x="18172" y="153"/>
                      <a:pt x="17749" y="72"/>
                      <a:pt x="17325" y="18"/>
                    </a:cubicBezTo>
                    <a:cubicBezTo>
                      <a:pt x="17109" y="5"/>
                      <a:pt x="16901" y="2"/>
                      <a:pt x="16698" y="2"/>
                    </a:cubicBezTo>
                    <a:cubicBezTo>
                      <a:pt x="16596" y="2"/>
                      <a:pt x="16494" y="3"/>
                      <a:pt x="16393" y="3"/>
                    </a:cubicBezTo>
                    <a:cubicBezTo>
                      <a:pt x="16292" y="3"/>
                      <a:pt x="16192" y="2"/>
                      <a:pt x="160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172" name="Google Shape;5172;p216"/>
            <p:cNvSpPr/>
            <p:nvPr/>
          </p:nvSpPr>
          <p:spPr>
            <a:xfrm rot="442426">
              <a:off x="8229710" y="-161880"/>
              <a:ext cx="102851" cy="551273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5">
    <p:spTree>
      <p:nvGrpSpPr>
        <p:cNvPr id="5173" name="Shape 5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4" name="Google Shape;5174;p21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175" name="Google Shape;5175;p21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21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21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21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21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21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21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21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21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21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21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21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21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21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21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21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21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21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21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21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21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21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97" name="Google Shape;5197;p217"/>
          <p:cNvSpPr txBox="1"/>
          <p:nvPr>
            <p:ph idx="1" type="subTitle"/>
          </p:nvPr>
        </p:nvSpPr>
        <p:spPr>
          <a:xfrm>
            <a:off x="235185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198" name="Google Shape;5198;p217"/>
          <p:cNvSpPr txBox="1"/>
          <p:nvPr>
            <p:ph type="ctrTitle"/>
          </p:nvPr>
        </p:nvSpPr>
        <p:spPr>
          <a:xfrm>
            <a:off x="32979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6">
    <p:spTree>
      <p:nvGrpSpPr>
        <p:cNvPr id="5199" name="Shape 5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00" name="Google Shape;5200;p21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201" name="Google Shape;5201;p21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21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21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21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21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21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21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21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21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21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21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21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21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21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21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21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21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21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21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21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21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21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23" name="Google Shape;5223;p218"/>
          <p:cNvSpPr txBox="1"/>
          <p:nvPr>
            <p:ph idx="1" type="subTitle"/>
          </p:nvPr>
        </p:nvSpPr>
        <p:spPr>
          <a:xfrm>
            <a:off x="906900" y="298732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24" name="Google Shape;5224;p218"/>
          <p:cNvSpPr txBox="1"/>
          <p:nvPr>
            <p:ph idx="2" type="subTitle"/>
          </p:nvPr>
        </p:nvSpPr>
        <p:spPr>
          <a:xfrm>
            <a:off x="906900" y="12797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25" name="Google Shape;5225;p218"/>
          <p:cNvSpPr txBox="1"/>
          <p:nvPr>
            <p:ph idx="3" type="subTitle"/>
          </p:nvPr>
        </p:nvSpPr>
        <p:spPr>
          <a:xfrm>
            <a:off x="906900" y="1743949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26" name="Google Shape;5226;p218"/>
          <p:cNvSpPr txBox="1"/>
          <p:nvPr>
            <p:ph idx="4" type="subTitle"/>
          </p:nvPr>
        </p:nvSpPr>
        <p:spPr>
          <a:xfrm>
            <a:off x="906900" y="3464338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27" name="Google Shape;5227;p218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7">
    <p:spTree>
      <p:nvGrpSpPr>
        <p:cNvPr id="5228" name="Shape 5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9" name="Google Shape;5229;p21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230" name="Google Shape;5230;p21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21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21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21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21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21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21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21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21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21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21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21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21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21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21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21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21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21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21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21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21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21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52" name="Google Shape;5252;p219"/>
          <p:cNvSpPr txBox="1"/>
          <p:nvPr>
            <p:ph type="ctrTitle"/>
          </p:nvPr>
        </p:nvSpPr>
        <p:spPr>
          <a:xfrm>
            <a:off x="52729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253" name="Google Shape;5253;p219"/>
          <p:cNvSpPr txBox="1"/>
          <p:nvPr>
            <p:ph idx="1" type="subTitle"/>
          </p:nvPr>
        </p:nvSpPr>
        <p:spPr>
          <a:xfrm>
            <a:off x="52729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54" name="Google Shape;5254;p219"/>
          <p:cNvSpPr txBox="1"/>
          <p:nvPr>
            <p:ph idx="2" type="subTitle"/>
          </p:nvPr>
        </p:nvSpPr>
        <p:spPr>
          <a:xfrm>
            <a:off x="52729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55" name="Google Shape;5255;p219"/>
          <p:cNvSpPr txBox="1"/>
          <p:nvPr>
            <p:ph idx="3" type="ctrTitle"/>
          </p:nvPr>
        </p:nvSpPr>
        <p:spPr>
          <a:xfrm>
            <a:off x="52729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256" name="Google Shape;5256;p219"/>
          <p:cNvSpPr txBox="1"/>
          <p:nvPr>
            <p:ph idx="4" type="ctrTitle"/>
          </p:nvPr>
        </p:nvSpPr>
        <p:spPr>
          <a:xfrm>
            <a:off x="14197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257" name="Google Shape;5257;p219"/>
          <p:cNvSpPr txBox="1"/>
          <p:nvPr>
            <p:ph idx="5" type="subTitle"/>
          </p:nvPr>
        </p:nvSpPr>
        <p:spPr>
          <a:xfrm>
            <a:off x="14197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58" name="Google Shape;5258;p219"/>
          <p:cNvSpPr txBox="1"/>
          <p:nvPr>
            <p:ph idx="6" type="subTitle"/>
          </p:nvPr>
        </p:nvSpPr>
        <p:spPr>
          <a:xfrm>
            <a:off x="14197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259" name="Google Shape;5259;p219"/>
          <p:cNvSpPr txBox="1"/>
          <p:nvPr>
            <p:ph idx="7" type="ctrTitle"/>
          </p:nvPr>
        </p:nvSpPr>
        <p:spPr>
          <a:xfrm>
            <a:off x="14197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260" name="Google Shape;5260;p219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8">
    <p:spTree>
      <p:nvGrpSpPr>
        <p:cNvPr id="5261" name="Shape 5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62" name="Google Shape;5262;p220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5263" name="Google Shape;5263;p220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264" name="Google Shape;5264;p22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5265" name="Google Shape;5265;p220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5266" name="Google Shape;5266;p22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7" name="Google Shape;5267;p22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8" name="Google Shape;5268;p22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9" name="Google Shape;5269;p22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0" name="Google Shape;5270;p22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1" name="Google Shape;5271;p22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2" name="Google Shape;5272;p22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3" name="Google Shape;5273;p22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4" name="Google Shape;5274;p22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5" name="Google Shape;5275;p22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6" name="Google Shape;5276;p22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7" name="Google Shape;5277;p22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8" name="Google Shape;5278;p22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9" name="Google Shape;5279;p22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0" name="Google Shape;5280;p22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81" name="Google Shape;5281;p220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5282" name="Google Shape;5282;p22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3" name="Google Shape;5283;p22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4" name="Google Shape;5284;p22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5" name="Google Shape;5285;p22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6" name="Google Shape;5286;p22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7" name="Google Shape;5287;p22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8" name="Google Shape;5288;p22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9" name="Google Shape;5289;p22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0" name="Google Shape;5290;p22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1" name="Google Shape;5291;p22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2" name="Google Shape;5292;p22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3" name="Google Shape;5293;p22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4" name="Google Shape;5294;p22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5" name="Google Shape;5295;p22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6" name="Google Shape;5296;p22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5297" name="Google Shape;5297;p220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298" name="Google Shape;5298;p220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299" name="Google Shape;5299;p220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300" name="Google Shape;5300;p220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301" name="Google Shape;5301;p220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302" name="Google Shape;5302;p22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5303" name="Google Shape;5303;p220"/>
          <p:cNvSpPr txBox="1"/>
          <p:nvPr>
            <p:ph type="title"/>
          </p:nvPr>
        </p:nvSpPr>
        <p:spPr>
          <a:xfrm>
            <a:off x="720000" y="540000"/>
            <a:ext cx="3087300" cy="145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304" name="Google Shape;5304;p220"/>
          <p:cNvSpPr txBox="1"/>
          <p:nvPr>
            <p:ph idx="1" type="subTitle"/>
          </p:nvPr>
        </p:nvSpPr>
        <p:spPr>
          <a:xfrm>
            <a:off x="5703898" y="86720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05" name="Google Shape;5305;p220"/>
          <p:cNvSpPr txBox="1"/>
          <p:nvPr>
            <p:ph idx="2" type="subTitle"/>
          </p:nvPr>
        </p:nvSpPr>
        <p:spPr>
          <a:xfrm>
            <a:off x="5703898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06" name="Google Shape;5306;p220"/>
          <p:cNvSpPr txBox="1"/>
          <p:nvPr>
            <p:ph idx="3" type="subTitle"/>
          </p:nvPr>
        </p:nvSpPr>
        <p:spPr>
          <a:xfrm>
            <a:off x="906900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07" name="Google Shape;5307;p220"/>
          <p:cNvSpPr txBox="1"/>
          <p:nvPr>
            <p:ph idx="4" type="subTitle"/>
          </p:nvPr>
        </p:nvSpPr>
        <p:spPr>
          <a:xfrm>
            <a:off x="906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08" name="Google Shape;5308;p220"/>
          <p:cNvSpPr txBox="1"/>
          <p:nvPr>
            <p:ph idx="5" type="subTitle"/>
          </p:nvPr>
        </p:nvSpPr>
        <p:spPr>
          <a:xfrm>
            <a:off x="5703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09" name="Google Shape;5309;p220"/>
          <p:cNvSpPr txBox="1"/>
          <p:nvPr>
            <p:ph idx="6" type="subTitle"/>
          </p:nvPr>
        </p:nvSpPr>
        <p:spPr>
          <a:xfrm>
            <a:off x="5703900" y="1247983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9">
    <p:spTree>
      <p:nvGrpSpPr>
        <p:cNvPr id="5310" name="Shape 5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11" name="Google Shape;5311;p22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312" name="Google Shape;5312;p22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22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22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22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22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22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22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22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22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22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22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22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22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22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22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22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22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22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22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22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22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22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34" name="Google Shape;5334;p221"/>
          <p:cNvSpPr txBox="1"/>
          <p:nvPr>
            <p:ph type="ctrTitle"/>
          </p:nvPr>
        </p:nvSpPr>
        <p:spPr>
          <a:xfrm>
            <a:off x="3443850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335" name="Google Shape;5335;p221"/>
          <p:cNvSpPr txBox="1"/>
          <p:nvPr>
            <p:ph idx="1" type="subTitle"/>
          </p:nvPr>
        </p:nvSpPr>
        <p:spPr>
          <a:xfrm>
            <a:off x="344384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36" name="Google Shape;5336;p221"/>
          <p:cNvSpPr txBox="1"/>
          <p:nvPr>
            <p:ph idx="2" type="subTitle"/>
          </p:nvPr>
        </p:nvSpPr>
        <p:spPr>
          <a:xfrm>
            <a:off x="4759920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37" name="Google Shape;5337;p221"/>
          <p:cNvSpPr txBox="1"/>
          <p:nvPr>
            <p:ph idx="3" type="ctrTitle"/>
          </p:nvPr>
        </p:nvSpPr>
        <p:spPr>
          <a:xfrm>
            <a:off x="475992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338" name="Google Shape;5338;p221"/>
          <p:cNvSpPr txBox="1"/>
          <p:nvPr>
            <p:ph idx="4" type="ctrTitle"/>
          </p:nvPr>
        </p:nvSpPr>
        <p:spPr>
          <a:xfrm>
            <a:off x="81170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339" name="Google Shape;5339;p221"/>
          <p:cNvSpPr txBox="1"/>
          <p:nvPr>
            <p:ph idx="5" type="subTitle"/>
          </p:nvPr>
        </p:nvSpPr>
        <p:spPr>
          <a:xfrm>
            <a:off x="81170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40" name="Google Shape;5340;p221"/>
          <p:cNvSpPr txBox="1"/>
          <p:nvPr>
            <p:ph idx="6" type="subTitle"/>
          </p:nvPr>
        </p:nvSpPr>
        <p:spPr>
          <a:xfrm>
            <a:off x="2127778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341" name="Google Shape;5341;p221"/>
          <p:cNvSpPr txBox="1"/>
          <p:nvPr>
            <p:ph idx="7" type="ctrTitle"/>
          </p:nvPr>
        </p:nvSpPr>
        <p:spPr>
          <a:xfrm>
            <a:off x="212778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342" name="Google Shape;5342;p221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343" name="Google Shape;5343;p221"/>
          <p:cNvSpPr txBox="1"/>
          <p:nvPr>
            <p:ph idx="9" type="ctrTitle"/>
          </p:nvPr>
        </p:nvSpPr>
        <p:spPr>
          <a:xfrm>
            <a:off x="607599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344" name="Google Shape;5344;p221"/>
          <p:cNvSpPr txBox="1"/>
          <p:nvPr>
            <p:ph idx="13" type="subTitle"/>
          </p:nvPr>
        </p:nvSpPr>
        <p:spPr>
          <a:xfrm>
            <a:off x="607599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0">
    <p:spTree>
      <p:nvGrpSpPr>
        <p:cNvPr id="5345" name="Shape 5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6" name="Google Shape;5346;p22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347" name="Google Shape;5347;p22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22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22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22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22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22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22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22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22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22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22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22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22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22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22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22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22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22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22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22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22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22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69" name="Google Shape;5369;p222"/>
          <p:cNvSpPr txBox="1"/>
          <p:nvPr>
            <p:ph type="title"/>
          </p:nvPr>
        </p:nvSpPr>
        <p:spPr>
          <a:xfrm>
            <a:off x="5314275" y="1089028"/>
            <a:ext cx="3109500" cy="13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370" name="Google Shape;5370;p222"/>
          <p:cNvSpPr txBox="1"/>
          <p:nvPr>
            <p:ph idx="1" type="subTitle"/>
          </p:nvPr>
        </p:nvSpPr>
        <p:spPr>
          <a:xfrm>
            <a:off x="6241125" y="2611969"/>
            <a:ext cx="2182800" cy="14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5371" name="Shape 5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2" name="Google Shape;5372;p223"/>
          <p:cNvSpPr txBox="1"/>
          <p:nvPr>
            <p:ph type="title"/>
          </p:nvPr>
        </p:nvSpPr>
        <p:spPr>
          <a:xfrm>
            <a:off x="5059850" y="3019625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31">
    <p:spTree>
      <p:nvGrpSpPr>
        <p:cNvPr id="5373" name="Shape 5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4" name="Google Shape;5374;p224"/>
          <p:cNvSpPr txBox="1"/>
          <p:nvPr>
            <p:ph type="title"/>
          </p:nvPr>
        </p:nvSpPr>
        <p:spPr>
          <a:xfrm>
            <a:off x="1249850" y="873387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5375" name="Shape 5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76" name="Google Shape;5376;p22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377" name="Google Shape;5377;p22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22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22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22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22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22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22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22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22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22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22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22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22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22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22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22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22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22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22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22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22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22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99" name="Google Shape;5399;p225"/>
          <p:cNvSpPr txBox="1"/>
          <p:nvPr>
            <p:ph type="title"/>
          </p:nvPr>
        </p:nvSpPr>
        <p:spPr>
          <a:xfrm>
            <a:off x="1232825" y="1765317"/>
            <a:ext cx="66783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400" name="Google Shape;5400;p225"/>
          <p:cNvSpPr txBox="1"/>
          <p:nvPr>
            <p:ph idx="1" type="body"/>
          </p:nvPr>
        </p:nvSpPr>
        <p:spPr>
          <a:xfrm>
            <a:off x="2155325" y="2698083"/>
            <a:ext cx="48333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USTOM_32">
    <p:spTree>
      <p:nvGrpSpPr>
        <p:cNvPr id="5401" name="Shape 5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02" name="Google Shape;5402;p22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403" name="Google Shape;5403;p22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22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22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22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22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22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22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22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22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22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22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22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22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22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22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22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22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22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22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22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22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22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25" name="Google Shape;5425;p226"/>
          <p:cNvSpPr txBox="1"/>
          <p:nvPr>
            <p:ph type="title"/>
          </p:nvPr>
        </p:nvSpPr>
        <p:spPr>
          <a:xfrm>
            <a:off x="3800500" y="1351950"/>
            <a:ext cx="3933000" cy="158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426" name="Google Shape;5426;p226"/>
          <p:cNvSpPr txBox="1"/>
          <p:nvPr>
            <p:ph idx="1" type="body"/>
          </p:nvPr>
        </p:nvSpPr>
        <p:spPr>
          <a:xfrm>
            <a:off x="3800550" y="3111475"/>
            <a:ext cx="39330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5">
    <p:spTree>
      <p:nvGrpSpPr>
        <p:cNvPr id="5427" name="Shape 5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8" name="Google Shape;5428;p22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429" name="Google Shape;5429;p22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22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22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22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22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22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22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22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22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22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22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22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22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22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22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22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22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22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22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22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22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22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51" name="Google Shape;5451;p227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6">
    <p:spTree>
      <p:nvGrpSpPr>
        <p:cNvPr id="5452" name="Shape 5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53" name="Google Shape;5453;p228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5454" name="Google Shape;5454;p228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455" name="Google Shape;5455;p22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5456" name="Google Shape;5456;p228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5457" name="Google Shape;5457;p22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8" name="Google Shape;5458;p22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9" name="Google Shape;5459;p22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0" name="Google Shape;5460;p22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1" name="Google Shape;5461;p22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2" name="Google Shape;5462;p22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3" name="Google Shape;5463;p22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4" name="Google Shape;5464;p22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5" name="Google Shape;5465;p22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6" name="Google Shape;5466;p22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7" name="Google Shape;5467;p22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8" name="Google Shape;5468;p22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9" name="Google Shape;5469;p22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0" name="Google Shape;5470;p22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1" name="Google Shape;5471;p22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2" name="Google Shape;5472;p228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5473" name="Google Shape;5473;p22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4" name="Google Shape;5474;p22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5" name="Google Shape;5475;p22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6" name="Google Shape;5476;p22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7" name="Google Shape;5477;p22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8" name="Google Shape;5478;p22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9" name="Google Shape;5479;p22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0" name="Google Shape;5480;p22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1" name="Google Shape;5481;p22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2" name="Google Shape;5482;p22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3" name="Google Shape;5483;p22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4" name="Google Shape;5484;p22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5" name="Google Shape;5485;p22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6" name="Google Shape;5486;p22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7" name="Google Shape;5487;p22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5488" name="Google Shape;5488;p228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89" name="Google Shape;5489;p228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90" name="Google Shape;5490;p228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91" name="Google Shape;5491;p228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92" name="Google Shape;5492;p228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93" name="Google Shape;5493;p22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5494" name="Google Shape;5494;p228"/>
          <p:cNvSpPr txBox="1"/>
          <p:nvPr>
            <p:ph idx="1" type="subTitle"/>
          </p:nvPr>
        </p:nvSpPr>
        <p:spPr>
          <a:xfrm>
            <a:off x="906900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495" name="Google Shape;5495;p228"/>
          <p:cNvSpPr txBox="1"/>
          <p:nvPr>
            <p:ph idx="2" type="subTitle"/>
          </p:nvPr>
        </p:nvSpPr>
        <p:spPr>
          <a:xfrm>
            <a:off x="5565696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496" name="Google Shape;5496;p228"/>
          <p:cNvSpPr txBox="1"/>
          <p:nvPr>
            <p:ph idx="3" type="subTitle"/>
          </p:nvPr>
        </p:nvSpPr>
        <p:spPr>
          <a:xfrm>
            <a:off x="906900" y="208403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497" name="Google Shape;5497;p228"/>
          <p:cNvSpPr txBox="1"/>
          <p:nvPr>
            <p:ph idx="4" type="subTitle"/>
          </p:nvPr>
        </p:nvSpPr>
        <p:spPr>
          <a:xfrm>
            <a:off x="5565688" y="2094806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498" name="Google Shape;5498;p228"/>
          <p:cNvSpPr txBox="1"/>
          <p:nvPr>
            <p:ph idx="5" type="subTitle"/>
          </p:nvPr>
        </p:nvSpPr>
        <p:spPr>
          <a:xfrm>
            <a:off x="906900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499" name="Google Shape;5499;p228"/>
          <p:cNvSpPr txBox="1"/>
          <p:nvPr>
            <p:ph idx="6" type="subTitle"/>
          </p:nvPr>
        </p:nvSpPr>
        <p:spPr>
          <a:xfrm>
            <a:off x="5565688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500" name="Google Shape;5500;p228"/>
          <p:cNvSpPr txBox="1"/>
          <p:nvPr>
            <p:ph idx="7" type="subTitle"/>
          </p:nvPr>
        </p:nvSpPr>
        <p:spPr>
          <a:xfrm>
            <a:off x="906900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501" name="Google Shape;5501;p228"/>
          <p:cNvSpPr txBox="1"/>
          <p:nvPr>
            <p:ph idx="8" type="subTitle"/>
          </p:nvPr>
        </p:nvSpPr>
        <p:spPr>
          <a:xfrm>
            <a:off x="5565688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502" name="Google Shape;5502;p228"/>
          <p:cNvSpPr txBox="1"/>
          <p:nvPr>
            <p:ph type="title"/>
          </p:nvPr>
        </p:nvSpPr>
        <p:spPr>
          <a:xfrm>
            <a:off x="720000" y="540000"/>
            <a:ext cx="33300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7">
    <p:spTree>
      <p:nvGrpSpPr>
        <p:cNvPr id="5503" name="Shape 5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4" name="Google Shape;5504;p22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505" name="Google Shape;5505;p22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22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22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22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22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22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22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22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22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22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22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22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22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22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22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22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22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22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22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22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22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22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7" name="Google Shape;5527;p229"/>
          <p:cNvSpPr txBox="1"/>
          <p:nvPr>
            <p:ph type="ctrTitle"/>
          </p:nvPr>
        </p:nvSpPr>
        <p:spPr>
          <a:xfrm>
            <a:off x="5295149" y="1449725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528" name="Google Shape;5528;p229"/>
          <p:cNvSpPr txBox="1"/>
          <p:nvPr>
            <p:ph idx="1" type="subTitle"/>
          </p:nvPr>
        </p:nvSpPr>
        <p:spPr>
          <a:xfrm>
            <a:off x="5295149" y="1731948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529" name="Google Shape;5529;p229"/>
          <p:cNvSpPr txBox="1"/>
          <p:nvPr>
            <p:ph idx="2" type="subTitle"/>
          </p:nvPr>
        </p:nvSpPr>
        <p:spPr>
          <a:xfrm>
            <a:off x="5295149" y="3281876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530" name="Google Shape;5530;p229"/>
          <p:cNvSpPr txBox="1"/>
          <p:nvPr>
            <p:ph idx="3" type="ctrTitle"/>
          </p:nvPr>
        </p:nvSpPr>
        <p:spPr>
          <a:xfrm>
            <a:off x="5295153" y="2989856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531" name="Google Shape;5531;p229"/>
          <p:cNvSpPr txBox="1"/>
          <p:nvPr>
            <p:ph idx="4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8">
    <p:spTree>
      <p:nvGrpSpPr>
        <p:cNvPr id="5532" name="Shape 5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33" name="Google Shape;5533;p23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534" name="Google Shape;5534;p23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23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23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23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23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23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23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23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23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23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23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23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23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23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23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23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23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23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23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23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23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23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56" name="Google Shape;5556;p230"/>
          <p:cNvSpPr txBox="1"/>
          <p:nvPr>
            <p:ph type="title"/>
          </p:nvPr>
        </p:nvSpPr>
        <p:spPr>
          <a:xfrm>
            <a:off x="720000" y="540000"/>
            <a:ext cx="55107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4">
    <p:spTree>
      <p:nvGrpSpPr>
        <p:cNvPr id="5557" name="Shape 5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58" name="Google Shape;5558;p23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559" name="Google Shape;5559;p23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23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23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23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23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23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23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23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23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23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23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23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23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23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23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23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23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23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23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23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23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23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81" name="Google Shape;5581;p231"/>
          <p:cNvSpPr txBox="1"/>
          <p:nvPr>
            <p:ph type="title"/>
          </p:nvPr>
        </p:nvSpPr>
        <p:spPr>
          <a:xfrm>
            <a:off x="720000" y="540000"/>
            <a:ext cx="5399100" cy="8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9">
    <p:spTree>
      <p:nvGrpSpPr>
        <p:cNvPr id="5582" name="Shape 5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83" name="Google Shape;5583;p23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584" name="Google Shape;5584;p23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23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23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23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23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23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23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23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23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23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23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23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23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23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23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23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23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23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23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23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23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23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06" name="Google Shape;5606;p232"/>
          <p:cNvSpPr txBox="1"/>
          <p:nvPr>
            <p:ph idx="1" type="subTitle"/>
          </p:nvPr>
        </p:nvSpPr>
        <p:spPr>
          <a:xfrm>
            <a:off x="8041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07" name="Google Shape;5607;p232"/>
          <p:cNvSpPr txBox="1"/>
          <p:nvPr>
            <p:ph idx="2" type="subTitle"/>
          </p:nvPr>
        </p:nvSpPr>
        <p:spPr>
          <a:xfrm>
            <a:off x="58336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08" name="Google Shape;5608;p232"/>
          <p:cNvSpPr txBox="1"/>
          <p:nvPr>
            <p:ph idx="3" type="subTitle"/>
          </p:nvPr>
        </p:nvSpPr>
        <p:spPr>
          <a:xfrm>
            <a:off x="8041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09" name="Google Shape;5609;p232"/>
          <p:cNvSpPr txBox="1"/>
          <p:nvPr>
            <p:ph idx="4" type="subTitle"/>
          </p:nvPr>
        </p:nvSpPr>
        <p:spPr>
          <a:xfrm>
            <a:off x="58336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10" name="Google Shape;5610;p232"/>
          <p:cNvSpPr txBox="1"/>
          <p:nvPr>
            <p:ph idx="5" type="subTitle"/>
          </p:nvPr>
        </p:nvSpPr>
        <p:spPr>
          <a:xfrm>
            <a:off x="331890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11" name="Google Shape;5611;p232"/>
          <p:cNvSpPr txBox="1"/>
          <p:nvPr>
            <p:ph idx="6" type="subTitle"/>
          </p:nvPr>
        </p:nvSpPr>
        <p:spPr>
          <a:xfrm>
            <a:off x="331890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12" name="Google Shape;5612;p232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613" name="Google Shape;5613;p232"/>
          <p:cNvSpPr txBox="1"/>
          <p:nvPr>
            <p:ph idx="7" type="subTitle"/>
          </p:nvPr>
        </p:nvSpPr>
        <p:spPr>
          <a:xfrm>
            <a:off x="8041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14" name="Google Shape;5614;p232"/>
          <p:cNvSpPr txBox="1"/>
          <p:nvPr>
            <p:ph idx="8" type="subTitle"/>
          </p:nvPr>
        </p:nvSpPr>
        <p:spPr>
          <a:xfrm>
            <a:off x="58336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15" name="Google Shape;5615;p232"/>
          <p:cNvSpPr txBox="1"/>
          <p:nvPr>
            <p:ph idx="9" type="subTitle"/>
          </p:nvPr>
        </p:nvSpPr>
        <p:spPr>
          <a:xfrm>
            <a:off x="8041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16" name="Google Shape;5616;p232"/>
          <p:cNvSpPr txBox="1"/>
          <p:nvPr>
            <p:ph idx="13" type="subTitle"/>
          </p:nvPr>
        </p:nvSpPr>
        <p:spPr>
          <a:xfrm>
            <a:off x="58336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17" name="Google Shape;5617;p232"/>
          <p:cNvSpPr txBox="1"/>
          <p:nvPr>
            <p:ph idx="14" type="subTitle"/>
          </p:nvPr>
        </p:nvSpPr>
        <p:spPr>
          <a:xfrm>
            <a:off x="331890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18" name="Google Shape;5618;p232"/>
          <p:cNvSpPr txBox="1"/>
          <p:nvPr>
            <p:ph idx="15" type="subTitle"/>
          </p:nvPr>
        </p:nvSpPr>
        <p:spPr>
          <a:xfrm>
            <a:off x="331890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7">
    <p:spTree>
      <p:nvGrpSpPr>
        <p:cNvPr id="5619" name="Shape 5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20" name="Google Shape;5620;p23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621" name="Google Shape;5621;p23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23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23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23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23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23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23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23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23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23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23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23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23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23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23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23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23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23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23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23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23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23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43" name="Google Shape;5643;p233"/>
          <p:cNvSpPr txBox="1"/>
          <p:nvPr>
            <p:ph idx="1" type="subTitle"/>
          </p:nvPr>
        </p:nvSpPr>
        <p:spPr>
          <a:xfrm>
            <a:off x="8041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44" name="Google Shape;5644;p233"/>
          <p:cNvSpPr txBox="1"/>
          <p:nvPr>
            <p:ph idx="2" type="subTitle"/>
          </p:nvPr>
        </p:nvSpPr>
        <p:spPr>
          <a:xfrm>
            <a:off x="58336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45" name="Google Shape;5645;p233"/>
          <p:cNvSpPr txBox="1"/>
          <p:nvPr>
            <p:ph idx="3" type="subTitle"/>
          </p:nvPr>
        </p:nvSpPr>
        <p:spPr>
          <a:xfrm>
            <a:off x="3318900" y="20030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46" name="Google Shape;5646;p233"/>
          <p:cNvSpPr txBox="1"/>
          <p:nvPr>
            <p:ph type="title"/>
          </p:nvPr>
        </p:nvSpPr>
        <p:spPr>
          <a:xfrm>
            <a:off x="5917800" y="540000"/>
            <a:ext cx="25062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647" name="Google Shape;5647;p233"/>
          <p:cNvSpPr txBox="1"/>
          <p:nvPr>
            <p:ph idx="4" type="subTitle"/>
          </p:nvPr>
        </p:nvSpPr>
        <p:spPr>
          <a:xfrm>
            <a:off x="8041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48" name="Google Shape;5648;p233"/>
          <p:cNvSpPr txBox="1"/>
          <p:nvPr>
            <p:ph idx="5" type="subTitle"/>
          </p:nvPr>
        </p:nvSpPr>
        <p:spPr>
          <a:xfrm>
            <a:off x="58336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49" name="Google Shape;5649;p233"/>
          <p:cNvSpPr txBox="1"/>
          <p:nvPr>
            <p:ph idx="6" type="subTitle"/>
          </p:nvPr>
        </p:nvSpPr>
        <p:spPr>
          <a:xfrm>
            <a:off x="3318900" y="2389956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28">
    <p:spTree>
      <p:nvGrpSpPr>
        <p:cNvPr id="5650" name="Shape 5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51" name="Google Shape;5651;p23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652" name="Google Shape;5652;p23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23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23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23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23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23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23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23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23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23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23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23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23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23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23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23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23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23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23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23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23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23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74" name="Google Shape;5674;p234"/>
          <p:cNvSpPr txBox="1"/>
          <p:nvPr>
            <p:ph idx="1" type="subTitle"/>
          </p:nvPr>
        </p:nvSpPr>
        <p:spPr>
          <a:xfrm>
            <a:off x="1342450" y="3241403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75" name="Google Shape;5675;p234"/>
          <p:cNvSpPr txBox="1"/>
          <p:nvPr>
            <p:ph idx="2" type="subTitle"/>
          </p:nvPr>
        </p:nvSpPr>
        <p:spPr>
          <a:xfrm>
            <a:off x="5295350" y="3232090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5676" name="Google Shape;5676;p234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677" name="Google Shape;5677;p234"/>
          <p:cNvSpPr txBox="1"/>
          <p:nvPr>
            <p:ph idx="3" type="subTitle"/>
          </p:nvPr>
        </p:nvSpPr>
        <p:spPr>
          <a:xfrm>
            <a:off x="1342450" y="3615440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678" name="Google Shape;5678;p234"/>
          <p:cNvSpPr txBox="1"/>
          <p:nvPr>
            <p:ph idx="4" type="subTitle"/>
          </p:nvPr>
        </p:nvSpPr>
        <p:spPr>
          <a:xfrm>
            <a:off x="5295350" y="3606127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20">
    <p:spTree>
      <p:nvGrpSpPr>
        <p:cNvPr id="5679" name="Shape 5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0" name="Google Shape;5680;p23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681" name="Google Shape;5681;p23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23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23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23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23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23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23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23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23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23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23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23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23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23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23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23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23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23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23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23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23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23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03" name="Google Shape;5703;p235"/>
          <p:cNvSpPr txBox="1"/>
          <p:nvPr>
            <p:ph type="ctrTitle"/>
          </p:nvPr>
        </p:nvSpPr>
        <p:spPr>
          <a:xfrm>
            <a:off x="3443847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704" name="Google Shape;5704;p235"/>
          <p:cNvSpPr txBox="1"/>
          <p:nvPr>
            <p:ph idx="1" type="subTitle"/>
          </p:nvPr>
        </p:nvSpPr>
        <p:spPr>
          <a:xfrm>
            <a:off x="3443847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705" name="Google Shape;5705;p235"/>
          <p:cNvSpPr txBox="1"/>
          <p:nvPr>
            <p:ph idx="2" type="subTitle"/>
          </p:nvPr>
        </p:nvSpPr>
        <p:spPr>
          <a:xfrm>
            <a:off x="475992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706" name="Google Shape;5706;p235"/>
          <p:cNvSpPr txBox="1"/>
          <p:nvPr>
            <p:ph idx="3" type="ctrTitle"/>
          </p:nvPr>
        </p:nvSpPr>
        <p:spPr>
          <a:xfrm>
            <a:off x="475992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707" name="Google Shape;5707;p235"/>
          <p:cNvSpPr txBox="1"/>
          <p:nvPr>
            <p:ph idx="4" type="ctrTitle"/>
          </p:nvPr>
        </p:nvSpPr>
        <p:spPr>
          <a:xfrm>
            <a:off x="81170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708" name="Google Shape;5708;p235"/>
          <p:cNvSpPr txBox="1"/>
          <p:nvPr>
            <p:ph idx="5" type="subTitle"/>
          </p:nvPr>
        </p:nvSpPr>
        <p:spPr>
          <a:xfrm>
            <a:off x="81170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709" name="Google Shape;5709;p235"/>
          <p:cNvSpPr txBox="1"/>
          <p:nvPr>
            <p:ph idx="6" type="subTitle"/>
          </p:nvPr>
        </p:nvSpPr>
        <p:spPr>
          <a:xfrm>
            <a:off x="212778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710" name="Google Shape;5710;p235"/>
          <p:cNvSpPr txBox="1"/>
          <p:nvPr>
            <p:ph idx="7" type="ctrTitle"/>
          </p:nvPr>
        </p:nvSpPr>
        <p:spPr>
          <a:xfrm>
            <a:off x="212778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711" name="Google Shape;5711;p235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712" name="Google Shape;5712;p235"/>
          <p:cNvSpPr txBox="1"/>
          <p:nvPr>
            <p:ph idx="9" type="ctrTitle"/>
          </p:nvPr>
        </p:nvSpPr>
        <p:spPr>
          <a:xfrm>
            <a:off x="607599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5713" name="Google Shape;5713;p235"/>
          <p:cNvSpPr txBox="1"/>
          <p:nvPr>
            <p:ph idx="13" type="subTitle"/>
          </p:nvPr>
        </p:nvSpPr>
        <p:spPr>
          <a:xfrm>
            <a:off x="607599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21">
    <p:spTree>
      <p:nvGrpSpPr>
        <p:cNvPr id="5714" name="Shape 5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15" name="Google Shape;5715;p23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716" name="Google Shape;5716;p23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23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23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23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23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23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23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23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23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23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23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23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23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23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23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23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23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23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23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35" name="Google Shape;5735;p236"/>
          <p:cNvSpPr txBox="1"/>
          <p:nvPr>
            <p:ph type="title"/>
          </p:nvPr>
        </p:nvSpPr>
        <p:spPr>
          <a:xfrm>
            <a:off x="715349" y="1829975"/>
            <a:ext cx="52644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736" name="Google Shape;5736;p236"/>
          <p:cNvSpPr txBox="1"/>
          <p:nvPr>
            <p:ph idx="1" type="body"/>
          </p:nvPr>
        </p:nvSpPr>
        <p:spPr>
          <a:xfrm>
            <a:off x="715350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33">
    <p:spTree>
      <p:nvGrpSpPr>
        <p:cNvPr id="5737" name="Shape 5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38" name="Google Shape;5738;p23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739" name="Google Shape;5739;p23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23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23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23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23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23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23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23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23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23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23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23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23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23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23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23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23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23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23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58" name="Google Shape;5758;p237"/>
          <p:cNvSpPr txBox="1"/>
          <p:nvPr>
            <p:ph type="title"/>
          </p:nvPr>
        </p:nvSpPr>
        <p:spPr>
          <a:xfrm>
            <a:off x="3772625" y="1829975"/>
            <a:ext cx="45693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759" name="Google Shape;5759;p237"/>
          <p:cNvSpPr txBox="1"/>
          <p:nvPr>
            <p:ph idx="1" type="body"/>
          </p:nvPr>
        </p:nvSpPr>
        <p:spPr>
          <a:xfrm>
            <a:off x="3772649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2">
    <p:spTree>
      <p:nvGrpSpPr>
        <p:cNvPr id="5760" name="Shape 5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61" name="Google Shape;5761;p238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5762" name="Google Shape;5762;p238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763" name="Google Shape;5763;p23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5764" name="Google Shape;5764;p238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5765" name="Google Shape;5765;p23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6" name="Google Shape;5766;p23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7" name="Google Shape;5767;p23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8" name="Google Shape;5768;p23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9" name="Google Shape;5769;p23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0" name="Google Shape;5770;p23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1" name="Google Shape;5771;p23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2" name="Google Shape;5772;p23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3" name="Google Shape;5773;p23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4" name="Google Shape;5774;p23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5" name="Google Shape;5775;p23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6" name="Google Shape;5776;p23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7" name="Google Shape;5777;p23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8" name="Google Shape;5778;p23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9" name="Google Shape;5779;p23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780" name="Google Shape;5780;p238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5781" name="Google Shape;5781;p23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2" name="Google Shape;5782;p23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3" name="Google Shape;5783;p23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4" name="Google Shape;5784;p23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5" name="Google Shape;5785;p23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6" name="Google Shape;5786;p23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7" name="Google Shape;5787;p23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8" name="Google Shape;5788;p23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9" name="Google Shape;5789;p23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0" name="Google Shape;5790;p23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1" name="Google Shape;5791;p23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2" name="Google Shape;5792;p23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3" name="Google Shape;5793;p23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4" name="Google Shape;5794;p23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5" name="Google Shape;5795;p23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5796" name="Google Shape;5796;p238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797" name="Google Shape;5797;p238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798" name="Google Shape;5798;p238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799" name="Google Shape;5799;p238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800" name="Google Shape;5800;p238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801" name="Google Shape;5801;p23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5802" name="Google Shape;5802;p238"/>
          <p:cNvSpPr txBox="1"/>
          <p:nvPr>
            <p:ph type="title"/>
          </p:nvPr>
        </p:nvSpPr>
        <p:spPr>
          <a:xfrm>
            <a:off x="720000" y="1143700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803" name="Google Shape;5803;p238"/>
          <p:cNvSpPr txBox="1"/>
          <p:nvPr>
            <p:ph idx="2" type="title"/>
          </p:nvPr>
        </p:nvSpPr>
        <p:spPr>
          <a:xfrm>
            <a:off x="720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804" name="Google Shape;5804;p238"/>
          <p:cNvSpPr txBox="1"/>
          <p:nvPr>
            <p:ph idx="3" type="title"/>
          </p:nvPr>
        </p:nvSpPr>
        <p:spPr>
          <a:xfrm>
            <a:off x="5094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805" name="Google Shape;5805;p238"/>
          <p:cNvSpPr txBox="1"/>
          <p:nvPr>
            <p:ph idx="1" type="subTitle"/>
          </p:nvPr>
        </p:nvSpPr>
        <p:spPr>
          <a:xfrm>
            <a:off x="915300" y="1964863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806" name="Google Shape;5806;p238"/>
          <p:cNvSpPr txBox="1"/>
          <p:nvPr>
            <p:ph idx="4" type="subTitle"/>
          </p:nvPr>
        </p:nvSpPr>
        <p:spPr>
          <a:xfrm>
            <a:off x="915300" y="3754738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807" name="Google Shape;5807;p238"/>
          <p:cNvSpPr txBox="1"/>
          <p:nvPr>
            <p:ph idx="5" type="subTitle"/>
          </p:nvPr>
        </p:nvSpPr>
        <p:spPr>
          <a:xfrm>
            <a:off x="5192850" y="3754772"/>
            <a:ext cx="3132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3">
    <p:spTree>
      <p:nvGrpSpPr>
        <p:cNvPr id="5808" name="Shape 5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09" name="Google Shape;5809;p23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810" name="Google Shape;5810;p23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23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23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23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23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23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23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23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23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23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23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23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23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23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23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23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23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23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23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29" name="Google Shape;5829;p239"/>
          <p:cNvSpPr txBox="1"/>
          <p:nvPr>
            <p:ph type="title"/>
          </p:nvPr>
        </p:nvSpPr>
        <p:spPr>
          <a:xfrm>
            <a:off x="3285938" y="11437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830" name="Google Shape;5830;p239"/>
          <p:cNvSpPr txBox="1"/>
          <p:nvPr>
            <p:ph idx="1" type="subTitle"/>
          </p:nvPr>
        </p:nvSpPr>
        <p:spPr>
          <a:xfrm>
            <a:off x="3285938" y="1964876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831" name="Google Shape;5831;p239"/>
          <p:cNvSpPr txBox="1"/>
          <p:nvPr>
            <p:ph idx="2" type="title"/>
          </p:nvPr>
        </p:nvSpPr>
        <p:spPr>
          <a:xfrm>
            <a:off x="3285938" y="29701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832" name="Google Shape;5832;p239"/>
          <p:cNvSpPr txBox="1"/>
          <p:nvPr>
            <p:ph idx="3" type="subTitle"/>
          </p:nvPr>
        </p:nvSpPr>
        <p:spPr>
          <a:xfrm>
            <a:off x="3285938" y="3791277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833" name="Google Shape;5833;p239"/>
          <p:cNvSpPr txBox="1"/>
          <p:nvPr>
            <p:ph idx="4" type="title"/>
          </p:nvPr>
        </p:nvSpPr>
        <p:spPr>
          <a:xfrm>
            <a:off x="6030113" y="11563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834" name="Google Shape;5834;p239"/>
          <p:cNvSpPr txBox="1"/>
          <p:nvPr>
            <p:ph idx="5" type="subTitle"/>
          </p:nvPr>
        </p:nvSpPr>
        <p:spPr>
          <a:xfrm>
            <a:off x="6030113" y="19775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835" name="Google Shape;5835;p239"/>
          <p:cNvSpPr txBox="1"/>
          <p:nvPr>
            <p:ph idx="6" type="title"/>
          </p:nvPr>
        </p:nvSpPr>
        <p:spPr>
          <a:xfrm>
            <a:off x="6030113" y="29827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5836" name="Google Shape;5836;p239"/>
          <p:cNvSpPr txBox="1"/>
          <p:nvPr>
            <p:ph idx="7" type="subTitle"/>
          </p:nvPr>
        </p:nvSpPr>
        <p:spPr>
          <a:xfrm>
            <a:off x="6030113" y="38039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5">
    <p:spTree>
      <p:nvGrpSpPr>
        <p:cNvPr id="5837" name="Shape 5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8" name="Google Shape;5838;p240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5839" name="Google Shape;5839;p240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40" name="Google Shape;5840;p24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5841" name="Google Shape;5841;p240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5842" name="Google Shape;5842;p24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3" name="Google Shape;5843;p24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4" name="Google Shape;5844;p24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5" name="Google Shape;5845;p24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6" name="Google Shape;5846;p24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7" name="Google Shape;5847;p24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8" name="Google Shape;5848;p24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9" name="Google Shape;5849;p24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0" name="Google Shape;5850;p24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1" name="Google Shape;5851;p24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2" name="Google Shape;5852;p24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3" name="Google Shape;5853;p24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4" name="Google Shape;5854;p24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5" name="Google Shape;5855;p24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6" name="Google Shape;5856;p24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857" name="Google Shape;5857;p240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5858" name="Google Shape;5858;p24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9" name="Google Shape;5859;p24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0" name="Google Shape;5860;p24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1" name="Google Shape;5861;p24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2" name="Google Shape;5862;p24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3" name="Google Shape;5863;p24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4" name="Google Shape;5864;p24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5" name="Google Shape;5865;p24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6" name="Google Shape;5866;p24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7" name="Google Shape;5867;p24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8" name="Google Shape;5868;p24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9" name="Google Shape;5869;p24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0" name="Google Shape;5870;p24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1" name="Google Shape;5871;p24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2" name="Google Shape;5872;p24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5873" name="Google Shape;5873;p240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874" name="Google Shape;5874;p240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875" name="Google Shape;5875;p240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876" name="Google Shape;5876;p240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877" name="Google Shape;5877;p240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878" name="Google Shape;5878;p24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5879" name="Google Shape;5879;p240"/>
          <p:cNvSpPr txBox="1"/>
          <p:nvPr>
            <p:ph idx="1" type="subTitle"/>
          </p:nvPr>
        </p:nvSpPr>
        <p:spPr>
          <a:xfrm>
            <a:off x="720000" y="2532242"/>
            <a:ext cx="23004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880" name="Google Shape;5880;p240"/>
          <p:cNvSpPr txBox="1"/>
          <p:nvPr>
            <p:ph type="title"/>
          </p:nvPr>
        </p:nvSpPr>
        <p:spPr>
          <a:xfrm>
            <a:off x="720000" y="1452200"/>
            <a:ext cx="15549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6">
    <p:spTree>
      <p:nvGrpSpPr>
        <p:cNvPr id="5881" name="Shape 5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2" name="Google Shape;5882;p241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5883" name="Google Shape;5883;p241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84" name="Google Shape;5884;p241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5885" name="Google Shape;5885;p241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5886" name="Google Shape;5886;p241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7" name="Google Shape;5887;p241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8" name="Google Shape;5888;p241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9" name="Google Shape;5889;p241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0" name="Google Shape;5890;p241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1" name="Google Shape;5891;p241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2" name="Google Shape;5892;p241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3" name="Google Shape;5893;p241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4" name="Google Shape;5894;p241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5" name="Google Shape;5895;p241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6" name="Google Shape;5896;p241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7" name="Google Shape;5897;p241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8" name="Google Shape;5898;p241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9" name="Google Shape;5899;p241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0" name="Google Shape;5900;p241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901" name="Google Shape;5901;p241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5902" name="Google Shape;5902;p241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3" name="Google Shape;5903;p241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4" name="Google Shape;5904;p241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5" name="Google Shape;5905;p241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6" name="Google Shape;5906;p241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7" name="Google Shape;5907;p241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8" name="Google Shape;5908;p241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9" name="Google Shape;5909;p241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0" name="Google Shape;5910;p241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1" name="Google Shape;5911;p241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2" name="Google Shape;5912;p241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3" name="Google Shape;5913;p241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4" name="Google Shape;5914;p241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5" name="Google Shape;5915;p241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6" name="Google Shape;5916;p241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5917" name="Google Shape;5917;p241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18" name="Google Shape;5918;p241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19" name="Google Shape;5919;p241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20" name="Google Shape;5920;p241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21" name="Google Shape;5921;p241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22" name="Google Shape;5922;p241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5923" name="Google Shape;5923;p241"/>
          <p:cNvSpPr txBox="1"/>
          <p:nvPr>
            <p:ph idx="1" type="subTitle"/>
          </p:nvPr>
        </p:nvSpPr>
        <p:spPr>
          <a:xfrm>
            <a:off x="6302975" y="2571750"/>
            <a:ext cx="21213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5924" name="Google Shape;5924;p241"/>
          <p:cNvSpPr txBox="1"/>
          <p:nvPr>
            <p:ph type="title"/>
          </p:nvPr>
        </p:nvSpPr>
        <p:spPr>
          <a:xfrm>
            <a:off x="6682500" y="1452213"/>
            <a:ext cx="17415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30">
    <p:spTree>
      <p:nvGrpSpPr>
        <p:cNvPr id="5925" name="Shape 5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6" name="Google Shape;5926;p24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927" name="Google Shape;5927;p24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24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24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24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24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24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24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24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24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24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24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24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24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24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24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24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24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24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24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24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24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24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49" name="Google Shape;5949;p242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950" name="Google Shape;5950;p242"/>
          <p:cNvSpPr txBox="1"/>
          <p:nvPr>
            <p:ph idx="1" type="body"/>
          </p:nvPr>
        </p:nvSpPr>
        <p:spPr>
          <a:xfrm>
            <a:off x="720000" y="1246924"/>
            <a:ext cx="7704000" cy="3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29">
    <p:spTree>
      <p:nvGrpSpPr>
        <p:cNvPr id="5951" name="Shape 5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52" name="Google Shape;5952;p24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5953" name="Google Shape;5953;p24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24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24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24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24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24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24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24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24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24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24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24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24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24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24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24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24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24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24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5972" name="Google Shape;5972;p243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5973" name="Google Shape;5973;p243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4" name="Google Shape;5974;p243"/>
          <p:cNvSpPr txBox="1"/>
          <p:nvPr>
            <p:ph type="ctrTitle"/>
          </p:nvPr>
        </p:nvSpPr>
        <p:spPr>
          <a:xfrm>
            <a:off x="2351875" y="540000"/>
            <a:ext cx="44403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975" name="Google Shape;5975;p243"/>
          <p:cNvSpPr txBox="1"/>
          <p:nvPr/>
        </p:nvSpPr>
        <p:spPr>
          <a:xfrm>
            <a:off x="2422213" y="3592175"/>
            <a:ext cx="4299600" cy="6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CREDITS: This presentation template was created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, including icons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 and infographics &amp; images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0" i="0" sz="12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 b="0" i="0" sz="12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6" name="Google Shape;5976;p243"/>
          <p:cNvSpPr txBox="1"/>
          <p:nvPr>
            <p:ph idx="1" type="subTitle"/>
          </p:nvPr>
        </p:nvSpPr>
        <p:spPr>
          <a:xfrm>
            <a:off x="2955600" y="2255325"/>
            <a:ext cx="3232800" cy="13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5977" name="Google Shape;5977;p243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5978" name="Google Shape;5978;p243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243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243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243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243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243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243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243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243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243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243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35">
    <p:spTree>
      <p:nvGrpSpPr>
        <p:cNvPr id="5989" name="Shape 5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90" name="Google Shape;5990;p244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5991" name="Google Shape;5991;p244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992" name="Google Shape;5992;p24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5993" name="Google Shape;5993;p244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5994" name="Google Shape;5994;p24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5" name="Google Shape;5995;p24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6" name="Google Shape;5996;p24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7" name="Google Shape;5997;p24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8" name="Google Shape;5998;p24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9" name="Google Shape;5999;p24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0" name="Google Shape;6000;p24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1" name="Google Shape;6001;p24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2" name="Google Shape;6002;p24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3" name="Google Shape;6003;p24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4" name="Google Shape;6004;p24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5" name="Google Shape;6005;p24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6" name="Google Shape;6006;p24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7" name="Google Shape;6007;p24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8" name="Google Shape;6008;p24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09" name="Google Shape;6009;p244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6010" name="Google Shape;6010;p24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1" name="Google Shape;6011;p24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2" name="Google Shape;6012;p24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3" name="Google Shape;6013;p24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4" name="Google Shape;6014;p24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5" name="Google Shape;6015;p24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6" name="Google Shape;6016;p24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7" name="Google Shape;6017;p24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8" name="Google Shape;6018;p24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9" name="Google Shape;6019;p24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0" name="Google Shape;6020;p24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1" name="Google Shape;6021;p24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2" name="Google Shape;6022;p24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3" name="Google Shape;6023;p24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4" name="Google Shape;6024;p24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6025" name="Google Shape;6025;p244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026" name="Google Shape;6026;p244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027" name="Google Shape;6027;p244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028" name="Google Shape;6028;p244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029" name="Google Shape;6029;p244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030" name="Google Shape;6030;p24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36">
    <p:spTree>
      <p:nvGrpSpPr>
        <p:cNvPr id="6031" name="Shape 6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32" name="Google Shape;6032;p24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033" name="Google Shape;6033;p24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24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24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24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24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24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24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24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24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24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24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24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24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24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24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24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24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24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24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6052" name="Google Shape;6052;p245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6053" name="Google Shape;6053;p245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54" name="Google Shape;6054;p245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6055" name="Google Shape;6055;p245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245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245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245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245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245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245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245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245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245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245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37">
    <p:spTree>
      <p:nvGrpSpPr>
        <p:cNvPr id="6066" name="Shape 6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67" name="Google Shape;6067;p24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068" name="Google Shape;6068;p24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24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24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24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24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24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24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24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24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24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24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24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24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24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24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24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24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24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24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24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24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24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8">
    <p:spTree>
      <p:nvGrpSpPr>
        <p:cNvPr id="6090" name="Shape 6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91" name="Google Shape;6091;p24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092" name="Google Shape;6092;p24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24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24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24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24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24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24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24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24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24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24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24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24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24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24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24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24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24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24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24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24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24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14" name="Google Shape;6114;p247"/>
          <p:cNvGrpSpPr/>
          <p:nvPr/>
        </p:nvGrpSpPr>
        <p:grpSpPr>
          <a:xfrm>
            <a:off x="2995920" y="1056023"/>
            <a:ext cx="3152176" cy="3031462"/>
            <a:chOff x="1857000" y="3245400"/>
            <a:chExt cx="1233825" cy="1186575"/>
          </a:xfrm>
        </p:grpSpPr>
        <p:sp>
          <p:nvSpPr>
            <p:cNvPr id="6115" name="Google Shape;6115;p247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247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247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247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247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247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9">
    <p:spTree>
      <p:nvGrpSpPr>
        <p:cNvPr id="6121" name="Shape 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22" name="Google Shape;6122;p24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123" name="Google Shape;6123;p24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24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24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24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24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24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24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24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24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24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24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24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24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24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24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24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24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24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24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24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24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24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45" name="Google Shape;6145;p248"/>
          <p:cNvGrpSpPr/>
          <p:nvPr/>
        </p:nvGrpSpPr>
        <p:grpSpPr>
          <a:xfrm>
            <a:off x="262" y="2729663"/>
            <a:ext cx="2995174" cy="2414035"/>
            <a:chOff x="6562292" y="3785209"/>
            <a:chExt cx="1875030" cy="1511227"/>
          </a:xfrm>
        </p:grpSpPr>
        <p:grpSp>
          <p:nvGrpSpPr>
            <p:cNvPr id="6146" name="Google Shape;6146;p248"/>
            <p:cNvGrpSpPr/>
            <p:nvPr/>
          </p:nvGrpSpPr>
          <p:grpSpPr>
            <a:xfrm>
              <a:off x="7717466" y="3785209"/>
              <a:ext cx="719856" cy="680112"/>
              <a:chOff x="7717200" y="3905550"/>
              <a:chExt cx="592377" cy="559671"/>
            </a:xfrm>
          </p:grpSpPr>
          <p:sp>
            <p:nvSpPr>
              <p:cNvPr id="6147" name="Google Shape;6147;p248"/>
              <p:cNvSpPr/>
              <p:nvPr/>
            </p:nvSpPr>
            <p:spPr>
              <a:xfrm>
                <a:off x="7724869" y="3917054"/>
                <a:ext cx="581268" cy="532152"/>
              </a:xfrm>
              <a:custGeom>
                <a:rect b="b" l="l" r="r" t="t"/>
                <a:pathLst>
                  <a:path extrusionOk="0" h="9437" w="10308">
                    <a:moveTo>
                      <a:pt x="10129" y="1"/>
                    </a:moveTo>
                    <a:cubicBezTo>
                      <a:pt x="9518" y="1"/>
                      <a:pt x="4203" y="2425"/>
                      <a:pt x="3814" y="2672"/>
                    </a:cubicBezTo>
                    <a:cubicBezTo>
                      <a:pt x="3407" y="2932"/>
                      <a:pt x="0" y="4549"/>
                      <a:pt x="0" y="4684"/>
                    </a:cubicBezTo>
                    <a:cubicBezTo>
                      <a:pt x="0" y="4808"/>
                      <a:pt x="2382" y="5425"/>
                      <a:pt x="2382" y="5425"/>
                    </a:cubicBezTo>
                    <a:cubicBezTo>
                      <a:pt x="2382" y="5425"/>
                      <a:pt x="2456" y="6129"/>
                      <a:pt x="2580" y="6771"/>
                    </a:cubicBezTo>
                    <a:cubicBezTo>
                      <a:pt x="2703" y="7400"/>
                      <a:pt x="2963" y="8511"/>
                      <a:pt x="2963" y="8511"/>
                    </a:cubicBezTo>
                    <a:cubicBezTo>
                      <a:pt x="3308" y="8474"/>
                      <a:pt x="4901" y="7104"/>
                      <a:pt x="4901" y="7104"/>
                    </a:cubicBezTo>
                    <a:cubicBezTo>
                      <a:pt x="4901" y="7104"/>
                      <a:pt x="6308" y="9424"/>
                      <a:pt x="6542" y="9437"/>
                    </a:cubicBezTo>
                    <a:cubicBezTo>
                      <a:pt x="6543" y="9437"/>
                      <a:pt x="6543" y="9437"/>
                      <a:pt x="6543" y="9437"/>
                    </a:cubicBezTo>
                    <a:cubicBezTo>
                      <a:pt x="6786" y="9437"/>
                      <a:pt x="10307" y="265"/>
                      <a:pt x="10184" y="18"/>
                    </a:cubicBezTo>
                    <a:cubicBezTo>
                      <a:pt x="10177" y="6"/>
                      <a:pt x="10159" y="1"/>
                      <a:pt x="10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8" name="Google Shape;6148;p248"/>
              <p:cNvSpPr/>
              <p:nvPr/>
            </p:nvSpPr>
            <p:spPr>
              <a:xfrm>
                <a:off x="7717200" y="3905550"/>
                <a:ext cx="592377" cy="559671"/>
              </a:xfrm>
              <a:custGeom>
                <a:rect b="b" l="l" r="r" t="t"/>
                <a:pathLst>
                  <a:path extrusionOk="0" h="9925" w="10505">
                    <a:moveTo>
                      <a:pt x="9764" y="420"/>
                    </a:moveTo>
                    <a:cubicBezTo>
                      <a:pt x="9147" y="827"/>
                      <a:pt x="8518" y="1247"/>
                      <a:pt x="7913" y="1654"/>
                    </a:cubicBezTo>
                    <a:cubicBezTo>
                      <a:pt x="7715" y="1802"/>
                      <a:pt x="7505" y="1938"/>
                      <a:pt x="7283" y="2086"/>
                    </a:cubicBezTo>
                    <a:cubicBezTo>
                      <a:pt x="6111" y="2889"/>
                      <a:pt x="4728" y="3839"/>
                      <a:pt x="3382" y="4851"/>
                    </a:cubicBezTo>
                    <a:cubicBezTo>
                      <a:pt x="3148" y="5037"/>
                      <a:pt x="2926" y="5209"/>
                      <a:pt x="2728" y="5382"/>
                    </a:cubicBezTo>
                    <a:lnTo>
                      <a:pt x="2679" y="5419"/>
                    </a:lnTo>
                    <a:lnTo>
                      <a:pt x="2605" y="5493"/>
                    </a:lnTo>
                    <a:cubicBezTo>
                      <a:pt x="2506" y="5432"/>
                      <a:pt x="2407" y="5382"/>
                      <a:pt x="2296" y="5370"/>
                    </a:cubicBezTo>
                    <a:lnTo>
                      <a:pt x="2197" y="5345"/>
                    </a:lnTo>
                    <a:cubicBezTo>
                      <a:pt x="1963" y="5259"/>
                      <a:pt x="1728" y="5197"/>
                      <a:pt x="1482" y="5123"/>
                    </a:cubicBezTo>
                    <a:cubicBezTo>
                      <a:pt x="1087" y="5000"/>
                      <a:pt x="716" y="4913"/>
                      <a:pt x="358" y="4839"/>
                    </a:cubicBezTo>
                    <a:lnTo>
                      <a:pt x="371" y="4839"/>
                    </a:lnTo>
                    <a:lnTo>
                      <a:pt x="420" y="4802"/>
                    </a:lnTo>
                    <a:cubicBezTo>
                      <a:pt x="506" y="4740"/>
                      <a:pt x="605" y="4679"/>
                      <a:pt x="704" y="4629"/>
                    </a:cubicBezTo>
                    <a:cubicBezTo>
                      <a:pt x="815" y="4568"/>
                      <a:pt x="938" y="4518"/>
                      <a:pt x="1062" y="4456"/>
                    </a:cubicBezTo>
                    <a:lnTo>
                      <a:pt x="1210" y="4382"/>
                    </a:lnTo>
                    <a:cubicBezTo>
                      <a:pt x="1802" y="4098"/>
                      <a:pt x="2407" y="3790"/>
                      <a:pt x="3062" y="3457"/>
                    </a:cubicBezTo>
                    <a:cubicBezTo>
                      <a:pt x="3432" y="3259"/>
                      <a:pt x="3827" y="3062"/>
                      <a:pt x="4296" y="2827"/>
                    </a:cubicBezTo>
                    <a:cubicBezTo>
                      <a:pt x="5975" y="1988"/>
                      <a:pt x="7382" y="1309"/>
                      <a:pt x="8876" y="729"/>
                    </a:cubicBezTo>
                    <a:cubicBezTo>
                      <a:pt x="9159" y="605"/>
                      <a:pt x="9468" y="506"/>
                      <a:pt x="9764" y="420"/>
                    </a:cubicBezTo>
                    <a:close/>
                    <a:moveTo>
                      <a:pt x="9949" y="494"/>
                    </a:moveTo>
                    <a:lnTo>
                      <a:pt x="9949" y="494"/>
                    </a:lnTo>
                    <a:cubicBezTo>
                      <a:pt x="9814" y="630"/>
                      <a:pt x="9678" y="790"/>
                      <a:pt x="9542" y="938"/>
                    </a:cubicBezTo>
                    <a:cubicBezTo>
                      <a:pt x="9468" y="1037"/>
                      <a:pt x="9394" y="1124"/>
                      <a:pt x="9320" y="1198"/>
                    </a:cubicBezTo>
                    <a:cubicBezTo>
                      <a:pt x="8900" y="1654"/>
                      <a:pt x="8468" y="2111"/>
                      <a:pt x="8049" y="2568"/>
                    </a:cubicBezTo>
                    <a:cubicBezTo>
                      <a:pt x="7296" y="3358"/>
                      <a:pt x="6543" y="4148"/>
                      <a:pt x="5790" y="4938"/>
                    </a:cubicBezTo>
                    <a:lnTo>
                      <a:pt x="5283" y="5469"/>
                    </a:lnTo>
                    <a:lnTo>
                      <a:pt x="4913" y="5864"/>
                    </a:lnTo>
                    <a:cubicBezTo>
                      <a:pt x="4777" y="6012"/>
                      <a:pt x="4642" y="6160"/>
                      <a:pt x="4493" y="6308"/>
                    </a:cubicBezTo>
                    <a:lnTo>
                      <a:pt x="4469" y="6308"/>
                    </a:lnTo>
                    <a:cubicBezTo>
                      <a:pt x="4358" y="6370"/>
                      <a:pt x="4259" y="6456"/>
                      <a:pt x="4197" y="6567"/>
                    </a:cubicBezTo>
                    <a:cubicBezTo>
                      <a:pt x="4173" y="6580"/>
                      <a:pt x="4160" y="6604"/>
                      <a:pt x="4148" y="6617"/>
                    </a:cubicBezTo>
                    <a:cubicBezTo>
                      <a:pt x="4061" y="6740"/>
                      <a:pt x="3987" y="6863"/>
                      <a:pt x="3913" y="6987"/>
                    </a:cubicBezTo>
                    <a:lnTo>
                      <a:pt x="3864" y="7086"/>
                    </a:lnTo>
                    <a:cubicBezTo>
                      <a:pt x="3790" y="7209"/>
                      <a:pt x="3716" y="7320"/>
                      <a:pt x="3642" y="7431"/>
                    </a:cubicBezTo>
                    <a:cubicBezTo>
                      <a:pt x="3580" y="7555"/>
                      <a:pt x="3518" y="7641"/>
                      <a:pt x="3444" y="7752"/>
                    </a:cubicBezTo>
                    <a:lnTo>
                      <a:pt x="3173" y="8221"/>
                    </a:lnTo>
                    <a:lnTo>
                      <a:pt x="3123" y="8295"/>
                    </a:lnTo>
                    <a:cubicBezTo>
                      <a:pt x="3025" y="7876"/>
                      <a:pt x="2950" y="7444"/>
                      <a:pt x="2889" y="7024"/>
                    </a:cubicBezTo>
                    <a:cubicBezTo>
                      <a:pt x="2827" y="6592"/>
                      <a:pt x="2765" y="6148"/>
                      <a:pt x="2654" y="5728"/>
                    </a:cubicBezTo>
                    <a:cubicBezTo>
                      <a:pt x="2679" y="5678"/>
                      <a:pt x="2691" y="5629"/>
                      <a:pt x="2679" y="5580"/>
                    </a:cubicBezTo>
                    <a:cubicBezTo>
                      <a:pt x="2827" y="5456"/>
                      <a:pt x="2975" y="5333"/>
                      <a:pt x="3136" y="5222"/>
                    </a:cubicBezTo>
                    <a:cubicBezTo>
                      <a:pt x="3210" y="5172"/>
                      <a:pt x="3284" y="5123"/>
                      <a:pt x="3358" y="5074"/>
                    </a:cubicBezTo>
                    <a:cubicBezTo>
                      <a:pt x="3950" y="4629"/>
                      <a:pt x="4568" y="4197"/>
                      <a:pt x="5098" y="3815"/>
                    </a:cubicBezTo>
                    <a:cubicBezTo>
                      <a:pt x="6333" y="2950"/>
                      <a:pt x="7666" y="2025"/>
                      <a:pt x="9024" y="1111"/>
                    </a:cubicBezTo>
                    <a:lnTo>
                      <a:pt x="9196" y="988"/>
                    </a:lnTo>
                    <a:cubicBezTo>
                      <a:pt x="9443" y="827"/>
                      <a:pt x="9703" y="654"/>
                      <a:pt x="9949" y="494"/>
                    </a:cubicBezTo>
                    <a:close/>
                    <a:moveTo>
                      <a:pt x="4530" y="6530"/>
                    </a:moveTo>
                    <a:cubicBezTo>
                      <a:pt x="4555" y="6555"/>
                      <a:pt x="4580" y="6580"/>
                      <a:pt x="4592" y="6617"/>
                    </a:cubicBezTo>
                    <a:lnTo>
                      <a:pt x="4617" y="6641"/>
                    </a:lnTo>
                    <a:cubicBezTo>
                      <a:pt x="4679" y="6777"/>
                      <a:pt x="4753" y="6901"/>
                      <a:pt x="4802" y="7036"/>
                    </a:cubicBezTo>
                    <a:lnTo>
                      <a:pt x="4839" y="7110"/>
                    </a:lnTo>
                    <a:cubicBezTo>
                      <a:pt x="4864" y="7160"/>
                      <a:pt x="4888" y="7221"/>
                      <a:pt x="4925" y="7283"/>
                    </a:cubicBezTo>
                    <a:cubicBezTo>
                      <a:pt x="4802" y="7345"/>
                      <a:pt x="4691" y="7419"/>
                      <a:pt x="4580" y="7505"/>
                    </a:cubicBezTo>
                    <a:cubicBezTo>
                      <a:pt x="4555" y="7530"/>
                      <a:pt x="4530" y="7542"/>
                      <a:pt x="4493" y="7567"/>
                    </a:cubicBezTo>
                    <a:cubicBezTo>
                      <a:pt x="4333" y="7691"/>
                      <a:pt x="4160" y="7826"/>
                      <a:pt x="4000" y="7950"/>
                    </a:cubicBezTo>
                    <a:cubicBezTo>
                      <a:pt x="3901" y="8024"/>
                      <a:pt x="3815" y="8098"/>
                      <a:pt x="3728" y="8172"/>
                    </a:cubicBezTo>
                    <a:lnTo>
                      <a:pt x="3580" y="8308"/>
                    </a:lnTo>
                    <a:lnTo>
                      <a:pt x="3518" y="8357"/>
                    </a:lnTo>
                    <a:cubicBezTo>
                      <a:pt x="3457" y="8406"/>
                      <a:pt x="3395" y="8456"/>
                      <a:pt x="3321" y="8505"/>
                    </a:cubicBezTo>
                    <a:cubicBezTo>
                      <a:pt x="3407" y="8382"/>
                      <a:pt x="3481" y="8258"/>
                      <a:pt x="3555" y="8135"/>
                    </a:cubicBezTo>
                    <a:cubicBezTo>
                      <a:pt x="3703" y="7876"/>
                      <a:pt x="3864" y="7629"/>
                      <a:pt x="4000" y="7370"/>
                    </a:cubicBezTo>
                    <a:cubicBezTo>
                      <a:pt x="4049" y="7296"/>
                      <a:pt x="4086" y="7209"/>
                      <a:pt x="4135" y="7123"/>
                    </a:cubicBezTo>
                    <a:cubicBezTo>
                      <a:pt x="4222" y="6925"/>
                      <a:pt x="4333" y="6752"/>
                      <a:pt x="4469" y="6592"/>
                    </a:cubicBezTo>
                    <a:cubicBezTo>
                      <a:pt x="4493" y="6567"/>
                      <a:pt x="4506" y="6543"/>
                      <a:pt x="4530" y="6530"/>
                    </a:cubicBezTo>
                    <a:close/>
                    <a:moveTo>
                      <a:pt x="9912" y="877"/>
                    </a:moveTo>
                    <a:lnTo>
                      <a:pt x="9912" y="877"/>
                    </a:lnTo>
                    <a:cubicBezTo>
                      <a:pt x="9826" y="1087"/>
                      <a:pt x="9752" y="1296"/>
                      <a:pt x="9690" y="1469"/>
                    </a:cubicBezTo>
                    <a:cubicBezTo>
                      <a:pt x="9431" y="2222"/>
                      <a:pt x="9147" y="2963"/>
                      <a:pt x="8876" y="3654"/>
                    </a:cubicBezTo>
                    <a:cubicBezTo>
                      <a:pt x="8567" y="4444"/>
                      <a:pt x="8258" y="5246"/>
                      <a:pt x="7950" y="6049"/>
                    </a:cubicBezTo>
                    <a:cubicBezTo>
                      <a:pt x="7654" y="6802"/>
                      <a:pt x="7357" y="7567"/>
                      <a:pt x="7073" y="8320"/>
                    </a:cubicBezTo>
                    <a:cubicBezTo>
                      <a:pt x="7012" y="8456"/>
                      <a:pt x="6962" y="8604"/>
                      <a:pt x="6913" y="8740"/>
                    </a:cubicBezTo>
                    <a:cubicBezTo>
                      <a:pt x="6839" y="8962"/>
                      <a:pt x="6752" y="9196"/>
                      <a:pt x="6666" y="9406"/>
                    </a:cubicBezTo>
                    <a:cubicBezTo>
                      <a:pt x="6580" y="9258"/>
                      <a:pt x="6506" y="9110"/>
                      <a:pt x="6407" y="8974"/>
                    </a:cubicBezTo>
                    <a:lnTo>
                      <a:pt x="6333" y="8863"/>
                    </a:lnTo>
                    <a:lnTo>
                      <a:pt x="6197" y="8666"/>
                    </a:lnTo>
                    <a:cubicBezTo>
                      <a:pt x="6073" y="8468"/>
                      <a:pt x="5938" y="8258"/>
                      <a:pt x="5814" y="8061"/>
                    </a:cubicBezTo>
                    <a:cubicBezTo>
                      <a:pt x="5580" y="7715"/>
                      <a:pt x="5345" y="7345"/>
                      <a:pt x="5086" y="6851"/>
                    </a:cubicBezTo>
                    <a:lnTo>
                      <a:pt x="5061" y="6814"/>
                    </a:lnTo>
                    <a:cubicBezTo>
                      <a:pt x="4975" y="6666"/>
                      <a:pt x="4839" y="6407"/>
                      <a:pt x="4654" y="6333"/>
                    </a:cubicBezTo>
                    <a:cubicBezTo>
                      <a:pt x="5197" y="5839"/>
                      <a:pt x="5703" y="5308"/>
                      <a:pt x="6197" y="4790"/>
                    </a:cubicBezTo>
                    <a:cubicBezTo>
                      <a:pt x="6320" y="4654"/>
                      <a:pt x="6444" y="4530"/>
                      <a:pt x="6567" y="4395"/>
                    </a:cubicBezTo>
                    <a:cubicBezTo>
                      <a:pt x="7394" y="3531"/>
                      <a:pt x="8382" y="2494"/>
                      <a:pt x="9345" y="1469"/>
                    </a:cubicBezTo>
                    <a:cubicBezTo>
                      <a:pt x="9419" y="1383"/>
                      <a:pt x="9493" y="1309"/>
                      <a:pt x="9579" y="1222"/>
                    </a:cubicBezTo>
                    <a:cubicBezTo>
                      <a:pt x="9690" y="1111"/>
                      <a:pt x="9801" y="1000"/>
                      <a:pt x="9912" y="877"/>
                    </a:cubicBezTo>
                    <a:close/>
                    <a:moveTo>
                      <a:pt x="10172" y="0"/>
                    </a:moveTo>
                    <a:cubicBezTo>
                      <a:pt x="10085" y="0"/>
                      <a:pt x="10011" y="13"/>
                      <a:pt x="9937" y="25"/>
                    </a:cubicBezTo>
                    <a:cubicBezTo>
                      <a:pt x="9653" y="99"/>
                      <a:pt x="9369" y="185"/>
                      <a:pt x="9098" y="297"/>
                    </a:cubicBezTo>
                    <a:cubicBezTo>
                      <a:pt x="8258" y="605"/>
                      <a:pt x="7444" y="988"/>
                      <a:pt x="6691" y="1346"/>
                    </a:cubicBezTo>
                    <a:cubicBezTo>
                      <a:pt x="5506" y="1914"/>
                      <a:pt x="4271" y="2543"/>
                      <a:pt x="2913" y="3247"/>
                    </a:cubicBezTo>
                    <a:cubicBezTo>
                      <a:pt x="2407" y="3518"/>
                      <a:pt x="1889" y="3777"/>
                      <a:pt x="1370" y="4024"/>
                    </a:cubicBezTo>
                    <a:lnTo>
                      <a:pt x="667" y="4382"/>
                    </a:lnTo>
                    <a:cubicBezTo>
                      <a:pt x="482" y="4469"/>
                      <a:pt x="309" y="4568"/>
                      <a:pt x="161" y="4703"/>
                    </a:cubicBezTo>
                    <a:cubicBezTo>
                      <a:pt x="136" y="4728"/>
                      <a:pt x="111" y="4765"/>
                      <a:pt x="99" y="4802"/>
                    </a:cubicBezTo>
                    <a:cubicBezTo>
                      <a:pt x="50" y="4814"/>
                      <a:pt x="25" y="4851"/>
                      <a:pt x="13" y="4888"/>
                    </a:cubicBezTo>
                    <a:cubicBezTo>
                      <a:pt x="0" y="4938"/>
                      <a:pt x="25" y="4975"/>
                      <a:pt x="62" y="5000"/>
                    </a:cubicBezTo>
                    <a:cubicBezTo>
                      <a:pt x="482" y="5172"/>
                      <a:pt x="914" y="5333"/>
                      <a:pt x="1346" y="5456"/>
                    </a:cubicBezTo>
                    <a:cubicBezTo>
                      <a:pt x="1593" y="5530"/>
                      <a:pt x="1827" y="5617"/>
                      <a:pt x="2074" y="5691"/>
                    </a:cubicBezTo>
                    <a:cubicBezTo>
                      <a:pt x="2160" y="5715"/>
                      <a:pt x="2235" y="5740"/>
                      <a:pt x="2321" y="5765"/>
                    </a:cubicBezTo>
                    <a:lnTo>
                      <a:pt x="2395" y="5790"/>
                    </a:lnTo>
                    <a:lnTo>
                      <a:pt x="2407" y="5802"/>
                    </a:lnTo>
                    <a:cubicBezTo>
                      <a:pt x="2432" y="5814"/>
                      <a:pt x="2444" y="5827"/>
                      <a:pt x="2469" y="5827"/>
                    </a:cubicBezTo>
                    <a:cubicBezTo>
                      <a:pt x="2494" y="6061"/>
                      <a:pt x="2518" y="6283"/>
                      <a:pt x="2543" y="6518"/>
                    </a:cubicBezTo>
                    <a:cubicBezTo>
                      <a:pt x="2617" y="7246"/>
                      <a:pt x="2691" y="7999"/>
                      <a:pt x="2950" y="8690"/>
                    </a:cubicBezTo>
                    <a:lnTo>
                      <a:pt x="2950" y="8703"/>
                    </a:lnTo>
                    <a:cubicBezTo>
                      <a:pt x="2950" y="8740"/>
                      <a:pt x="2963" y="8764"/>
                      <a:pt x="2987" y="8789"/>
                    </a:cubicBezTo>
                    <a:cubicBezTo>
                      <a:pt x="3012" y="8838"/>
                      <a:pt x="3062" y="8876"/>
                      <a:pt x="3111" y="8876"/>
                    </a:cubicBezTo>
                    <a:lnTo>
                      <a:pt x="3148" y="8876"/>
                    </a:lnTo>
                    <a:cubicBezTo>
                      <a:pt x="3457" y="8764"/>
                      <a:pt x="3728" y="8604"/>
                      <a:pt x="3975" y="8382"/>
                    </a:cubicBezTo>
                    <a:cubicBezTo>
                      <a:pt x="4012" y="8345"/>
                      <a:pt x="4061" y="8308"/>
                      <a:pt x="4111" y="8271"/>
                    </a:cubicBezTo>
                    <a:cubicBezTo>
                      <a:pt x="4222" y="8184"/>
                      <a:pt x="4333" y="8098"/>
                      <a:pt x="4444" y="8024"/>
                    </a:cubicBezTo>
                    <a:lnTo>
                      <a:pt x="4617" y="7900"/>
                    </a:lnTo>
                    <a:lnTo>
                      <a:pt x="4765" y="7789"/>
                    </a:lnTo>
                    <a:cubicBezTo>
                      <a:pt x="4864" y="7728"/>
                      <a:pt x="4963" y="7653"/>
                      <a:pt x="5049" y="7579"/>
                    </a:cubicBezTo>
                    <a:cubicBezTo>
                      <a:pt x="5160" y="7777"/>
                      <a:pt x="5296" y="7999"/>
                      <a:pt x="5444" y="8258"/>
                    </a:cubicBezTo>
                    <a:cubicBezTo>
                      <a:pt x="5617" y="8530"/>
                      <a:pt x="5790" y="8814"/>
                      <a:pt x="5950" y="9061"/>
                    </a:cubicBezTo>
                    <a:cubicBezTo>
                      <a:pt x="6012" y="9147"/>
                      <a:pt x="6061" y="9246"/>
                      <a:pt x="6123" y="9345"/>
                    </a:cubicBezTo>
                    <a:cubicBezTo>
                      <a:pt x="6222" y="9530"/>
                      <a:pt x="6345" y="9703"/>
                      <a:pt x="6468" y="9875"/>
                    </a:cubicBezTo>
                    <a:cubicBezTo>
                      <a:pt x="6493" y="9900"/>
                      <a:pt x="6543" y="9925"/>
                      <a:pt x="6580" y="9925"/>
                    </a:cubicBezTo>
                    <a:cubicBezTo>
                      <a:pt x="6629" y="9925"/>
                      <a:pt x="6666" y="9900"/>
                      <a:pt x="6703" y="9875"/>
                    </a:cubicBezTo>
                    <a:cubicBezTo>
                      <a:pt x="6728" y="9838"/>
                      <a:pt x="6752" y="9789"/>
                      <a:pt x="6752" y="9740"/>
                    </a:cubicBezTo>
                    <a:cubicBezTo>
                      <a:pt x="6925" y="9431"/>
                      <a:pt x="7073" y="9110"/>
                      <a:pt x="7209" y="8801"/>
                    </a:cubicBezTo>
                    <a:lnTo>
                      <a:pt x="7258" y="8703"/>
                    </a:lnTo>
                    <a:cubicBezTo>
                      <a:pt x="7555" y="8024"/>
                      <a:pt x="7851" y="7333"/>
                      <a:pt x="8123" y="6666"/>
                    </a:cubicBezTo>
                    <a:lnTo>
                      <a:pt x="8147" y="6592"/>
                    </a:lnTo>
                    <a:cubicBezTo>
                      <a:pt x="8740" y="5185"/>
                      <a:pt x="9406" y="3518"/>
                      <a:pt x="10024" y="1827"/>
                    </a:cubicBezTo>
                    <a:cubicBezTo>
                      <a:pt x="10135" y="1519"/>
                      <a:pt x="10258" y="1210"/>
                      <a:pt x="10357" y="877"/>
                    </a:cubicBezTo>
                    <a:lnTo>
                      <a:pt x="10369" y="827"/>
                    </a:lnTo>
                    <a:cubicBezTo>
                      <a:pt x="10443" y="654"/>
                      <a:pt x="10480" y="469"/>
                      <a:pt x="10468" y="284"/>
                    </a:cubicBezTo>
                    <a:cubicBezTo>
                      <a:pt x="10505" y="222"/>
                      <a:pt x="10493" y="148"/>
                      <a:pt x="10443" y="111"/>
                    </a:cubicBezTo>
                    <a:cubicBezTo>
                      <a:pt x="10369" y="37"/>
                      <a:pt x="10270" y="0"/>
                      <a:pt x="101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149" name="Google Shape;6149;p248"/>
            <p:cNvSpPr/>
            <p:nvPr/>
          </p:nvSpPr>
          <p:spPr>
            <a:xfrm>
              <a:off x="6562292" y="4354432"/>
              <a:ext cx="1368335" cy="942004"/>
            </a:xfrm>
            <a:custGeom>
              <a:rect b="b" l="l" r="r" t="t"/>
              <a:pathLst>
                <a:path extrusionOk="0" h="11703" w="16999">
                  <a:moveTo>
                    <a:pt x="16961" y="211"/>
                  </a:moveTo>
                  <a:cubicBezTo>
                    <a:pt x="16998" y="87"/>
                    <a:pt x="16850" y="1"/>
                    <a:pt x="16764" y="100"/>
                  </a:cubicBezTo>
                  <a:cubicBezTo>
                    <a:pt x="16752" y="112"/>
                    <a:pt x="16752" y="124"/>
                    <a:pt x="16739" y="137"/>
                  </a:cubicBezTo>
                  <a:lnTo>
                    <a:pt x="16727" y="186"/>
                  </a:lnTo>
                  <a:lnTo>
                    <a:pt x="16715" y="235"/>
                  </a:lnTo>
                  <a:lnTo>
                    <a:pt x="16690" y="285"/>
                  </a:lnTo>
                  <a:lnTo>
                    <a:pt x="16665" y="346"/>
                  </a:lnTo>
                  <a:cubicBezTo>
                    <a:pt x="16616" y="495"/>
                    <a:pt x="16826" y="569"/>
                    <a:pt x="16887" y="433"/>
                  </a:cubicBezTo>
                  <a:lnTo>
                    <a:pt x="16912" y="359"/>
                  </a:lnTo>
                  <a:lnTo>
                    <a:pt x="16924" y="309"/>
                  </a:lnTo>
                  <a:lnTo>
                    <a:pt x="16949" y="260"/>
                  </a:lnTo>
                  <a:close/>
                  <a:moveTo>
                    <a:pt x="260" y="10197"/>
                  </a:moveTo>
                  <a:cubicBezTo>
                    <a:pt x="137" y="10110"/>
                    <a:pt x="1" y="10283"/>
                    <a:pt x="112" y="10382"/>
                  </a:cubicBezTo>
                  <a:lnTo>
                    <a:pt x="186" y="10444"/>
                  </a:lnTo>
                  <a:lnTo>
                    <a:pt x="248" y="10481"/>
                  </a:lnTo>
                  <a:lnTo>
                    <a:pt x="309" y="10530"/>
                  </a:lnTo>
                  <a:cubicBezTo>
                    <a:pt x="433" y="10617"/>
                    <a:pt x="569" y="10431"/>
                    <a:pt x="445" y="10345"/>
                  </a:cubicBezTo>
                  <a:lnTo>
                    <a:pt x="384" y="10296"/>
                  </a:lnTo>
                  <a:lnTo>
                    <a:pt x="334" y="10259"/>
                  </a:lnTo>
                  <a:close/>
                  <a:moveTo>
                    <a:pt x="1013" y="10728"/>
                  </a:moveTo>
                  <a:cubicBezTo>
                    <a:pt x="890" y="10617"/>
                    <a:pt x="741" y="10789"/>
                    <a:pt x="853" y="10900"/>
                  </a:cubicBezTo>
                  <a:cubicBezTo>
                    <a:pt x="865" y="10900"/>
                    <a:pt x="877" y="10913"/>
                    <a:pt x="890" y="10925"/>
                  </a:cubicBezTo>
                  <a:lnTo>
                    <a:pt x="951" y="10962"/>
                  </a:lnTo>
                  <a:lnTo>
                    <a:pt x="1013" y="10999"/>
                  </a:lnTo>
                  <a:lnTo>
                    <a:pt x="1087" y="11036"/>
                  </a:lnTo>
                  <a:cubicBezTo>
                    <a:pt x="1211" y="11135"/>
                    <a:pt x="1359" y="10962"/>
                    <a:pt x="1248" y="10863"/>
                  </a:cubicBezTo>
                  <a:cubicBezTo>
                    <a:pt x="1235" y="10851"/>
                    <a:pt x="1223" y="10839"/>
                    <a:pt x="1211" y="10839"/>
                  </a:cubicBezTo>
                  <a:lnTo>
                    <a:pt x="1136" y="10802"/>
                  </a:lnTo>
                  <a:lnTo>
                    <a:pt x="1075" y="10765"/>
                  </a:lnTo>
                  <a:close/>
                  <a:moveTo>
                    <a:pt x="1828" y="11123"/>
                  </a:moveTo>
                  <a:cubicBezTo>
                    <a:pt x="1680" y="11073"/>
                    <a:pt x="1593" y="11283"/>
                    <a:pt x="1741" y="11345"/>
                  </a:cubicBezTo>
                  <a:lnTo>
                    <a:pt x="1791" y="11370"/>
                  </a:lnTo>
                  <a:lnTo>
                    <a:pt x="1852" y="11382"/>
                  </a:lnTo>
                  <a:lnTo>
                    <a:pt x="1914" y="11407"/>
                  </a:lnTo>
                  <a:lnTo>
                    <a:pt x="1964" y="11431"/>
                  </a:lnTo>
                  <a:cubicBezTo>
                    <a:pt x="2001" y="11444"/>
                    <a:pt x="2050" y="11431"/>
                    <a:pt x="2075" y="11394"/>
                  </a:cubicBezTo>
                  <a:cubicBezTo>
                    <a:pt x="2136" y="11345"/>
                    <a:pt x="2124" y="11234"/>
                    <a:pt x="2038" y="11209"/>
                  </a:cubicBezTo>
                  <a:lnTo>
                    <a:pt x="1988" y="11184"/>
                  </a:lnTo>
                  <a:lnTo>
                    <a:pt x="1927" y="11172"/>
                  </a:lnTo>
                  <a:lnTo>
                    <a:pt x="1877" y="11147"/>
                  </a:lnTo>
                  <a:close/>
                  <a:moveTo>
                    <a:pt x="2692" y="11382"/>
                  </a:moveTo>
                  <a:cubicBezTo>
                    <a:pt x="2568" y="11370"/>
                    <a:pt x="2507" y="11518"/>
                    <a:pt x="2605" y="11592"/>
                  </a:cubicBezTo>
                  <a:cubicBezTo>
                    <a:pt x="2618" y="11604"/>
                    <a:pt x="2630" y="11616"/>
                    <a:pt x="2642" y="11616"/>
                  </a:cubicBezTo>
                  <a:lnTo>
                    <a:pt x="2717" y="11629"/>
                  </a:lnTo>
                  <a:lnTo>
                    <a:pt x="2778" y="11641"/>
                  </a:lnTo>
                  <a:lnTo>
                    <a:pt x="2840" y="11653"/>
                  </a:lnTo>
                  <a:lnTo>
                    <a:pt x="2877" y="11653"/>
                  </a:lnTo>
                  <a:cubicBezTo>
                    <a:pt x="3013" y="11666"/>
                    <a:pt x="3062" y="11481"/>
                    <a:pt x="2939" y="11431"/>
                  </a:cubicBezTo>
                  <a:lnTo>
                    <a:pt x="2914" y="11431"/>
                  </a:lnTo>
                  <a:lnTo>
                    <a:pt x="2865" y="11431"/>
                  </a:lnTo>
                  <a:lnTo>
                    <a:pt x="2815" y="11419"/>
                  </a:lnTo>
                  <a:lnTo>
                    <a:pt x="2766" y="11407"/>
                  </a:lnTo>
                  <a:lnTo>
                    <a:pt x="2692" y="11394"/>
                  </a:lnTo>
                  <a:close/>
                  <a:moveTo>
                    <a:pt x="3593" y="11468"/>
                  </a:moveTo>
                  <a:cubicBezTo>
                    <a:pt x="3457" y="11481"/>
                    <a:pt x="3432" y="11653"/>
                    <a:pt x="3556" y="11690"/>
                  </a:cubicBezTo>
                  <a:cubicBezTo>
                    <a:pt x="3568" y="11703"/>
                    <a:pt x="3581" y="11703"/>
                    <a:pt x="3593" y="11690"/>
                  </a:cubicBezTo>
                  <a:lnTo>
                    <a:pt x="3679" y="11690"/>
                  </a:lnTo>
                  <a:lnTo>
                    <a:pt x="3741" y="11690"/>
                  </a:lnTo>
                  <a:lnTo>
                    <a:pt x="3790" y="11690"/>
                  </a:lnTo>
                  <a:lnTo>
                    <a:pt x="3827" y="11690"/>
                  </a:lnTo>
                  <a:cubicBezTo>
                    <a:pt x="3963" y="11690"/>
                    <a:pt x="3988" y="11518"/>
                    <a:pt x="3865" y="11468"/>
                  </a:cubicBezTo>
                  <a:cubicBezTo>
                    <a:pt x="3852" y="11468"/>
                    <a:pt x="3840" y="11468"/>
                    <a:pt x="3815" y="11468"/>
                  </a:cubicBezTo>
                  <a:lnTo>
                    <a:pt x="3778" y="11468"/>
                  </a:lnTo>
                  <a:lnTo>
                    <a:pt x="3729" y="11468"/>
                  </a:lnTo>
                  <a:lnTo>
                    <a:pt x="3593" y="11468"/>
                  </a:lnTo>
                  <a:close/>
                  <a:moveTo>
                    <a:pt x="4482" y="11357"/>
                  </a:moveTo>
                  <a:cubicBezTo>
                    <a:pt x="4371" y="11394"/>
                    <a:pt x="4371" y="11567"/>
                    <a:pt x="4482" y="11592"/>
                  </a:cubicBezTo>
                  <a:cubicBezTo>
                    <a:pt x="4506" y="11592"/>
                    <a:pt x="4519" y="11592"/>
                    <a:pt x="4531" y="11592"/>
                  </a:cubicBezTo>
                  <a:lnTo>
                    <a:pt x="4593" y="11579"/>
                  </a:lnTo>
                  <a:lnTo>
                    <a:pt x="4642" y="11567"/>
                  </a:lnTo>
                  <a:lnTo>
                    <a:pt x="4704" y="11555"/>
                  </a:lnTo>
                  <a:lnTo>
                    <a:pt x="4766" y="11530"/>
                  </a:lnTo>
                  <a:cubicBezTo>
                    <a:pt x="4864" y="11505"/>
                    <a:pt x="4877" y="11370"/>
                    <a:pt x="4790" y="11320"/>
                  </a:cubicBezTo>
                  <a:cubicBezTo>
                    <a:pt x="4766" y="11308"/>
                    <a:pt x="4729" y="11295"/>
                    <a:pt x="4704" y="11308"/>
                  </a:cubicBezTo>
                  <a:lnTo>
                    <a:pt x="4642" y="11320"/>
                  </a:lnTo>
                  <a:lnTo>
                    <a:pt x="4593" y="11333"/>
                  </a:lnTo>
                  <a:lnTo>
                    <a:pt x="4543" y="11345"/>
                  </a:lnTo>
                  <a:lnTo>
                    <a:pt x="4482" y="11370"/>
                  </a:lnTo>
                  <a:close/>
                  <a:moveTo>
                    <a:pt x="5346" y="11073"/>
                  </a:moveTo>
                  <a:cubicBezTo>
                    <a:pt x="5222" y="11123"/>
                    <a:pt x="5272" y="11308"/>
                    <a:pt x="5395" y="11295"/>
                  </a:cubicBezTo>
                  <a:cubicBezTo>
                    <a:pt x="5408" y="11295"/>
                    <a:pt x="5432" y="11295"/>
                    <a:pt x="5445" y="11283"/>
                  </a:cubicBezTo>
                  <a:lnTo>
                    <a:pt x="5469" y="11271"/>
                  </a:lnTo>
                  <a:lnTo>
                    <a:pt x="5519" y="11258"/>
                  </a:lnTo>
                  <a:lnTo>
                    <a:pt x="5568" y="11234"/>
                  </a:lnTo>
                  <a:lnTo>
                    <a:pt x="5617" y="11209"/>
                  </a:lnTo>
                  <a:lnTo>
                    <a:pt x="5654" y="11184"/>
                  </a:lnTo>
                  <a:cubicBezTo>
                    <a:pt x="5741" y="11147"/>
                    <a:pt x="5741" y="11012"/>
                    <a:pt x="5642" y="10975"/>
                  </a:cubicBezTo>
                  <a:cubicBezTo>
                    <a:pt x="5617" y="10962"/>
                    <a:pt x="5580" y="10962"/>
                    <a:pt x="5556" y="10975"/>
                  </a:cubicBezTo>
                  <a:lnTo>
                    <a:pt x="5469" y="11012"/>
                  </a:lnTo>
                  <a:lnTo>
                    <a:pt x="5420" y="11036"/>
                  </a:lnTo>
                  <a:lnTo>
                    <a:pt x="5346" y="11073"/>
                  </a:lnTo>
                  <a:close/>
                  <a:moveTo>
                    <a:pt x="6136" y="10641"/>
                  </a:moveTo>
                  <a:cubicBezTo>
                    <a:pt x="6099" y="10666"/>
                    <a:pt x="6086" y="10703"/>
                    <a:pt x="6086" y="10752"/>
                  </a:cubicBezTo>
                  <a:cubicBezTo>
                    <a:pt x="6111" y="10839"/>
                    <a:pt x="6198" y="10876"/>
                    <a:pt x="6272" y="10839"/>
                  </a:cubicBezTo>
                  <a:lnTo>
                    <a:pt x="6333" y="10789"/>
                  </a:lnTo>
                  <a:lnTo>
                    <a:pt x="6370" y="10765"/>
                  </a:lnTo>
                  <a:lnTo>
                    <a:pt x="6420" y="10728"/>
                  </a:lnTo>
                  <a:lnTo>
                    <a:pt x="6469" y="10703"/>
                  </a:lnTo>
                  <a:cubicBezTo>
                    <a:pt x="6580" y="10617"/>
                    <a:pt x="6481" y="10444"/>
                    <a:pt x="6358" y="10493"/>
                  </a:cubicBezTo>
                  <a:lnTo>
                    <a:pt x="6333" y="10505"/>
                  </a:lnTo>
                  <a:lnTo>
                    <a:pt x="6247" y="10567"/>
                  </a:lnTo>
                  <a:cubicBezTo>
                    <a:pt x="6210" y="10592"/>
                    <a:pt x="6173" y="10617"/>
                    <a:pt x="6136" y="10641"/>
                  </a:cubicBezTo>
                  <a:close/>
                  <a:moveTo>
                    <a:pt x="6864" y="10086"/>
                  </a:moveTo>
                  <a:cubicBezTo>
                    <a:pt x="6753" y="10160"/>
                    <a:pt x="6864" y="10333"/>
                    <a:pt x="6988" y="10271"/>
                  </a:cubicBezTo>
                  <a:cubicBezTo>
                    <a:pt x="7000" y="10271"/>
                    <a:pt x="7000" y="10259"/>
                    <a:pt x="7012" y="10259"/>
                  </a:cubicBezTo>
                  <a:lnTo>
                    <a:pt x="7185" y="10098"/>
                  </a:lnTo>
                  <a:cubicBezTo>
                    <a:pt x="7222" y="10061"/>
                    <a:pt x="7234" y="10012"/>
                    <a:pt x="7210" y="9962"/>
                  </a:cubicBezTo>
                  <a:cubicBezTo>
                    <a:pt x="7173" y="9888"/>
                    <a:pt x="7086" y="9876"/>
                    <a:pt x="7025" y="9925"/>
                  </a:cubicBezTo>
                  <a:cubicBezTo>
                    <a:pt x="6975" y="9987"/>
                    <a:pt x="6913" y="10036"/>
                    <a:pt x="6864" y="10086"/>
                  </a:cubicBezTo>
                  <a:close/>
                  <a:moveTo>
                    <a:pt x="7494" y="9432"/>
                  </a:moveTo>
                  <a:cubicBezTo>
                    <a:pt x="7395" y="9543"/>
                    <a:pt x="7568" y="9703"/>
                    <a:pt x="7679" y="9580"/>
                  </a:cubicBezTo>
                  <a:lnTo>
                    <a:pt x="7827" y="9407"/>
                  </a:lnTo>
                  <a:cubicBezTo>
                    <a:pt x="7926" y="9296"/>
                    <a:pt x="7790" y="9148"/>
                    <a:pt x="7679" y="9222"/>
                  </a:cubicBezTo>
                  <a:cubicBezTo>
                    <a:pt x="7666" y="9234"/>
                    <a:pt x="7654" y="9246"/>
                    <a:pt x="7642" y="9259"/>
                  </a:cubicBezTo>
                  <a:cubicBezTo>
                    <a:pt x="7592" y="9320"/>
                    <a:pt x="7543" y="9370"/>
                    <a:pt x="7494" y="9432"/>
                  </a:cubicBezTo>
                  <a:close/>
                  <a:moveTo>
                    <a:pt x="8049" y="8703"/>
                  </a:moveTo>
                  <a:cubicBezTo>
                    <a:pt x="7963" y="8827"/>
                    <a:pt x="8160" y="8975"/>
                    <a:pt x="8247" y="8827"/>
                  </a:cubicBezTo>
                  <a:cubicBezTo>
                    <a:pt x="8296" y="8765"/>
                    <a:pt x="8333" y="8703"/>
                    <a:pt x="8382" y="8629"/>
                  </a:cubicBezTo>
                  <a:cubicBezTo>
                    <a:pt x="8456" y="8518"/>
                    <a:pt x="8308" y="8382"/>
                    <a:pt x="8210" y="8481"/>
                  </a:cubicBezTo>
                  <a:cubicBezTo>
                    <a:pt x="8197" y="8493"/>
                    <a:pt x="8185" y="8493"/>
                    <a:pt x="8185" y="8506"/>
                  </a:cubicBezTo>
                  <a:cubicBezTo>
                    <a:pt x="8136" y="8567"/>
                    <a:pt x="8098" y="8642"/>
                    <a:pt x="8061" y="8703"/>
                  </a:cubicBezTo>
                  <a:close/>
                  <a:moveTo>
                    <a:pt x="8518" y="7913"/>
                  </a:moveTo>
                  <a:cubicBezTo>
                    <a:pt x="8493" y="7963"/>
                    <a:pt x="8506" y="8024"/>
                    <a:pt x="8543" y="8061"/>
                  </a:cubicBezTo>
                  <a:cubicBezTo>
                    <a:pt x="8605" y="8111"/>
                    <a:pt x="8691" y="8086"/>
                    <a:pt x="8728" y="8024"/>
                  </a:cubicBezTo>
                  <a:cubicBezTo>
                    <a:pt x="8765" y="7950"/>
                    <a:pt x="8802" y="7889"/>
                    <a:pt x="8827" y="7814"/>
                  </a:cubicBezTo>
                  <a:cubicBezTo>
                    <a:pt x="8888" y="7703"/>
                    <a:pt x="8740" y="7592"/>
                    <a:pt x="8654" y="7679"/>
                  </a:cubicBezTo>
                  <a:cubicBezTo>
                    <a:pt x="8642" y="7691"/>
                    <a:pt x="8629" y="7703"/>
                    <a:pt x="8629" y="7716"/>
                  </a:cubicBezTo>
                  <a:cubicBezTo>
                    <a:pt x="8592" y="7777"/>
                    <a:pt x="8555" y="7852"/>
                    <a:pt x="8518" y="7913"/>
                  </a:cubicBezTo>
                  <a:close/>
                  <a:moveTo>
                    <a:pt x="8901" y="7086"/>
                  </a:moveTo>
                  <a:cubicBezTo>
                    <a:pt x="8851" y="7197"/>
                    <a:pt x="9000" y="7296"/>
                    <a:pt x="9098" y="7210"/>
                  </a:cubicBezTo>
                  <a:cubicBezTo>
                    <a:pt x="9111" y="7197"/>
                    <a:pt x="9111" y="7185"/>
                    <a:pt x="9123" y="7173"/>
                  </a:cubicBezTo>
                  <a:cubicBezTo>
                    <a:pt x="9148" y="7099"/>
                    <a:pt x="9172" y="7024"/>
                    <a:pt x="9197" y="6950"/>
                  </a:cubicBezTo>
                  <a:cubicBezTo>
                    <a:pt x="9246" y="6827"/>
                    <a:pt x="9086" y="6728"/>
                    <a:pt x="9012" y="6839"/>
                  </a:cubicBezTo>
                  <a:cubicBezTo>
                    <a:pt x="9000" y="6839"/>
                    <a:pt x="8987" y="6852"/>
                    <a:pt x="8987" y="6876"/>
                  </a:cubicBezTo>
                  <a:cubicBezTo>
                    <a:pt x="8963" y="6938"/>
                    <a:pt x="8926" y="7012"/>
                    <a:pt x="8901" y="7086"/>
                  </a:cubicBezTo>
                  <a:close/>
                  <a:moveTo>
                    <a:pt x="9197" y="6222"/>
                  </a:moveTo>
                  <a:cubicBezTo>
                    <a:pt x="9160" y="6370"/>
                    <a:pt x="9382" y="6432"/>
                    <a:pt x="9419" y="6284"/>
                  </a:cubicBezTo>
                  <a:cubicBezTo>
                    <a:pt x="9444" y="6197"/>
                    <a:pt x="9456" y="6123"/>
                    <a:pt x="9481" y="6049"/>
                  </a:cubicBezTo>
                  <a:cubicBezTo>
                    <a:pt x="9506" y="5951"/>
                    <a:pt x="9395" y="5864"/>
                    <a:pt x="9308" y="5926"/>
                  </a:cubicBezTo>
                  <a:cubicBezTo>
                    <a:pt x="9284" y="5938"/>
                    <a:pt x="9259" y="5963"/>
                    <a:pt x="9246" y="6000"/>
                  </a:cubicBezTo>
                  <a:cubicBezTo>
                    <a:pt x="9234" y="6074"/>
                    <a:pt x="9209" y="6148"/>
                    <a:pt x="9197" y="6222"/>
                  </a:cubicBezTo>
                  <a:close/>
                  <a:moveTo>
                    <a:pt x="9382" y="5321"/>
                  </a:moveTo>
                  <a:cubicBezTo>
                    <a:pt x="9358" y="5444"/>
                    <a:pt x="9530" y="5506"/>
                    <a:pt x="9592" y="5407"/>
                  </a:cubicBezTo>
                  <a:cubicBezTo>
                    <a:pt x="9604" y="5395"/>
                    <a:pt x="9617" y="5370"/>
                    <a:pt x="9617" y="5358"/>
                  </a:cubicBezTo>
                  <a:cubicBezTo>
                    <a:pt x="9629" y="5284"/>
                    <a:pt x="9629" y="5198"/>
                    <a:pt x="9641" y="5124"/>
                  </a:cubicBezTo>
                  <a:cubicBezTo>
                    <a:pt x="9641" y="5099"/>
                    <a:pt x="9641" y="5087"/>
                    <a:pt x="9641" y="5062"/>
                  </a:cubicBezTo>
                  <a:cubicBezTo>
                    <a:pt x="9666" y="5000"/>
                    <a:pt x="9629" y="4938"/>
                    <a:pt x="9567" y="4926"/>
                  </a:cubicBezTo>
                  <a:cubicBezTo>
                    <a:pt x="9555" y="4914"/>
                    <a:pt x="9543" y="4914"/>
                    <a:pt x="9530" y="4926"/>
                  </a:cubicBezTo>
                  <a:cubicBezTo>
                    <a:pt x="9456" y="4926"/>
                    <a:pt x="9370" y="4926"/>
                    <a:pt x="9296" y="4926"/>
                  </a:cubicBezTo>
                  <a:cubicBezTo>
                    <a:pt x="9172" y="4926"/>
                    <a:pt x="9135" y="5111"/>
                    <a:pt x="9259" y="5148"/>
                  </a:cubicBezTo>
                  <a:cubicBezTo>
                    <a:pt x="9271" y="5161"/>
                    <a:pt x="9284" y="5161"/>
                    <a:pt x="9308" y="5161"/>
                  </a:cubicBezTo>
                  <a:lnTo>
                    <a:pt x="9419" y="5161"/>
                  </a:lnTo>
                  <a:cubicBezTo>
                    <a:pt x="9419" y="5222"/>
                    <a:pt x="9395" y="5272"/>
                    <a:pt x="9395" y="5333"/>
                  </a:cubicBezTo>
                  <a:close/>
                  <a:moveTo>
                    <a:pt x="9456" y="4420"/>
                  </a:moveTo>
                  <a:cubicBezTo>
                    <a:pt x="9469" y="4556"/>
                    <a:pt x="9666" y="4556"/>
                    <a:pt x="9679" y="4420"/>
                  </a:cubicBezTo>
                  <a:lnTo>
                    <a:pt x="9679" y="4358"/>
                  </a:lnTo>
                  <a:lnTo>
                    <a:pt x="9679" y="4173"/>
                  </a:lnTo>
                  <a:cubicBezTo>
                    <a:pt x="9679" y="4050"/>
                    <a:pt x="9506" y="4025"/>
                    <a:pt x="9456" y="4136"/>
                  </a:cubicBezTo>
                  <a:cubicBezTo>
                    <a:pt x="9456" y="4161"/>
                    <a:pt x="9456" y="4173"/>
                    <a:pt x="9456" y="4185"/>
                  </a:cubicBezTo>
                  <a:lnTo>
                    <a:pt x="9456" y="4420"/>
                  </a:lnTo>
                  <a:close/>
                  <a:moveTo>
                    <a:pt x="9395" y="3506"/>
                  </a:moveTo>
                  <a:cubicBezTo>
                    <a:pt x="9407" y="3642"/>
                    <a:pt x="9604" y="3642"/>
                    <a:pt x="9617" y="3506"/>
                  </a:cubicBezTo>
                  <a:lnTo>
                    <a:pt x="9617" y="3482"/>
                  </a:lnTo>
                  <a:cubicBezTo>
                    <a:pt x="9604" y="3395"/>
                    <a:pt x="9592" y="3321"/>
                    <a:pt x="9580" y="3235"/>
                  </a:cubicBezTo>
                  <a:cubicBezTo>
                    <a:pt x="9555" y="3111"/>
                    <a:pt x="9370" y="3111"/>
                    <a:pt x="9358" y="3235"/>
                  </a:cubicBezTo>
                  <a:cubicBezTo>
                    <a:pt x="9345" y="3260"/>
                    <a:pt x="9345" y="3272"/>
                    <a:pt x="9358" y="3284"/>
                  </a:cubicBezTo>
                  <a:cubicBezTo>
                    <a:pt x="9370" y="3358"/>
                    <a:pt x="9382" y="3432"/>
                    <a:pt x="9395" y="3506"/>
                  </a:cubicBezTo>
                  <a:close/>
                  <a:moveTo>
                    <a:pt x="9111" y="2692"/>
                  </a:moveTo>
                  <a:cubicBezTo>
                    <a:pt x="9197" y="2791"/>
                    <a:pt x="9358" y="2716"/>
                    <a:pt x="9321" y="2593"/>
                  </a:cubicBezTo>
                  <a:cubicBezTo>
                    <a:pt x="9308" y="2568"/>
                    <a:pt x="9308" y="2556"/>
                    <a:pt x="9296" y="2544"/>
                  </a:cubicBezTo>
                  <a:cubicBezTo>
                    <a:pt x="9234" y="2482"/>
                    <a:pt x="9172" y="2420"/>
                    <a:pt x="9098" y="2371"/>
                  </a:cubicBezTo>
                  <a:cubicBezTo>
                    <a:pt x="8987" y="2297"/>
                    <a:pt x="8851" y="2433"/>
                    <a:pt x="8938" y="2544"/>
                  </a:cubicBezTo>
                  <a:cubicBezTo>
                    <a:pt x="8950" y="2544"/>
                    <a:pt x="8963" y="2556"/>
                    <a:pt x="8975" y="2568"/>
                  </a:cubicBezTo>
                  <a:cubicBezTo>
                    <a:pt x="9024" y="2593"/>
                    <a:pt x="9074" y="2642"/>
                    <a:pt x="9111" y="2692"/>
                  </a:cubicBezTo>
                  <a:close/>
                  <a:moveTo>
                    <a:pt x="8395" y="2544"/>
                  </a:moveTo>
                  <a:cubicBezTo>
                    <a:pt x="8531" y="2507"/>
                    <a:pt x="8493" y="2309"/>
                    <a:pt x="8358" y="2321"/>
                  </a:cubicBezTo>
                  <a:cubicBezTo>
                    <a:pt x="8345" y="2321"/>
                    <a:pt x="8333" y="2321"/>
                    <a:pt x="8321" y="2321"/>
                  </a:cubicBezTo>
                  <a:cubicBezTo>
                    <a:pt x="8247" y="2346"/>
                    <a:pt x="8173" y="2383"/>
                    <a:pt x="8098" y="2420"/>
                  </a:cubicBezTo>
                  <a:cubicBezTo>
                    <a:pt x="8074" y="2433"/>
                    <a:pt x="8049" y="2445"/>
                    <a:pt x="8037" y="2470"/>
                  </a:cubicBezTo>
                  <a:cubicBezTo>
                    <a:pt x="8000" y="2568"/>
                    <a:pt x="8098" y="2679"/>
                    <a:pt x="8197" y="2630"/>
                  </a:cubicBezTo>
                  <a:cubicBezTo>
                    <a:pt x="8259" y="2593"/>
                    <a:pt x="8333" y="2568"/>
                    <a:pt x="8395" y="2544"/>
                  </a:cubicBezTo>
                  <a:close/>
                  <a:moveTo>
                    <a:pt x="7642" y="3000"/>
                  </a:moveTo>
                  <a:cubicBezTo>
                    <a:pt x="7666" y="2976"/>
                    <a:pt x="7679" y="2951"/>
                    <a:pt x="7679" y="2926"/>
                  </a:cubicBezTo>
                  <a:cubicBezTo>
                    <a:pt x="7691" y="2815"/>
                    <a:pt x="7568" y="2754"/>
                    <a:pt x="7494" y="2815"/>
                  </a:cubicBezTo>
                  <a:cubicBezTo>
                    <a:pt x="7420" y="2877"/>
                    <a:pt x="7370" y="2926"/>
                    <a:pt x="7308" y="3000"/>
                  </a:cubicBezTo>
                  <a:cubicBezTo>
                    <a:pt x="7284" y="3037"/>
                    <a:pt x="7271" y="3087"/>
                    <a:pt x="7296" y="3136"/>
                  </a:cubicBezTo>
                  <a:cubicBezTo>
                    <a:pt x="7346" y="3198"/>
                    <a:pt x="7432" y="3210"/>
                    <a:pt x="7481" y="3149"/>
                  </a:cubicBezTo>
                  <a:cubicBezTo>
                    <a:pt x="7531" y="3087"/>
                    <a:pt x="7580" y="3037"/>
                    <a:pt x="7642" y="2988"/>
                  </a:cubicBezTo>
                  <a:close/>
                  <a:moveTo>
                    <a:pt x="7259" y="3692"/>
                  </a:moveTo>
                  <a:cubicBezTo>
                    <a:pt x="7259" y="3655"/>
                    <a:pt x="7234" y="3605"/>
                    <a:pt x="7185" y="3593"/>
                  </a:cubicBezTo>
                  <a:cubicBezTo>
                    <a:pt x="7111" y="3568"/>
                    <a:pt x="7025" y="3630"/>
                    <a:pt x="7037" y="3704"/>
                  </a:cubicBezTo>
                  <a:cubicBezTo>
                    <a:pt x="7037" y="3790"/>
                    <a:pt x="7049" y="3877"/>
                    <a:pt x="7086" y="3963"/>
                  </a:cubicBezTo>
                  <a:cubicBezTo>
                    <a:pt x="7123" y="4099"/>
                    <a:pt x="7321" y="4050"/>
                    <a:pt x="7308" y="3914"/>
                  </a:cubicBezTo>
                  <a:cubicBezTo>
                    <a:pt x="7308" y="3914"/>
                    <a:pt x="7308" y="3901"/>
                    <a:pt x="7308" y="3889"/>
                  </a:cubicBezTo>
                  <a:cubicBezTo>
                    <a:pt x="7284" y="3827"/>
                    <a:pt x="7271" y="3766"/>
                    <a:pt x="7271" y="3692"/>
                  </a:cubicBezTo>
                  <a:close/>
                  <a:moveTo>
                    <a:pt x="7666" y="4408"/>
                  </a:moveTo>
                  <a:cubicBezTo>
                    <a:pt x="7568" y="4321"/>
                    <a:pt x="7420" y="4432"/>
                    <a:pt x="7481" y="4556"/>
                  </a:cubicBezTo>
                  <a:cubicBezTo>
                    <a:pt x="7481" y="4556"/>
                    <a:pt x="7494" y="4568"/>
                    <a:pt x="7506" y="4580"/>
                  </a:cubicBezTo>
                  <a:cubicBezTo>
                    <a:pt x="7555" y="4642"/>
                    <a:pt x="7617" y="4691"/>
                    <a:pt x="7679" y="4741"/>
                  </a:cubicBezTo>
                  <a:cubicBezTo>
                    <a:pt x="7802" y="4840"/>
                    <a:pt x="7950" y="4667"/>
                    <a:pt x="7839" y="4568"/>
                  </a:cubicBezTo>
                  <a:cubicBezTo>
                    <a:pt x="7778" y="4519"/>
                    <a:pt x="7728" y="4469"/>
                    <a:pt x="7666" y="4408"/>
                  </a:cubicBezTo>
                  <a:close/>
                  <a:moveTo>
                    <a:pt x="8395" y="4852"/>
                  </a:moveTo>
                  <a:cubicBezTo>
                    <a:pt x="8271" y="4815"/>
                    <a:pt x="8197" y="4988"/>
                    <a:pt x="8308" y="5062"/>
                  </a:cubicBezTo>
                  <a:cubicBezTo>
                    <a:pt x="8321" y="5062"/>
                    <a:pt x="8333" y="5074"/>
                    <a:pt x="8345" y="5074"/>
                  </a:cubicBezTo>
                  <a:cubicBezTo>
                    <a:pt x="8419" y="5099"/>
                    <a:pt x="8493" y="5111"/>
                    <a:pt x="8580" y="5124"/>
                  </a:cubicBezTo>
                  <a:cubicBezTo>
                    <a:pt x="8703" y="5136"/>
                    <a:pt x="8765" y="4963"/>
                    <a:pt x="8654" y="4901"/>
                  </a:cubicBezTo>
                  <a:cubicBezTo>
                    <a:pt x="8642" y="4901"/>
                    <a:pt x="8629" y="4889"/>
                    <a:pt x="8617" y="4889"/>
                  </a:cubicBezTo>
                  <a:cubicBezTo>
                    <a:pt x="8543" y="4877"/>
                    <a:pt x="8469" y="4864"/>
                    <a:pt x="8395" y="4852"/>
                  </a:cubicBezTo>
                  <a:close/>
                  <a:moveTo>
                    <a:pt x="10197" y="4852"/>
                  </a:moveTo>
                  <a:cubicBezTo>
                    <a:pt x="10074" y="4864"/>
                    <a:pt x="10074" y="5049"/>
                    <a:pt x="10197" y="5074"/>
                  </a:cubicBezTo>
                  <a:cubicBezTo>
                    <a:pt x="10209" y="5074"/>
                    <a:pt x="10222" y="5074"/>
                    <a:pt x="10234" y="5074"/>
                  </a:cubicBezTo>
                  <a:lnTo>
                    <a:pt x="10469" y="5037"/>
                  </a:lnTo>
                  <a:cubicBezTo>
                    <a:pt x="10592" y="5012"/>
                    <a:pt x="10592" y="4827"/>
                    <a:pt x="10469" y="4815"/>
                  </a:cubicBezTo>
                  <a:cubicBezTo>
                    <a:pt x="10456" y="4803"/>
                    <a:pt x="10431" y="4803"/>
                    <a:pt x="10419" y="4815"/>
                  </a:cubicBezTo>
                  <a:cubicBezTo>
                    <a:pt x="10345" y="4827"/>
                    <a:pt x="10271" y="4840"/>
                    <a:pt x="10197" y="4852"/>
                  </a:cubicBezTo>
                  <a:close/>
                  <a:moveTo>
                    <a:pt x="11098" y="4667"/>
                  </a:moveTo>
                  <a:cubicBezTo>
                    <a:pt x="11012" y="4691"/>
                    <a:pt x="10975" y="4803"/>
                    <a:pt x="11049" y="4864"/>
                  </a:cubicBezTo>
                  <a:cubicBezTo>
                    <a:pt x="11073" y="4889"/>
                    <a:pt x="11123" y="4901"/>
                    <a:pt x="11160" y="4901"/>
                  </a:cubicBezTo>
                  <a:lnTo>
                    <a:pt x="11382" y="4840"/>
                  </a:lnTo>
                  <a:cubicBezTo>
                    <a:pt x="11518" y="4803"/>
                    <a:pt x="11493" y="4593"/>
                    <a:pt x="11345" y="4605"/>
                  </a:cubicBezTo>
                  <a:lnTo>
                    <a:pt x="11320" y="4605"/>
                  </a:lnTo>
                  <a:lnTo>
                    <a:pt x="11098" y="4667"/>
                  </a:lnTo>
                  <a:close/>
                  <a:moveTo>
                    <a:pt x="11987" y="4408"/>
                  </a:moveTo>
                  <a:cubicBezTo>
                    <a:pt x="11851" y="4457"/>
                    <a:pt x="11888" y="4642"/>
                    <a:pt x="12024" y="4642"/>
                  </a:cubicBezTo>
                  <a:cubicBezTo>
                    <a:pt x="12036" y="4642"/>
                    <a:pt x="12049" y="4642"/>
                    <a:pt x="12061" y="4642"/>
                  </a:cubicBezTo>
                  <a:lnTo>
                    <a:pt x="12283" y="4556"/>
                  </a:lnTo>
                  <a:cubicBezTo>
                    <a:pt x="12394" y="4519"/>
                    <a:pt x="12369" y="4334"/>
                    <a:pt x="12246" y="4334"/>
                  </a:cubicBezTo>
                  <a:cubicBezTo>
                    <a:pt x="12221" y="4334"/>
                    <a:pt x="12209" y="4334"/>
                    <a:pt x="12197" y="4346"/>
                  </a:cubicBezTo>
                  <a:lnTo>
                    <a:pt x="11987" y="4420"/>
                  </a:lnTo>
                  <a:close/>
                  <a:moveTo>
                    <a:pt x="12839" y="4074"/>
                  </a:moveTo>
                  <a:cubicBezTo>
                    <a:pt x="12727" y="4124"/>
                    <a:pt x="12764" y="4296"/>
                    <a:pt x="12888" y="4296"/>
                  </a:cubicBezTo>
                  <a:cubicBezTo>
                    <a:pt x="12900" y="4296"/>
                    <a:pt x="12913" y="4296"/>
                    <a:pt x="12925" y="4284"/>
                  </a:cubicBezTo>
                  <a:lnTo>
                    <a:pt x="13147" y="4185"/>
                  </a:lnTo>
                  <a:cubicBezTo>
                    <a:pt x="13258" y="4136"/>
                    <a:pt x="13209" y="3951"/>
                    <a:pt x="13085" y="3963"/>
                  </a:cubicBezTo>
                  <a:cubicBezTo>
                    <a:pt x="13073" y="3963"/>
                    <a:pt x="13061" y="3976"/>
                    <a:pt x="13048" y="3976"/>
                  </a:cubicBezTo>
                  <a:close/>
                  <a:moveTo>
                    <a:pt x="13653" y="3655"/>
                  </a:moveTo>
                  <a:cubicBezTo>
                    <a:pt x="13542" y="3729"/>
                    <a:pt x="13604" y="3889"/>
                    <a:pt x="13727" y="3877"/>
                  </a:cubicBezTo>
                  <a:cubicBezTo>
                    <a:pt x="13740" y="3877"/>
                    <a:pt x="13752" y="3864"/>
                    <a:pt x="13764" y="3864"/>
                  </a:cubicBezTo>
                  <a:cubicBezTo>
                    <a:pt x="13838" y="3827"/>
                    <a:pt x="13900" y="3778"/>
                    <a:pt x="13974" y="3741"/>
                  </a:cubicBezTo>
                  <a:cubicBezTo>
                    <a:pt x="14098" y="3655"/>
                    <a:pt x="13987" y="3457"/>
                    <a:pt x="13851" y="3544"/>
                  </a:cubicBezTo>
                  <a:close/>
                  <a:moveTo>
                    <a:pt x="14419" y="3161"/>
                  </a:moveTo>
                  <a:cubicBezTo>
                    <a:pt x="14320" y="3235"/>
                    <a:pt x="14394" y="3395"/>
                    <a:pt x="14517" y="3371"/>
                  </a:cubicBezTo>
                  <a:cubicBezTo>
                    <a:pt x="14530" y="3371"/>
                    <a:pt x="14554" y="3358"/>
                    <a:pt x="14567" y="3358"/>
                  </a:cubicBezTo>
                  <a:cubicBezTo>
                    <a:pt x="14628" y="3309"/>
                    <a:pt x="14690" y="3260"/>
                    <a:pt x="14752" y="3210"/>
                  </a:cubicBezTo>
                  <a:cubicBezTo>
                    <a:pt x="14826" y="3149"/>
                    <a:pt x="14801" y="3013"/>
                    <a:pt x="14690" y="3000"/>
                  </a:cubicBezTo>
                  <a:cubicBezTo>
                    <a:pt x="14665" y="3000"/>
                    <a:pt x="14628" y="3013"/>
                    <a:pt x="14604" y="3025"/>
                  </a:cubicBezTo>
                  <a:close/>
                  <a:moveTo>
                    <a:pt x="15135" y="2581"/>
                  </a:moveTo>
                  <a:cubicBezTo>
                    <a:pt x="15097" y="2605"/>
                    <a:pt x="15085" y="2655"/>
                    <a:pt x="15097" y="2692"/>
                  </a:cubicBezTo>
                  <a:cubicBezTo>
                    <a:pt x="15110" y="2778"/>
                    <a:pt x="15221" y="2815"/>
                    <a:pt x="15295" y="2754"/>
                  </a:cubicBezTo>
                  <a:cubicBezTo>
                    <a:pt x="15344" y="2704"/>
                    <a:pt x="15406" y="2642"/>
                    <a:pt x="15455" y="2593"/>
                  </a:cubicBezTo>
                  <a:cubicBezTo>
                    <a:pt x="15579" y="2482"/>
                    <a:pt x="15418" y="2309"/>
                    <a:pt x="15307" y="2420"/>
                  </a:cubicBezTo>
                  <a:cubicBezTo>
                    <a:pt x="15246" y="2470"/>
                    <a:pt x="15196" y="2531"/>
                    <a:pt x="15135" y="2581"/>
                  </a:cubicBezTo>
                  <a:close/>
                  <a:moveTo>
                    <a:pt x="15752" y="1926"/>
                  </a:moveTo>
                  <a:cubicBezTo>
                    <a:pt x="15715" y="1951"/>
                    <a:pt x="15715" y="2001"/>
                    <a:pt x="15739" y="2050"/>
                  </a:cubicBezTo>
                  <a:cubicBezTo>
                    <a:pt x="15776" y="2124"/>
                    <a:pt x="15875" y="2124"/>
                    <a:pt x="15925" y="2062"/>
                  </a:cubicBezTo>
                  <a:cubicBezTo>
                    <a:pt x="15974" y="2001"/>
                    <a:pt x="16023" y="1939"/>
                    <a:pt x="16073" y="1877"/>
                  </a:cubicBezTo>
                  <a:cubicBezTo>
                    <a:pt x="16134" y="1778"/>
                    <a:pt x="16023" y="1655"/>
                    <a:pt x="15925" y="1717"/>
                  </a:cubicBezTo>
                  <a:cubicBezTo>
                    <a:pt x="15912" y="1717"/>
                    <a:pt x="15900" y="1729"/>
                    <a:pt x="15900" y="1741"/>
                  </a:cubicBezTo>
                  <a:cubicBezTo>
                    <a:pt x="15850" y="1803"/>
                    <a:pt x="15801" y="1865"/>
                    <a:pt x="15752" y="1926"/>
                  </a:cubicBezTo>
                  <a:close/>
                  <a:moveTo>
                    <a:pt x="16270" y="1173"/>
                  </a:moveTo>
                  <a:cubicBezTo>
                    <a:pt x="16159" y="1285"/>
                    <a:pt x="16332" y="1445"/>
                    <a:pt x="16443" y="1322"/>
                  </a:cubicBezTo>
                  <a:cubicBezTo>
                    <a:pt x="16455" y="1322"/>
                    <a:pt x="16455" y="1309"/>
                    <a:pt x="16468" y="1297"/>
                  </a:cubicBezTo>
                  <a:lnTo>
                    <a:pt x="16492" y="1248"/>
                  </a:lnTo>
                  <a:lnTo>
                    <a:pt x="16542" y="1149"/>
                  </a:lnTo>
                  <a:lnTo>
                    <a:pt x="16579" y="1087"/>
                  </a:lnTo>
                  <a:cubicBezTo>
                    <a:pt x="16653" y="964"/>
                    <a:pt x="16480" y="853"/>
                    <a:pt x="16394" y="951"/>
                  </a:cubicBezTo>
                  <a:cubicBezTo>
                    <a:pt x="16381" y="964"/>
                    <a:pt x="16381" y="976"/>
                    <a:pt x="16381" y="976"/>
                  </a:cubicBezTo>
                  <a:lnTo>
                    <a:pt x="16344" y="1038"/>
                  </a:lnTo>
                  <a:lnTo>
                    <a:pt x="16295" y="1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155" name="Shape 6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6" name="Google Shape;6156;p4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6157" name="Google Shape;6157;p40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6158" name="Google Shape;6158;p40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159" name="Google Shape;6159;p4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6160" name="Google Shape;6160;p40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6161" name="Google Shape;6161;p4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2" name="Google Shape;6162;p4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3" name="Google Shape;6163;p4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4" name="Google Shape;6164;p4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5" name="Google Shape;6165;p4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6" name="Google Shape;6166;p4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7" name="Google Shape;6167;p4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8" name="Google Shape;6168;p4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9" name="Google Shape;6169;p4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0" name="Google Shape;6170;p4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1" name="Google Shape;6171;p4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2" name="Google Shape;6172;p4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3" name="Google Shape;6173;p4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4" name="Google Shape;6174;p4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5" name="Google Shape;6175;p4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176" name="Google Shape;6176;p40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6177" name="Google Shape;6177;p4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8" name="Google Shape;6178;p4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9" name="Google Shape;6179;p4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0" name="Google Shape;6180;p4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1" name="Google Shape;6181;p4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2" name="Google Shape;6182;p4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3" name="Google Shape;6183;p4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4" name="Google Shape;6184;p4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5" name="Google Shape;6185;p4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6" name="Google Shape;6186;p4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7" name="Google Shape;6187;p4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8" name="Google Shape;6188;p4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9" name="Google Shape;6189;p4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0" name="Google Shape;6190;p4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1" name="Google Shape;6191;p4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6192" name="Google Shape;6192;p40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193" name="Google Shape;6193;p40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194" name="Google Shape;6194;p40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195" name="Google Shape;6195;p40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196" name="Google Shape;6196;p40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197" name="Google Shape;6197;p4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6198" name="Google Shape;6198;p40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99" name="Google Shape;6199;p40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6200" name="Google Shape;6200;p40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6201" name="Google Shape;6201;p40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202" name="Google Shape;6202;p40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6203" name="Shape 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4" name="Google Shape;6204;p298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05" name="Google Shape;6205;p298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206" name="Google Shape;6206;p298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207" name="Google Shape;6207;p298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6208" name="Google Shape;6208;p298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6209" name="Google Shape;6209;p298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298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298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298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298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298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298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298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298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298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298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20" name="Google Shape;6220;p298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21" name="Google Shape;6221;p298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6222" name="Google Shape;6222;p298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298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298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298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298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298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298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298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298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298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298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33" name="Google Shape;6233;p298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6234" name="Google Shape;6234;p298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298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36" name="Google Shape;6236;p298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6237" name="Google Shape;6237;p298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298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298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298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298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298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43" name="Google Shape;6243;p298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44" name="Google Shape;6244;p298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6245" name="Google Shape;6245;p298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6246" name="Shape 6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7" name="Google Shape;6247;p29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248" name="Google Shape;6248;p29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29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29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29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29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29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29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29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29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29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29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29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29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29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29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29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29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29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29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29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29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29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70" name="Google Shape;6270;p299"/>
          <p:cNvSpPr txBox="1"/>
          <p:nvPr>
            <p:ph idx="1" type="subTitle"/>
          </p:nvPr>
        </p:nvSpPr>
        <p:spPr>
          <a:xfrm>
            <a:off x="3117150" y="3530226"/>
            <a:ext cx="29097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271" name="Google Shape;6271;p299"/>
          <p:cNvSpPr txBox="1"/>
          <p:nvPr>
            <p:ph type="title"/>
          </p:nvPr>
        </p:nvSpPr>
        <p:spPr>
          <a:xfrm>
            <a:off x="1918650" y="1613852"/>
            <a:ext cx="5306700" cy="17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272" name="Google Shape;6272;p299"/>
          <p:cNvSpPr txBox="1"/>
          <p:nvPr>
            <p:ph idx="2" type="title"/>
          </p:nvPr>
        </p:nvSpPr>
        <p:spPr>
          <a:xfrm>
            <a:off x="3843750" y="591078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6273" name="Google Shape;6273;p299"/>
          <p:cNvGrpSpPr/>
          <p:nvPr/>
        </p:nvGrpSpPr>
        <p:grpSpPr>
          <a:xfrm flipH="1" rot="-697126">
            <a:off x="569287" y="-351303"/>
            <a:ext cx="1305393" cy="1346461"/>
            <a:chOff x="1492000" y="427450"/>
            <a:chExt cx="1188000" cy="1225375"/>
          </a:xfrm>
        </p:grpSpPr>
        <p:sp>
          <p:nvSpPr>
            <p:cNvPr id="6274" name="Google Shape;6274;p299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299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299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299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299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299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299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299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299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299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299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285" name="Shape 6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6" name="Google Shape;6286;p300"/>
          <p:cNvSpPr/>
          <p:nvPr/>
        </p:nvSpPr>
        <p:spPr>
          <a:xfrm>
            <a:off x="8740343" y="1780347"/>
            <a:ext cx="20479" cy="58449"/>
          </a:xfrm>
          <a:custGeom>
            <a:rect b="b" l="l" r="r" t="t"/>
            <a:pathLst>
              <a:path extrusionOk="0" h="1403" w="488">
                <a:moveTo>
                  <a:pt x="249" y="0"/>
                </a:moveTo>
                <a:cubicBezTo>
                  <a:pt x="193" y="0"/>
                  <a:pt x="139" y="35"/>
                  <a:pt x="118" y="90"/>
                </a:cubicBezTo>
                <a:cubicBezTo>
                  <a:pt x="73" y="190"/>
                  <a:pt x="46" y="289"/>
                  <a:pt x="28" y="397"/>
                </a:cubicBezTo>
                <a:cubicBezTo>
                  <a:pt x="19" y="442"/>
                  <a:pt x="1" y="496"/>
                  <a:pt x="19" y="541"/>
                </a:cubicBezTo>
                <a:cubicBezTo>
                  <a:pt x="19" y="559"/>
                  <a:pt x="28" y="568"/>
                  <a:pt x="37" y="586"/>
                </a:cubicBezTo>
                <a:cubicBezTo>
                  <a:pt x="64" y="595"/>
                  <a:pt x="145" y="613"/>
                  <a:pt x="145" y="622"/>
                </a:cubicBezTo>
                <a:cubicBezTo>
                  <a:pt x="145" y="631"/>
                  <a:pt x="100" y="649"/>
                  <a:pt x="73" y="658"/>
                </a:cubicBezTo>
                <a:cubicBezTo>
                  <a:pt x="37" y="667"/>
                  <a:pt x="46" y="685"/>
                  <a:pt x="46" y="694"/>
                </a:cubicBezTo>
                <a:cubicBezTo>
                  <a:pt x="37" y="902"/>
                  <a:pt x="46" y="1100"/>
                  <a:pt x="109" y="1307"/>
                </a:cubicBezTo>
                <a:cubicBezTo>
                  <a:pt x="118" y="1343"/>
                  <a:pt x="154" y="1379"/>
                  <a:pt x="190" y="1397"/>
                </a:cubicBezTo>
                <a:cubicBezTo>
                  <a:pt x="203" y="1401"/>
                  <a:pt x="215" y="1402"/>
                  <a:pt x="228" y="1402"/>
                </a:cubicBezTo>
                <a:cubicBezTo>
                  <a:pt x="289" y="1402"/>
                  <a:pt x="348" y="1367"/>
                  <a:pt x="371" y="1307"/>
                </a:cubicBezTo>
                <a:cubicBezTo>
                  <a:pt x="434" y="1109"/>
                  <a:pt x="443" y="902"/>
                  <a:pt x="443" y="703"/>
                </a:cubicBezTo>
                <a:cubicBezTo>
                  <a:pt x="443" y="685"/>
                  <a:pt x="452" y="676"/>
                  <a:pt x="416" y="658"/>
                </a:cubicBezTo>
                <a:cubicBezTo>
                  <a:pt x="389" y="649"/>
                  <a:pt x="344" y="640"/>
                  <a:pt x="344" y="622"/>
                </a:cubicBezTo>
                <a:cubicBezTo>
                  <a:pt x="344" y="613"/>
                  <a:pt x="425" y="595"/>
                  <a:pt x="443" y="586"/>
                </a:cubicBezTo>
                <a:cubicBezTo>
                  <a:pt x="461" y="577"/>
                  <a:pt x="470" y="559"/>
                  <a:pt x="470" y="550"/>
                </a:cubicBezTo>
                <a:cubicBezTo>
                  <a:pt x="488" y="496"/>
                  <a:pt x="470" y="451"/>
                  <a:pt x="461" y="397"/>
                </a:cubicBezTo>
                <a:cubicBezTo>
                  <a:pt x="443" y="298"/>
                  <a:pt x="416" y="190"/>
                  <a:pt x="380" y="90"/>
                </a:cubicBezTo>
                <a:cubicBezTo>
                  <a:pt x="362" y="54"/>
                  <a:pt x="335" y="27"/>
                  <a:pt x="298" y="9"/>
                </a:cubicBezTo>
                <a:cubicBezTo>
                  <a:pt x="282" y="3"/>
                  <a:pt x="266" y="0"/>
                  <a:pt x="2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87" name="Google Shape;6287;p30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288" name="Google Shape;6288;p30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30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30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30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30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30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30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30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30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30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30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30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30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30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30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30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30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30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30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30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30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30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10" name="Google Shape;6310;p300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311" name="Google Shape;6311;p300"/>
          <p:cNvSpPr txBox="1"/>
          <p:nvPr>
            <p:ph idx="1" type="body"/>
          </p:nvPr>
        </p:nvSpPr>
        <p:spPr>
          <a:xfrm>
            <a:off x="720000" y="1170724"/>
            <a:ext cx="7704000" cy="389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1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AutoNum type="romanLcPeriod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312" name="Shape 6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13" name="Google Shape;6313;p301"/>
          <p:cNvGrpSpPr/>
          <p:nvPr/>
        </p:nvGrpSpPr>
        <p:grpSpPr>
          <a:xfrm>
            <a:off x="352670" y="6764"/>
            <a:ext cx="8793030" cy="5129556"/>
            <a:chOff x="514825" y="859725"/>
            <a:chExt cx="6865800" cy="4005275"/>
          </a:xfrm>
        </p:grpSpPr>
        <p:sp>
          <p:nvSpPr>
            <p:cNvPr id="6314" name="Google Shape;6314;p30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30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30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30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30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30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30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30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30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30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30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30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30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30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30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30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30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30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30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30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30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35" name="Google Shape;6335;p301"/>
          <p:cNvSpPr txBox="1"/>
          <p:nvPr>
            <p:ph type="title"/>
          </p:nvPr>
        </p:nvSpPr>
        <p:spPr>
          <a:xfrm>
            <a:off x="4572000" y="540000"/>
            <a:ext cx="3852000" cy="4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336" name="Shape 6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37" name="Google Shape;6337;p30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338" name="Google Shape;6338;p30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30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30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30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30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30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30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30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30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30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30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30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30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30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30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30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30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30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30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57" name="Google Shape;6357;p302"/>
          <p:cNvSpPr txBox="1"/>
          <p:nvPr>
            <p:ph idx="1" type="subTitle"/>
          </p:nvPr>
        </p:nvSpPr>
        <p:spPr>
          <a:xfrm>
            <a:off x="890100" y="1760244"/>
            <a:ext cx="7533900" cy="27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358" name="Google Shape;6358;p302"/>
          <p:cNvSpPr txBox="1"/>
          <p:nvPr>
            <p:ph type="title"/>
          </p:nvPr>
        </p:nvSpPr>
        <p:spPr>
          <a:xfrm>
            <a:off x="4572000" y="540000"/>
            <a:ext cx="3852000" cy="103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359" name="Shape 6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0" name="Google Shape;6360;p30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361" name="Google Shape;6361;p30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30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30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30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30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30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30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30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30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30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30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30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30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30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30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30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30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30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30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6380" name="Google Shape;6380;p303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6381" name="Google Shape;6381;p303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82" name="Google Shape;6382;p303"/>
          <p:cNvSpPr txBox="1"/>
          <p:nvPr>
            <p:ph type="title"/>
          </p:nvPr>
        </p:nvSpPr>
        <p:spPr>
          <a:xfrm>
            <a:off x="720000" y="1560650"/>
            <a:ext cx="3519300" cy="167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6383" name="Google Shape;6383;p303"/>
          <p:cNvSpPr txBox="1"/>
          <p:nvPr>
            <p:ph idx="1" type="subTitle"/>
          </p:nvPr>
        </p:nvSpPr>
        <p:spPr>
          <a:xfrm rot="684086">
            <a:off x="5771626" y="1941489"/>
            <a:ext cx="1878775" cy="154912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6384" name="Shape 6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85" name="Google Shape;6385;p30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386" name="Google Shape;6386;p30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30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30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30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30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30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30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30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30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30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30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30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30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30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30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30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30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30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30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05" name="Google Shape;6405;p304"/>
          <p:cNvSpPr txBox="1"/>
          <p:nvPr>
            <p:ph type="title"/>
          </p:nvPr>
        </p:nvSpPr>
        <p:spPr>
          <a:xfrm>
            <a:off x="1061575" y="1472687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406" name="Google Shape;6406;p304"/>
          <p:cNvSpPr txBox="1"/>
          <p:nvPr>
            <p:ph idx="1" type="body"/>
          </p:nvPr>
        </p:nvSpPr>
        <p:spPr>
          <a:xfrm>
            <a:off x="1061575" y="2468991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cxnSp>
        <p:nvCxnSpPr>
          <p:cNvPr id="6407" name="Google Shape;6407;p304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6408" name="Google Shape;6408;p304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409" name="Shape 6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" name="Google Shape;6410;p305"/>
          <p:cNvSpPr txBox="1"/>
          <p:nvPr>
            <p:ph type="title"/>
          </p:nvPr>
        </p:nvSpPr>
        <p:spPr>
          <a:xfrm>
            <a:off x="3223200" y="1570950"/>
            <a:ext cx="2697600" cy="20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411" name="Shape 6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12" name="Google Shape;6412;p30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413" name="Google Shape;6413;p30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30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30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30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30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30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30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30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30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30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30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30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30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30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30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30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30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30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30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6432" name="Google Shape;6432;p306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6433" name="Google Shape;6433;p306"/>
          <p:cNvSpPr txBox="1"/>
          <p:nvPr>
            <p:ph hasCustomPrompt="1" type="title"/>
          </p:nvPr>
        </p:nvSpPr>
        <p:spPr>
          <a:xfrm>
            <a:off x="1768200" y="1654521"/>
            <a:ext cx="5607600" cy="8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434" name="Google Shape;6434;p306"/>
          <p:cNvSpPr txBox="1"/>
          <p:nvPr>
            <p:ph idx="1" type="body"/>
          </p:nvPr>
        </p:nvSpPr>
        <p:spPr>
          <a:xfrm>
            <a:off x="2710050" y="2650221"/>
            <a:ext cx="3723900" cy="6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6435" name="Shape 6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6" name="Google Shape;6436;p30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6437" name="Shape 6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8" name="Google Shape;6438;p308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6439" name="Google Shape;6439;p308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440" name="Google Shape;6440;p30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6441" name="Google Shape;6441;p308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6442" name="Google Shape;6442;p30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3" name="Google Shape;6443;p30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4" name="Google Shape;6444;p30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5" name="Google Shape;6445;p30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6" name="Google Shape;6446;p30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7" name="Google Shape;6447;p30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8" name="Google Shape;6448;p30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9" name="Google Shape;6449;p30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0" name="Google Shape;6450;p30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1" name="Google Shape;6451;p30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2" name="Google Shape;6452;p30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3" name="Google Shape;6453;p30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4" name="Google Shape;6454;p30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5" name="Google Shape;6455;p30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6" name="Google Shape;6456;p30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57" name="Google Shape;6457;p308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6458" name="Google Shape;6458;p30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9" name="Google Shape;6459;p30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0" name="Google Shape;6460;p30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1" name="Google Shape;6461;p30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2" name="Google Shape;6462;p30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3" name="Google Shape;6463;p30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4" name="Google Shape;6464;p30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5" name="Google Shape;6465;p30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6" name="Google Shape;6466;p30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7" name="Google Shape;6467;p30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8" name="Google Shape;6468;p30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9" name="Google Shape;6469;p30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0" name="Google Shape;6470;p30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1" name="Google Shape;6471;p30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2" name="Google Shape;6472;p30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6473" name="Google Shape;6473;p308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74" name="Google Shape;6474;p308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75" name="Google Shape;6475;p308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76" name="Google Shape;6476;p308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77" name="Google Shape;6477;p308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78" name="Google Shape;6478;p30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6479" name="Google Shape;6479;p308"/>
          <p:cNvSpPr txBox="1"/>
          <p:nvPr>
            <p:ph type="title"/>
          </p:nvPr>
        </p:nvSpPr>
        <p:spPr>
          <a:xfrm>
            <a:off x="720000" y="540000"/>
            <a:ext cx="336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480" name="Google Shape;6480;p308"/>
          <p:cNvSpPr txBox="1"/>
          <p:nvPr>
            <p:ph idx="1" type="subTitle"/>
          </p:nvPr>
        </p:nvSpPr>
        <p:spPr>
          <a:xfrm>
            <a:off x="90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481" name="Google Shape;6481;p308"/>
          <p:cNvSpPr txBox="1"/>
          <p:nvPr>
            <p:ph idx="2" type="subTitle"/>
          </p:nvPr>
        </p:nvSpPr>
        <p:spPr>
          <a:xfrm>
            <a:off x="567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482" name="Google Shape;6482;p308"/>
          <p:cNvSpPr txBox="1"/>
          <p:nvPr>
            <p:ph idx="3" type="subTitle"/>
          </p:nvPr>
        </p:nvSpPr>
        <p:spPr>
          <a:xfrm>
            <a:off x="90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483" name="Google Shape;6483;p308"/>
          <p:cNvSpPr txBox="1"/>
          <p:nvPr>
            <p:ph idx="4" type="subTitle"/>
          </p:nvPr>
        </p:nvSpPr>
        <p:spPr>
          <a:xfrm>
            <a:off x="567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484" name="Google Shape;6484;p308"/>
          <p:cNvSpPr txBox="1"/>
          <p:nvPr>
            <p:ph idx="5" type="subTitle"/>
          </p:nvPr>
        </p:nvSpPr>
        <p:spPr>
          <a:xfrm>
            <a:off x="90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485" name="Google Shape;6485;p308"/>
          <p:cNvSpPr txBox="1"/>
          <p:nvPr>
            <p:ph idx="6" type="subTitle"/>
          </p:nvPr>
        </p:nvSpPr>
        <p:spPr>
          <a:xfrm>
            <a:off x="567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486" name="Google Shape;6486;p308"/>
          <p:cNvSpPr txBox="1"/>
          <p:nvPr>
            <p:ph idx="7" type="subTitle"/>
          </p:nvPr>
        </p:nvSpPr>
        <p:spPr>
          <a:xfrm>
            <a:off x="90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487" name="Google Shape;6487;p308"/>
          <p:cNvSpPr txBox="1"/>
          <p:nvPr>
            <p:ph idx="8" type="subTitle"/>
          </p:nvPr>
        </p:nvSpPr>
        <p:spPr>
          <a:xfrm>
            <a:off x="567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">
    <p:spTree>
      <p:nvGrpSpPr>
        <p:cNvPr id="6488" name="Shape 6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89" name="Google Shape;6489;p30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490" name="Google Shape;6490;p30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30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30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30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30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30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30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30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30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30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30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30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30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30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30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30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30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30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30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30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30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30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12" name="Google Shape;6512;p309"/>
          <p:cNvSpPr txBox="1"/>
          <p:nvPr>
            <p:ph type="ctrTitle"/>
          </p:nvPr>
        </p:nvSpPr>
        <p:spPr>
          <a:xfrm>
            <a:off x="5908324" y="1290427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13" name="Google Shape;6513;p309"/>
          <p:cNvSpPr txBox="1"/>
          <p:nvPr>
            <p:ph idx="1" type="subTitle"/>
          </p:nvPr>
        </p:nvSpPr>
        <p:spPr>
          <a:xfrm>
            <a:off x="590832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14" name="Google Shape;6514;p309"/>
          <p:cNvSpPr txBox="1"/>
          <p:nvPr>
            <p:ph idx="2" type="title"/>
          </p:nvPr>
        </p:nvSpPr>
        <p:spPr>
          <a:xfrm>
            <a:off x="4903953" y="1280000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15" name="Google Shape;6515;p309"/>
          <p:cNvSpPr txBox="1"/>
          <p:nvPr>
            <p:ph idx="3" type="subTitle"/>
          </p:nvPr>
        </p:nvSpPr>
        <p:spPr>
          <a:xfrm>
            <a:off x="590832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16" name="Google Shape;6516;p309"/>
          <p:cNvSpPr txBox="1"/>
          <p:nvPr>
            <p:ph idx="4" type="title"/>
          </p:nvPr>
        </p:nvSpPr>
        <p:spPr>
          <a:xfrm>
            <a:off x="4903953" y="327730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17" name="Google Shape;6517;p309"/>
          <p:cNvSpPr txBox="1"/>
          <p:nvPr>
            <p:ph idx="5" type="subTitle"/>
          </p:nvPr>
        </p:nvSpPr>
        <p:spPr>
          <a:xfrm>
            <a:off x="5908324" y="2589180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18" name="Google Shape;6518;p309"/>
          <p:cNvSpPr txBox="1"/>
          <p:nvPr>
            <p:ph idx="6" type="title"/>
          </p:nvPr>
        </p:nvSpPr>
        <p:spPr>
          <a:xfrm>
            <a:off x="4903953" y="230664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19" name="Google Shape;6519;p309"/>
          <p:cNvSpPr txBox="1"/>
          <p:nvPr>
            <p:ph idx="7" type="ctrTitle"/>
          </p:nvPr>
        </p:nvSpPr>
        <p:spPr>
          <a:xfrm>
            <a:off x="5908324" y="231110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20" name="Google Shape;6520;p309"/>
          <p:cNvSpPr txBox="1"/>
          <p:nvPr>
            <p:ph idx="8" type="ctrTitle"/>
          </p:nvPr>
        </p:nvSpPr>
        <p:spPr>
          <a:xfrm>
            <a:off x="5908324" y="328299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21" name="Google Shape;6521;p309"/>
          <p:cNvSpPr txBox="1"/>
          <p:nvPr>
            <p:ph idx="9" type="ctrTitle"/>
          </p:nvPr>
        </p:nvSpPr>
        <p:spPr>
          <a:xfrm>
            <a:off x="1912664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22" name="Google Shape;6522;p309"/>
          <p:cNvSpPr txBox="1"/>
          <p:nvPr>
            <p:ph idx="13" type="subTitle"/>
          </p:nvPr>
        </p:nvSpPr>
        <p:spPr>
          <a:xfrm>
            <a:off x="191266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23" name="Google Shape;6523;p309"/>
          <p:cNvSpPr txBox="1"/>
          <p:nvPr>
            <p:ph idx="14" type="title"/>
          </p:nvPr>
        </p:nvSpPr>
        <p:spPr>
          <a:xfrm>
            <a:off x="784376" y="1286887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24" name="Google Shape;6524;p309"/>
          <p:cNvSpPr txBox="1"/>
          <p:nvPr>
            <p:ph idx="15" type="subTitle"/>
          </p:nvPr>
        </p:nvSpPr>
        <p:spPr>
          <a:xfrm>
            <a:off x="191266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25" name="Google Shape;6525;p309"/>
          <p:cNvSpPr txBox="1"/>
          <p:nvPr>
            <p:ph idx="16" type="title"/>
          </p:nvPr>
        </p:nvSpPr>
        <p:spPr>
          <a:xfrm>
            <a:off x="784376" y="3284192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26" name="Google Shape;6526;p309"/>
          <p:cNvSpPr txBox="1"/>
          <p:nvPr>
            <p:ph idx="17" type="subTitle"/>
          </p:nvPr>
        </p:nvSpPr>
        <p:spPr>
          <a:xfrm>
            <a:off x="1912664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27" name="Google Shape;6527;p309"/>
          <p:cNvSpPr txBox="1"/>
          <p:nvPr>
            <p:ph idx="18" type="title"/>
          </p:nvPr>
        </p:nvSpPr>
        <p:spPr>
          <a:xfrm>
            <a:off x="784376" y="2313531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28" name="Google Shape;6528;p309"/>
          <p:cNvSpPr txBox="1"/>
          <p:nvPr>
            <p:ph idx="19" type="ctrTitle"/>
          </p:nvPr>
        </p:nvSpPr>
        <p:spPr>
          <a:xfrm>
            <a:off x="1912664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29" name="Google Shape;6529;p309"/>
          <p:cNvSpPr txBox="1"/>
          <p:nvPr>
            <p:ph idx="20" type="ctrTitle"/>
          </p:nvPr>
        </p:nvSpPr>
        <p:spPr>
          <a:xfrm>
            <a:off x="1912664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530" name="Google Shape;6530;p309"/>
          <p:cNvSpPr txBox="1"/>
          <p:nvPr>
            <p:ph idx="21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">
    <p:spTree>
      <p:nvGrpSpPr>
        <p:cNvPr id="6531" name="Shape 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32" name="Google Shape;6532;p31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533" name="Google Shape;6533;p31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31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31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31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31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31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31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31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31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31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31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31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31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31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31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31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31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31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31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31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31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31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55" name="Google Shape;6555;p310"/>
          <p:cNvSpPr txBox="1"/>
          <p:nvPr>
            <p:ph idx="1" type="subTitle"/>
          </p:nvPr>
        </p:nvSpPr>
        <p:spPr>
          <a:xfrm>
            <a:off x="2059950" y="2514140"/>
            <a:ext cx="43272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556" name="Google Shape;6556;p310"/>
          <p:cNvSpPr txBox="1"/>
          <p:nvPr>
            <p:ph type="title"/>
          </p:nvPr>
        </p:nvSpPr>
        <p:spPr>
          <a:xfrm>
            <a:off x="1080450" y="1555960"/>
            <a:ext cx="5306700" cy="89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557" name="Google Shape;6557;p310"/>
          <p:cNvSpPr txBox="1"/>
          <p:nvPr>
            <p:ph idx="2" type="title"/>
          </p:nvPr>
        </p:nvSpPr>
        <p:spPr>
          <a:xfrm>
            <a:off x="6853050" y="2092943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6558" name="Google Shape;6558;p310"/>
          <p:cNvGrpSpPr/>
          <p:nvPr/>
        </p:nvGrpSpPr>
        <p:grpSpPr>
          <a:xfrm flipH="1" rot="-5072894">
            <a:off x="-1007770" y="1789630"/>
            <a:ext cx="3474349" cy="888902"/>
            <a:chOff x="3809875" y="1963175"/>
            <a:chExt cx="1923600" cy="492150"/>
          </a:xfrm>
        </p:grpSpPr>
        <p:sp>
          <p:nvSpPr>
            <p:cNvPr id="6559" name="Google Shape;6559;p310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310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310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310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310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310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310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310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310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310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310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0" name="Google Shape;6570;p310"/>
          <p:cNvGrpSpPr/>
          <p:nvPr/>
        </p:nvGrpSpPr>
        <p:grpSpPr>
          <a:xfrm rot="-375097">
            <a:off x="7330557" y="3418618"/>
            <a:ext cx="711742" cy="793298"/>
            <a:chOff x="6554696" y="509501"/>
            <a:chExt cx="711709" cy="793261"/>
          </a:xfrm>
        </p:grpSpPr>
        <p:sp>
          <p:nvSpPr>
            <p:cNvPr id="6571" name="Google Shape;6571;p310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310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6573" name="Shape 6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74" name="Google Shape;6574;p31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575" name="Google Shape;6575;p31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31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31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31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31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31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31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31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31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31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31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31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31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31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31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31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31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31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31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31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31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31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97" name="Google Shape;6597;p311"/>
          <p:cNvSpPr txBox="1"/>
          <p:nvPr>
            <p:ph type="title"/>
          </p:nvPr>
        </p:nvSpPr>
        <p:spPr>
          <a:xfrm>
            <a:off x="3168000" y="1478819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598" name="Google Shape;6598;p311"/>
          <p:cNvSpPr txBox="1"/>
          <p:nvPr>
            <p:ph idx="1" type="body"/>
          </p:nvPr>
        </p:nvSpPr>
        <p:spPr>
          <a:xfrm>
            <a:off x="3168000" y="2469364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4">
    <p:spTree>
      <p:nvGrpSpPr>
        <p:cNvPr id="6599" name="Shape 6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00" name="Google Shape;6600;p31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601" name="Google Shape;6601;p31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31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31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31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31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31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31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31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31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31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31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31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31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31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31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31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31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31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31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31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31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31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23" name="Google Shape;6623;p312"/>
          <p:cNvSpPr txBox="1"/>
          <p:nvPr>
            <p:ph idx="1" type="subTitle"/>
          </p:nvPr>
        </p:nvSpPr>
        <p:spPr>
          <a:xfrm>
            <a:off x="398370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624" name="Google Shape;6624;p312"/>
          <p:cNvSpPr txBox="1"/>
          <p:nvPr>
            <p:ph type="ctrTitle"/>
          </p:nvPr>
        </p:nvSpPr>
        <p:spPr>
          <a:xfrm>
            <a:off x="58758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6625" name="Google Shape;6625;p312"/>
          <p:cNvGrpSpPr/>
          <p:nvPr/>
        </p:nvGrpSpPr>
        <p:grpSpPr>
          <a:xfrm>
            <a:off x="7673759" y="-287513"/>
            <a:ext cx="788762" cy="861588"/>
            <a:chOff x="7673759" y="-287513"/>
            <a:chExt cx="788762" cy="861588"/>
          </a:xfrm>
        </p:grpSpPr>
        <p:grpSp>
          <p:nvGrpSpPr>
            <p:cNvPr id="6626" name="Google Shape;6626;p312"/>
            <p:cNvGrpSpPr/>
            <p:nvPr/>
          </p:nvGrpSpPr>
          <p:grpSpPr>
            <a:xfrm rot="350572">
              <a:off x="7712287" y="-253348"/>
              <a:ext cx="711705" cy="793257"/>
              <a:chOff x="6554696" y="509501"/>
              <a:chExt cx="711709" cy="793261"/>
            </a:xfrm>
          </p:grpSpPr>
          <p:sp>
            <p:nvSpPr>
              <p:cNvPr id="6627" name="Google Shape;6627;p312"/>
              <p:cNvSpPr/>
              <p:nvPr/>
            </p:nvSpPr>
            <p:spPr>
              <a:xfrm>
                <a:off x="6560695" y="516700"/>
                <a:ext cx="696978" cy="779230"/>
              </a:xfrm>
              <a:custGeom>
                <a:rect b="b" l="l" r="r" t="t"/>
                <a:pathLst>
                  <a:path extrusionOk="0" h="23381" w="20913">
                    <a:moveTo>
                      <a:pt x="4201" y="1"/>
                    </a:moveTo>
                    <a:cubicBezTo>
                      <a:pt x="1903" y="1"/>
                      <a:pt x="28" y="1866"/>
                      <a:pt x="28" y="4165"/>
                    </a:cubicBezTo>
                    <a:lnTo>
                      <a:pt x="1" y="17073"/>
                    </a:lnTo>
                    <a:cubicBezTo>
                      <a:pt x="1" y="18903"/>
                      <a:pt x="1190" y="20516"/>
                      <a:pt x="2930" y="21057"/>
                    </a:cubicBezTo>
                    <a:lnTo>
                      <a:pt x="9736" y="23193"/>
                    </a:lnTo>
                    <a:cubicBezTo>
                      <a:pt x="10143" y="23318"/>
                      <a:pt x="10563" y="23381"/>
                      <a:pt x="10982" y="23381"/>
                    </a:cubicBezTo>
                    <a:cubicBezTo>
                      <a:pt x="11444" y="23381"/>
                      <a:pt x="11906" y="23304"/>
                      <a:pt x="12350" y="23148"/>
                    </a:cubicBezTo>
                    <a:lnTo>
                      <a:pt x="18092" y="21147"/>
                    </a:lnTo>
                    <a:cubicBezTo>
                      <a:pt x="19759" y="20570"/>
                      <a:pt x="20886" y="18993"/>
                      <a:pt x="20886" y="17217"/>
                    </a:cubicBezTo>
                    <a:lnTo>
                      <a:pt x="20913" y="4201"/>
                    </a:lnTo>
                    <a:cubicBezTo>
                      <a:pt x="20913" y="1903"/>
                      <a:pt x="19047" y="28"/>
                      <a:pt x="16748" y="28"/>
                    </a:cubicBezTo>
                    <a:lnTo>
                      <a:pt x="420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8" name="Google Shape;6628;p312"/>
              <p:cNvSpPr/>
              <p:nvPr/>
            </p:nvSpPr>
            <p:spPr>
              <a:xfrm>
                <a:off x="6554696" y="509501"/>
                <a:ext cx="711709" cy="793261"/>
              </a:xfrm>
              <a:custGeom>
                <a:rect b="b" l="l" r="r" t="t"/>
                <a:pathLst>
                  <a:path extrusionOk="0" h="23802" w="21355">
                    <a:moveTo>
                      <a:pt x="5138" y="442"/>
                    </a:moveTo>
                    <a:lnTo>
                      <a:pt x="7572" y="451"/>
                    </a:lnTo>
                    <a:lnTo>
                      <a:pt x="12440" y="469"/>
                    </a:lnTo>
                    <a:lnTo>
                      <a:pt x="14873" y="469"/>
                    </a:lnTo>
                    <a:lnTo>
                      <a:pt x="16090" y="478"/>
                    </a:lnTo>
                    <a:cubicBezTo>
                      <a:pt x="16249" y="478"/>
                      <a:pt x="16412" y="477"/>
                      <a:pt x="16574" y="477"/>
                    </a:cubicBezTo>
                    <a:cubicBezTo>
                      <a:pt x="16817" y="477"/>
                      <a:pt x="17058" y="480"/>
                      <a:pt x="17280" y="496"/>
                    </a:cubicBezTo>
                    <a:cubicBezTo>
                      <a:pt x="17659" y="541"/>
                      <a:pt x="18037" y="622"/>
                      <a:pt x="18389" y="766"/>
                    </a:cubicBezTo>
                    <a:cubicBezTo>
                      <a:pt x="18740" y="920"/>
                      <a:pt x="19083" y="1109"/>
                      <a:pt x="19380" y="1352"/>
                    </a:cubicBezTo>
                    <a:cubicBezTo>
                      <a:pt x="19669" y="1596"/>
                      <a:pt x="19939" y="1866"/>
                      <a:pt x="20155" y="2191"/>
                    </a:cubicBezTo>
                    <a:cubicBezTo>
                      <a:pt x="20363" y="2506"/>
                      <a:pt x="20534" y="2849"/>
                      <a:pt x="20651" y="3209"/>
                    </a:cubicBezTo>
                    <a:cubicBezTo>
                      <a:pt x="20759" y="3579"/>
                      <a:pt x="20832" y="3948"/>
                      <a:pt x="20832" y="4336"/>
                    </a:cubicBezTo>
                    <a:cubicBezTo>
                      <a:pt x="20841" y="4733"/>
                      <a:pt x="20832" y="5147"/>
                      <a:pt x="20832" y="5544"/>
                    </a:cubicBezTo>
                    <a:lnTo>
                      <a:pt x="20841" y="7978"/>
                    </a:lnTo>
                    <a:lnTo>
                      <a:pt x="20850" y="12845"/>
                    </a:lnTo>
                    <a:lnTo>
                      <a:pt x="20850" y="15279"/>
                    </a:lnTo>
                    <a:lnTo>
                      <a:pt x="20850" y="16496"/>
                    </a:lnTo>
                    <a:lnTo>
                      <a:pt x="20850" y="17109"/>
                    </a:lnTo>
                    <a:lnTo>
                      <a:pt x="20859" y="17406"/>
                    </a:lnTo>
                    <a:lnTo>
                      <a:pt x="20841" y="17704"/>
                    </a:lnTo>
                    <a:cubicBezTo>
                      <a:pt x="20795" y="18470"/>
                      <a:pt x="20516" y="19218"/>
                      <a:pt x="20047" y="19831"/>
                    </a:cubicBezTo>
                    <a:cubicBezTo>
                      <a:pt x="19579" y="20453"/>
                      <a:pt x="18930" y="20921"/>
                      <a:pt x="18208" y="21183"/>
                    </a:cubicBezTo>
                    <a:lnTo>
                      <a:pt x="13602" y="22769"/>
                    </a:lnTo>
                    <a:lnTo>
                      <a:pt x="12458" y="23175"/>
                    </a:lnTo>
                    <a:cubicBezTo>
                      <a:pt x="12088" y="23292"/>
                      <a:pt x="11709" y="23364"/>
                      <a:pt x="11322" y="23382"/>
                    </a:cubicBezTo>
                    <a:cubicBezTo>
                      <a:pt x="11267" y="23385"/>
                      <a:pt x="11211" y="23386"/>
                      <a:pt x="11156" y="23386"/>
                    </a:cubicBezTo>
                    <a:cubicBezTo>
                      <a:pt x="10830" y="23386"/>
                      <a:pt x="10500" y="23342"/>
                      <a:pt x="10177" y="23265"/>
                    </a:cubicBezTo>
                    <a:cubicBezTo>
                      <a:pt x="9997" y="23211"/>
                      <a:pt x="9798" y="23148"/>
                      <a:pt x="9609" y="23085"/>
                    </a:cubicBezTo>
                    <a:lnTo>
                      <a:pt x="9023" y="22905"/>
                    </a:lnTo>
                    <a:lnTo>
                      <a:pt x="4381" y="21453"/>
                    </a:lnTo>
                    <a:lnTo>
                      <a:pt x="3218" y="21093"/>
                    </a:lnTo>
                    <a:cubicBezTo>
                      <a:pt x="2849" y="20976"/>
                      <a:pt x="2497" y="20813"/>
                      <a:pt x="2173" y="20597"/>
                    </a:cubicBezTo>
                    <a:cubicBezTo>
                      <a:pt x="1542" y="20173"/>
                      <a:pt x="1001" y="19578"/>
                      <a:pt x="676" y="18866"/>
                    </a:cubicBezTo>
                    <a:cubicBezTo>
                      <a:pt x="505" y="18515"/>
                      <a:pt x="397" y="18136"/>
                      <a:pt x="343" y="17749"/>
                    </a:cubicBezTo>
                    <a:cubicBezTo>
                      <a:pt x="298" y="17361"/>
                      <a:pt x="316" y="16955"/>
                      <a:pt x="316" y="16550"/>
                    </a:cubicBezTo>
                    <a:lnTo>
                      <a:pt x="334" y="14116"/>
                    </a:lnTo>
                    <a:lnTo>
                      <a:pt x="388" y="9248"/>
                    </a:lnTo>
                    <a:cubicBezTo>
                      <a:pt x="397" y="7626"/>
                      <a:pt x="406" y="6003"/>
                      <a:pt x="415" y="4381"/>
                    </a:cubicBezTo>
                    <a:cubicBezTo>
                      <a:pt x="424" y="3993"/>
                      <a:pt x="478" y="3606"/>
                      <a:pt x="586" y="3245"/>
                    </a:cubicBezTo>
                    <a:cubicBezTo>
                      <a:pt x="703" y="2876"/>
                      <a:pt x="866" y="2524"/>
                      <a:pt x="1082" y="2200"/>
                    </a:cubicBezTo>
                    <a:cubicBezTo>
                      <a:pt x="1298" y="1884"/>
                      <a:pt x="1551" y="1596"/>
                      <a:pt x="1848" y="1343"/>
                    </a:cubicBezTo>
                    <a:cubicBezTo>
                      <a:pt x="2155" y="1109"/>
                      <a:pt x="2479" y="902"/>
                      <a:pt x="2831" y="748"/>
                    </a:cubicBezTo>
                    <a:cubicBezTo>
                      <a:pt x="3191" y="604"/>
                      <a:pt x="3561" y="505"/>
                      <a:pt x="3948" y="460"/>
                    </a:cubicBezTo>
                    <a:cubicBezTo>
                      <a:pt x="4039" y="451"/>
                      <a:pt x="4138" y="451"/>
                      <a:pt x="4237" y="442"/>
                    </a:cubicBezTo>
                    <a:close/>
                    <a:moveTo>
                      <a:pt x="4381" y="0"/>
                    </a:moveTo>
                    <a:lnTo>
                      <a:pt x="4219" y="9"/>
                    </a:lnTo>
                    <a:cubicBezTo>
                      <a:pt x="4111" y="18"/>
                      <a:pt x="4003" y="18"/>
                      <a:pt x="3894" y="27"/>
                    </a:cubicBezTo>
                    <a:cubicBezTo>
                      <a:pt x="3471" y="81"/>
                      <a:pt x="3056" y="190"/>
                      <a:pt x="2668" y="352"/>
                    </a:cubicBezTo>
                    <a:cubicBezTo>
                      <a:pt x="2272" y="523"/>
                      <a:pt x="1911" y="748"/>
                      <a:pt x="1578" y="1019"/>
                    </a:cubicBezTo>
                    <a:cubicBezTo>
                      <a:pt x="1253" y="1289"/>
                      <a:pt x="965" y="1614"/>
                      <a:pt x="731" y="1965"/>
                    </a:cubicBezTo>
                    <a:cubicBezTo>
                      <a:pt x="496" y="2326"/>
                      <a:pt x="316" y="2713"/>
                      <a:pt x="190" y="3119"/>
                    </a:cubicBezTo>
                    <a:cubicBezTo>
                      <a:pt x="63" y="3534"/>
                      <a:pt x="9" y="3957"/>
                      <a:pt x="0" y="4381"/>
                    </a:cubicBezTo>
                    <a:cubicBezTo>
                      <a:pt x="0" y="6003"/>
                      <a:pt x="0" y="7626"/>
                      <a:pt x="9" y="9248"/>
                    </a:cubicBezTo>
                    <a:lnTo>
                      <a:pt x="54" y="14116"/>
                    </a:lnTo>
                    <a:lnTo>
                      <a:pt x="54" y="16550"/>
                    </a:lnTo>
                    <a:lnTo>
                      <a:pt x="54" y="17154"/>
                    </a:lnTo>
                    <a:cubicBezTo>
                      <a:pt x="54" y="17253"/>
                      <a:pt x="54" y="17361"/>
                      <a:pt x="63" y="17469"/>
                    </a:cubicBezTo>
                    <a:cubicBezTo>
                      <a:pt x="63" y="17568"/>
                      <a:pt x="72" y="17676"/>
                      <a:pt x="81" y="17776"/>
                    </a:cubicBezTo>
                    <a:cubicBezTo>
                      <a:pt x="127" y="18190"/>
                      <a:pt x="217" y="18605"/>
                      <a:pt x="370" y="19002"/>
                    </a:cubicBezTo>
                    <a:cubicBezTo>
                      <a:pt x="676" y="19786"/>
                      <a:pt x="1226" y="20489"/>
                      <a:pt x="1947" y="20949"/>
                    </a:cubicBezTo>
                    <a:cubicBezTo>
                      <a:pt x="2299" y="21183"/>
                      <a:pt x="2696" y="21363"/>
                      <a:pt x="3092" y="21489"/>
                    </a:cubicBezTo>
                    <a:lnTo>
                      <a:pt x="4255" y="21859"/>
                    </a:lnTo>
                    <a:lnTo>
                      <a:pt x="8897" y="23310"/>
                    </a:lnTo>
                    <a:lnTo>
                      <a:pt x="9483" y="23490"/>
                    </a:lnTo>
                    <a:cubicBezTo>
                      <a:pt x="9672" y="23554"/>
                      <a:pt x="9862" y="23617"/>
                      <a:pt x="10078" y="23671"/>
                    </a:cubicBezTo>
                    <a:cubicBezTo>
                      <a:pt x="10418" y="23761"/>
                      <a:pt x="10777" y="23801"/>
                      <a:pt x="11133" y="23801"/>
                    </a:cubicBezTo>
                    <a:cubicBezTo>
                      <a:pt x="11202" y="23801"/>
                      <a:pt x="11271" y="23800"/>
                      <a:pt x="11340" y="23797"/>
                    </a:cubicBezTo>
                    <a:cubicBezTo>
                      <a:pt x="11764" y="23779"/>
                      <a:pt x="12187" y="23698"/>
                      <a:pt x="12593" y="23563"/>
                    </a:cubicBezTo>
                    <a:lnTo>
                      <a:pt x="13738" y="23157"/>
                    </a:lnTo>
                    <a:lnTo>
                      <a:pt x="18335" y="21552"/>
                    </a:lnTo>
                    <a:cubicBezTo>
                      <a:pt x="19137" y="21273"/>
                      <a:pt x="19858" y="20759"/>
                      <a:pt x="20372" y="20083"/>
                    </a:cubicBezTo>
                    <a:cubicBezTo>
                      <a:pt x="20895" y="19407"/>
                      <a:pt x="21210" y="18578"/>
                      <a:pt x="21273" y="17731"/>
                    </a:cubicBezTo>
                    <a:lnTo>
                      <a:pt x="21282" y="17406"/>
                    </a:lnTo>
                    <a:lnTo>
                      <a:pt x="21282" y="17109"/>
                    </a:lnTo>
                    <a:lnTo>
                      <a:pt x="21291" y="16496"/>
                    </a:lnTo>
                    <a:lnTo>
                      <a:pt x="21291" y="15279"/>
                    </a:lnTo>
                    <a:lnTo>
                      <a:pt x="21309" y="12845"/>
                    </a:lnTo>
                    <a:lnTo>
                      <a:pt x="21327" y="7978"/>
                    </a:lnTo>
                    <a:lnTo>
                      <a:pt x="21345" y="5544"/>
                    </a:lnTo>
                    <a:cubicBezTo>
                      <a:pt x="21345" y="5138"/>
                      <a:pt x="21354" y="4742"/>
                      <a:pt x="21345" y="4327"/>
                    </a:cubicBezTo>
                    <a:cubicBezTo>
                      <a:pt x="21336" y="3894"/>
                      <a:pt x="21255" y="3471"/>
                      <a:pt x="21129" y="3056"/>
                    </a:cubicBezTo>
                    <a:cubicBezTo>
                      <a:pt x="20994" y="2650"/>
                      <a:pt x="20795" y="2263"/>
                      <a:pt x="20561" y="1911"/>
                    </a:cubicBezTo>
                    <a:cubicBezTo>
                      <a:pt x="20309" y="1551"/>
                      <a:pt x="20011" y="1244"/>
                      <a:pt x="19678" y="974"/>
                    </a:cubicBezTo>
                    <a:cubicBezTo>
                      <a:pt x="19344" y="694"/>
                      <a:pt x="18966" y="487"/>
                      <a:pt x="18569" y="325"/>
                    </a:cubicBezTo>
                    <a:cubicBezTo>
                      <a:pt x="18172" y="153"/>
                      <a:pt x="17749" y="72"/>
                      <a:pt x="17325" y="18"/>
                    </a:cubicBezTo>
                    <a:cubicBezTo>
                      <a:pt x="17109" y="5"/>
                      <a:pt x="16901" y="2"/>
                      <a:pt x="16698" y="2"/>
                    </a:cubicBezTo>
                    <a:cubicBezTo>
                      <a:pt x="16596" y="2"/>
                      <a:pt x="16494" y="3"/>
                      <a:pt x="16393" y="3"/>
                    </a:cubicBezTo>
                    <a:cubicBezTo>
                      <a:pt x="16292" y="3"/>
                      <a:pt x="16192" y="2"/>
                      <a:pt x="160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629" name="Google Shape;6629;p312"/>
            <p:cNvSpPr/>
            <p:nvPr/>
          </p:nvSpPr>
          <p:spPr>
            <a:xfrm rot="442426">
              <a:off x="8229710" y="-161880"/>
              <a:ext cx="102851" cy="551273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5">
    <p:spTree>
      <p:nvGrpSpPr>
        <p:cNvPr id="6630" name="Shape 6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31" name="Google Shape;6631;p31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632" name="Google Shape;6632;p31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31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31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31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31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31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31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31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31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31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31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31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31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31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31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31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31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31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31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31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31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31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54" name="Google Shape;6654;p313"/>
          <p:cNvSpPr txBox="1"/>
          <p:nvPr>
            <p:ph idx="1" type="subTitle"/>
          </p:nvPr>
        </p:nvSpPr>
        <p:spPr>
          <a:xfrm>
            <a:off x="235185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655" name="Google Shape;6655;p313"/>
          <p:cNvSpPr txBox="1"/>
          <p:nvPr>
            <p:ph type="ctrTitle"/>
          </p:nvPr>
        </p:nvSpPr>
        <p:spPr>
          <a:xfrm>
            <a:off x="32979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6">
    <p:spTree>
      <p:nvGrpSpPr>
        <p:cNvPr id="6656" name="Shape 6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7" name="Google Shape;6657;p31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658" name="Google Shape;6658;p31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31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31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31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31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31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31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31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31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31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31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31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31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31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31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31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31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31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31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31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31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31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80" name="Google Shape;6680;p314"/>
          <p:cNvSpPr txBox="1"/>
          <p:nvPr>
            <p:ph idx="1" type="subTitle"/>
          </p:nvPr>
        </p:nvSpPr>
        <p:spPr>
          <a:xfrm>
            <a:off x="906900" y="298732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681" name="Google Shape;6681;p314"/>
          <p:cNvSpPr txBox="1"/>
          <p:nvPr>
            <p:ph idx="2" type="subTitle"/>
          </p:nvPr>
        </p:nvSpPr>
        <p:spPr>
          <a:xfrm>
            <a:off x="906900" y="12797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682" name="Google Shape;6682;p314"/>
          <p:cNvSpPr txBox="1"/>
          <p:nvPr>
            <p:ph idx="3" type="subTitle"/>
          </p:nvPr>
        </p:nvSpPr>
        <p:spPr>
          <a:xfrm>
            <a:off x="906900" y="1743949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683" name="Google Shape;6683;p314"/>
          <p:cNvSpPr txBox="1"/>
          <p:nvPr>
            <p:ph idx="4" type="subTitle"/>
          </p:nvPr>
        </p:nvSpPr>
        <p:spPr>
          <a:xfrm>
            <a:off x="906900" y="3464338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684" name="Google Shape;6684;p314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7">
    <p:spTree>
      <p:nvGrpSpPr>
        <p:cNvPr id="6685" name="Shape 6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86" name="Google Shape;6686;p31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687" name="Google Shape;6687;p31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31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31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31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31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31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31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31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31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31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31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31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31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31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31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31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31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31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31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31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31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31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09" name="Google Shape;6709;p315"/>
          <p:cNvSpPr txBox="1"/>
          <p:nvPr>
            <p:ph type="ctrTitle"/>
          </p:nvPr>
        </p:nvSpPr>
        <p:spPr>
          <a:xfrm>
            <a:off x="52729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10" name="Google Shape;6710;p315"/>
          <p:cNvSpPr txBox="1"/>
          <p:nvPr>
            <p:ph idx="1" type="subTitle"/>
          </p:nvPr>
        </p:nvSpPr>
        <p:spPr>
          <a:xfrm>
            <a:off x="52729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11" name="Google Shape;6711;p315"/>
          <p:cNvSpPr txBox="1"/>
          <p:nvPr>
            <p:ph idx="2" type="subTitle"/>
          </p:nvPr>
        </p:nvSpPr>
        <p:spPr>
          <a:xfrm>
            <a:off x="52729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12" name="Google Shape;6712;p315"/>
          <p:cNvSpPr txBox="1"/>
          <p:nvPr>
            <p:ph idx="3" type="ctrTitle"/>
          </p:nvPr>
        </p:nvSpPr>
        <p:spPr>
          <a:xfrm>
            <a:off x="52729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13" name="Google Shape;6713;p315"/>
          <p:cNvSpPr txBox="1"/>
          <p:nvPr>
            <p:ph idx="4" type="ctrTitle"/>
          </p:nvPr>
        </p:nvSpPr>
        <p:spPr>
          <a:xfrm>
            <a:off x="14197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14" name="Google Shape;6714;p315"/>
          <p:cNvSpPr txBox="1"/>
          <p:nvPr>
            <p:ph idx="5" type="subTitle"/>
          </p:nvPr>
        </p:nvSpPr>
        <p:spPr>
          <a:xfrm>
            <a:off x="14197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15" name="Google Shape;6715;p315"/>
          <p:cNvSpPr txBox="1"/>
          <p:nvPr>
            <p:ph idx="6" type="subTitle"/>
          </p:nvPr>
        </p:nvSpPr>
        <p:spPr>
          <a:xfrm>
            <a:off x="14197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16" name="Google Shape;6716;p315"/>
          <p:cNvSpPr txBox="1"/>
          <p:nvPr>
            <p:ph idx="7" type="ctrTitle"/>
          </p:nvPr>
        </p:nvSpPr>
        <p:spPr>
          <a:xfrm>
            <a:off x="14197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17" name="Google Shape;6717;p315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8">
    <p:spTree>
      <p:nvGrpSpPr>
        <p:cNvPr id="6718" name="Shape 6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19" name="Google Shape;6719;p316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6720" name="Google Shape;6720;p316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721" name="Google Shape;6721;p31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6722" name="Google Shape;6722;p316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6723" name="Google Shape;6723;p31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4" name="Google Shape;6724;p31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5" name="Google Shape;6725;p31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6" name="Google Shape;6726;p31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7" name="Google Shape;6727;p31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8" name="Google Shape;6728;p31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9" name="Google Shape;6729;p31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0" name="Google Shape;6730;p31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1" name="Google Shape;6731;p31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2" name="Google Shape;6732;p31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3" name="Google Shape;6733;p31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4" name="Google Shape;6734;p31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5" name="Google Shape;6735;p31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6" name="Google Shape;6736;p31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7" name="Google Shape;6737;p31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38" name="Google Shape;6738;p316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6739" name="Google Shape;6739;p31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0" name="Google Shape;6740;p31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1" name="Google Shape;6741;p31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2" name="Google Shape;6742;p31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3" name="Google Shape;6743;p31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4" name="Google Shape;6744;p31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5" name="Google Shape;6745;p31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6" name="Google Shape;6746;p31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7" name="Google Shape;6747;p31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8" name="Google Shape;6748;p31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9" name="Google Shape;6749;p31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0" name="Google Shape;6750;p31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1" name="Google Shape;6751;p31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2" name="Google Shape;6752;p31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3" name="Google Shape;6753;p31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6754" name="Google Shape;6754;p316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755" name="Google Shape;6755;p316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756" name="Google Shape;6756;p316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757" name="Google Shape;6757;p316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758" name="Google Shape;6758;p316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759" name="Google Shape;6759;p31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6760" name="Google Shape;6760;p316"/>
          <p:cNvSpPr txBox="1"/>
          <p:nvPr>
            <p:ph type="title"/>
          </p:nvPr>
        </p:nvSpPr>
        <p:spPr>
          <a:xfrm>
            <a:off x="720000" y="540000"/>
            <a:ext cx="3087300" cy="145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761" name="Google Shape;6761;p316"/>
          <p:cNvSpPr txBox="1"/>
          <p:nvPr>
            <p:ph idx="1" type="subTitle"/>
          </p:nvPr>
        </p:nvSpPr>
        <p:spPr>
          <a:xfrm>
            <a:off x="5703898" y="86720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62" name="Google Shape;6762;p316"/>
          <p:cNvSpPr txBox="1"/>
          <p:nvPr>
            <p:ph idx="2" type="subTitle"/>
          </p:nvPr>
        </p:nvSpPr>
        <p:spPr>
          <a:xfrm>
            <a:off x="5703898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63" name="Google Shape;6763;p316"/>
          <p:cNvSpPr txBox="1"/>
          <p:nvPr>
            <p:ph idx="3" type="subTitle"/>
          </p:nvPr>
        </p:nvSpPr>
        <p:spPr>
          <a:xfrm>
            <a:off x="906900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64" name="Google Shape;6764;p316"/>
          <p:cNvSpPr txBox="1"/>
          <p:nvPr>
            <p:ph idx="4" type="subTitle"/>
          </p:nvPr>
        </p:nvSpPr>
        <p:spPr>
          <a:xfrm>
            <a:off x="906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65" name="Google Shape;6765;p316"/>
          <p:cNvSpPr txBox="1"/>
          <p:nvPr>
            <p:ph idx="5" type="subTitle"/>
          </p:nvPr>
        </p:nvSpPr>
        <p:spPr>
          <a:xfrm>
            <a:off x="5703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66" name="Google Shape;6766;p316"/>
          <p:cNvSpPr txBox="1"/>
          <p:nvPr>
            <p:ph idx="6" type="subTitle"/>
          </p:nvPr>
        </p:nvSpPr>
        <p:spPr>
          <a:xfrm>
            <a:off x="5703900" y="1247983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9">
    <p:spTree>
      <p:nvGrpSpPr>
        <p:cNvPr id="6767" name="Shape 6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68" name="Google Shape;6768;p31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769" name="Google Shape;6769;p31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31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31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31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31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31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31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31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31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31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31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31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31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31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31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31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31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31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31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31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31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31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91" name="Google Shape;6791;p317"/>
          <p:cNvSpPr txBox="1"/>
          <p:nvPr>
            <p:ph type="ctrTitle"/>
          </p:nvPr>
        </p:nvSpPr>
        <p:spPr>
          <a:xfrm>
            <a:off x="3443850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92" name="Google Shape;6792;p317"/>
          <p:cNvSpPr txBox="1"/>
          <p:nvPr>
            <p:ph idx="1" type="subTitle"/>
          </p:nvPr>
        </p:nvSpPr>
        <p:spPr>
          <a:xfrm>
            <a:off x="344384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3" name="Google Shape;6793;p317"/>
          <p:cNvSpPr txBox="1"/>
          <p:nvPr>
            <p:ph idx="2" type="subTitle"/>
          </p:nvPr>
        </p:nvSpPr>
        <p:spPr>
          <a:xfrm>
            <a:off x="4759920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4" name="Google Shape;6794;p317"/>
          <p:cNvSpPr txBox="1"/>
          <p:nvPr>
            <p:ph idx="3" type="ctrTitle"/>
          </p:nvPr>
        </p:nvSpPr>
        <p:spPr>
          <a:xfrm>
            <a:off x="475992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95" name="Google Shape;6795;p317"/>
          <p:cNvSpPr txBox="1"/>
          <p:nvPr>
            <p:ph idx="4" type="ctrTitle"/>
          </p:nvPr>
        </p:nvSpPr>
        <p:spPr>
          <a:xfrm>
            <a:off x="81170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96" name="Google Shape;6796;p317"/>
          <p:cNvSpPr txBox="1"/>
          <p:nvPr>
            <p:ph idx="5" type="subTitle"/>
          </p:nvPr>
        </p:nvSpPr>
        <p:spPr>
          <a:xfrm>
            <a:off x="81170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7" name="Google Shape;6797;p317"/>
          <p:cNvSpPr txBox="1"/>
          <p:nvPr>
            <p:ph idx="6" type="subTitle"/>
          </p:nvPr>
        </p:nvSpPr>
        <p:spPr>
          <a:xfrm>
            <a:off x="2127778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8" name="Google Shape;6798;p317"/>
          <p:cNvSpPr txBox="1"/>
          <p:nvPr>
            <p:ph idx="7" type="ctrTitle"/>
          </p:nvPr>
        </p:nvSpPr>
        <p:spPr>
          <a:xfrm>
            <a:off x="212778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799" name="Google Shape;6799;p317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800" name="Google Shape;6800;p317"/>
          <p:cNvSpPr txBox="1"/>
          <p:nvPr>
            <p:ph idx="9" type="ctrTitle"/>
          </p:nvPr>
        </p:nvSpPr>
        <p:spPr>
          <a:xfrm>
            <a:off x="607599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01" name="Google Shape;6801;p317"/>
          <p:cNvSpPr txBox="1"/>
          <p:nvPr>
            <p:ph idx="13" type="subTitle"/>
          </p:nvPr>
        </p:nvSpPr>
        <p:spPr>
          <a:xfrm>
            <a:off x="607599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0">
    <p:spTree>
      <p:nvGrpSpPr>
        <p:cNvPr id="6802" name="Shape 6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03" name="Google Shape;6803;p31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804" name="Google Shape;6804;p31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31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31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31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31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31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31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31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31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31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31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31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31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31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31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31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31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31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31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31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31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31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26" name="Google Shape;6826;p318"/>
          <p:cNvSpPr txBox="1"/>
          <p:nvPr>
            <p:ph type="title"/>
          </p:nvPr>
        </p:nvSpPr>
        <p:spPr>
          <a:xfrm>
            <a:off x="5314275" y="1089028"/>
            <a:ext cx="3109500" cy="13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827" name="Google Shape;6827;p318"/>
          <p:cNvSpPr txBox="1"/>
          <p:nvPr>
            <p:ph idx="1" type="subTitle"/>
          </p:nvPr>
        </p:nvSpPr>
        <p:spPr>
          <a:xfrm>
            <a:off x="6241125" y="2611969"/>
            <a:ext cx="2182800" cy="14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34">
    <p:spTree>
      <p:nvGrpSpPr>
        <p:cNvPr id="6828" name="Shape 6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29" name="Google Shape;6829;p31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830" name="Google Shape;6830;p31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31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31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31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31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31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31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31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31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31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31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31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31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31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31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31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31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31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31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31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31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31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52" name="Google Shape;6852;p319"/>
          <p:cNvSpPr txBox="1"/>
          <p:nvPr>
            <p:ph type="title"/>
          </p:nvPr>
        </p:nvSpPr>
        <p:spPr>
          <a:xfrm>
            <a:off x="717000" y="1491225"/>
            <a:ext cx="3870300" cy="9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853" name="Google Shape;6853;p319"/>
          <p:cNvSpPr txBox="1"/>
          <p:nvPr>
            <p:ph idx="1" type="subTitle"/>
          </p:nvPr>
        </p:nvSpPr>
        <p:spPr>
          <a:xfrm>
            <a:off x="1870200" y="2570158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1"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55" name="Google Shape;6855;p32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856" name="Google Shape;6856;p32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32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32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32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32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32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32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32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32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32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32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32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32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32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32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32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32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32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32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32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32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32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78" name="Google Shape;6878;p320"/>
          <p:cNvSpPr txBox="1"/>
          <p:nvPr>
            <p:ph type="ctrTitle"/>
          </p:nvPr>
        </p:nvSpPr>
        <p:spPr>
          <a:xfrm>
            <a:off x="988403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79" name="Google Shape;6879;p320"/>
          <p:cNvSpPr txBox="1"/>
          <p:nvPr>
            <p:ph idx="1" type="subTitle"/>
          </p:nvPr>
        </p:nvSpPr>
        <p:spPr>
          <a:xfrm>
            <a:off x="988403" y="1579523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80" name="Google Shape;6880;p320"/>
          <p:cNvSpPr txBox="1"/>
          <p:nvPr>
            <p:ph idx="2" type="subTitle"/>
          </p:nvPr>
        </p:nvSpPr>
        <p:spPr>
          <a:xfrm>
            <a:off x="988403" y="3577425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81" name="Google Shape;6881;p320"/>
          <p:cNvSpPr txBox="1"/>
          <p:nvPr>
            <p:ph idx="3" type="subTitle"/>
          </p:nvPr>
        </p:nvSpPr>
        <p:spPr>
          <a:xfrm>
            <a:off x="988403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82" name="Google Shape;6882;p320"/>
          <p:cNvSpPr txBox="1"/>
          <p:nvPr>
            <p:ph idx="4" type="ctrTitle"/>
          </p:nvPr>
        </p:nvSpPr>
        <p:spPr>
          <a:xfrm>
            <a:off x="988403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83" name="Google Shape;6883;p320"/>
          <p:cNvSpPr txBox="1"/>
          <p:nvPr>
            <p:ph idx="5" type="ctrTitle"/>
          </p:nvPr>
        </p:nvSpPr>
        <p:spPr>
          <a:xfrm>
            <a:off x="988403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6884" name="Google Shape;6884;p320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6885" name="Shape 6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6" name="Google Shape;6886;p321"/>
          <p:cNvSpPr txBox="1"/>
          <p:nvPr>
            <p:ph type="title"/>
          </p:nvPr>
        </p:nvSpPr>
        <p:spPr>
          <a:xfrm>
            <a:off x="5059850" y="3019625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31">
    <p:spTree>
      <p:nvGrpSpPr>
        <p:cNvPr id="6887" name="Shape 6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8" name="Google Shape;6888;p322"/>
          <p:cNvSpPr txBox="1"/>
          <p:nvPr>
            <p:ph type="title"/>
          </p:nvPr>
        </p:nvSpPr>
        <p:spPr>
          <a:xfrm>
            <a:off x="1249850" y="873387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6889" name="Shape 6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90" name="Google Shape;6890;p32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891" name="Google Shape;6891;p32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32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32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32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32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32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32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32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32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32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32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32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32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32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32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32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32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32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32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32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32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32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13" name="Google Shape;6913;p323"/>
          <p:cNvSpPr txBox="1"/>
          <p:nvPr>
            <p:ph type="title"/>
          </p:nvPr>
        </p:nvSpPr>
        <p:spPr>
          <a:xfrm>
            <a:off x="1232825" y="1765317"/>
            <a:ext cx="66783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914" name="Google Shape;6914;p323"/>
          <p:cNvSpPr txBox="1"/>
          <p:nvPr>
            <p:ph idx="1" type="body"/>
          </p:nvPr>
        </p:nvSpPr>
        <p:spPr>
          <a:xfrm>
            <a:off x="2155325" y="2698083"/>
            <a:ext cx="48333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USTOM_32">
    <p:spTree>
      <p:nvGrpSpPr>
        <p:cNvPr id="6915" name="Shape 6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16" name="Google Shape;6916;p32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917" name="Google Shape;6917;p32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32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32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32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32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32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32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32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32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32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32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32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32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32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32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32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32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32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32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32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32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32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39" name="Google Shape;6939;p324"/>
          <p:cNvSpPr txBox="1"/>
          <p:nvPr>
            <p:ph type="title"/>
          </p:nvPr>
        </p:nvSpPr>
        <p:spPr>
          <a:xfrm>
            <a:off x="3800500" y="1351950"/>
            <a:ext cx="3933000" cy="158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940" name="Google Shape;6940;p324"/>
          <p:cNvSpPr txBox="1"/>
          <p:nvPr>
            <p:ph idx="1" type="body"/>
          </p:nvPr>
        </p:nvSpPr>
        <p:spPr>
          <a:xfrm>
            <a:off x="3800550" y="3111475"/>
            <a:ext cx="39330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5">
    <p:spTree>
      <p:nvGrpSpPr>
        <p:cNvPr id="6941" name="Shape 6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42" name="Google Shape;6942;p32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6943" name="Google Shape;6943;p32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32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32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32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32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32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32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32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32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32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32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32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32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32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32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32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32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32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32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32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32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32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65" name="Google Shape;6965;p325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6">
    <p:spTree>
      <p:nvGrpSpPr>
        <p:cNvPr id="6966" name="Shape 6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7" name="Google Shape;6967;p326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6968" name="Google Shape;6968;p326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69" name="Google Shape;6969;p32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6970" name="Google Shape;6970;p326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6971" name="Google Shape;6971;p32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2" name="Google Shape;6972;p32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3" name="Google Shape;6973;p32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4" name="Google Shape;6974;p32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5" name="Google Shape;6975;p32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6" name="Google Shape;6976;p32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7" name="Google Shape;6977;p32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8" name="Google Shape;6978;p32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9" name="Google Shape;6979;p32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0" name="Google Shape;6980;p32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1" name="Google Shape;6981;p32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2" name="Google Shape;6982;p32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3" name="Google Shape;6983;p32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4" name="Google Shape;6984;p32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5" name="Google Shape;6985;p32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86" name="Google Shape;6986;p326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6987" name="Google Shape;6987;p32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8" name="Google Shape;6988;p32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9" name="Google Shape;6989;p32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0" name="Google Shape;6990;p32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1" name="Google Shape;6991;p32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2" name="Google Shape;6992;p32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3" name="Google Shape;6993;p32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4" name="Google Shape;6994;p32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5" name="Google Shape;6995;p32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6" name="Google Shape;6996;p32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7" name="Google Shape;6997;p32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8" name="Google Shape;6998;p32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9" name="Google Shape;6999;p32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0" name="Google Shape;7000;p32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1" name="Google Shape;7001;p32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002" name="Google Shape;7002;p326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003" name="Google Shape;7003;p326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004" name="Google Shape;7004;p326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005" name="Google Shape;7005;p326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006" name="Google Shape;7006;p326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007" name="Google Shape;7007;p32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7008" name="Google Shape;7008;p326"/>
          <p:cNvSpPr txBox="1"/>
          <p:nvPr>
            <p:ph idx="1" type="subTitle"/>
          </p:nvPr>
        </p:nvSpPr>
        <p:spPr>
          <a:xfrm>
            <a:off x="906900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09" name="Google Shape;7009;p326"/>
          <p:cNvSpPr txBox="1"/>
          <p:nvPr>
            <p:ph idx="2" type="subTitle"/>
          </p:nvPr>
        </p:nvSpPr>
        <p:spPr>
          <a:xfrm>
            <a:off x="5565696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10" name="Google Shape;7010;p326"/>
          <p:cNvSpPr txBox="1"/>
          <p:nvPr>
            <p:ph idx="3" type="subTitle"/>
          </p:nvPr>
        </p:nvSpPr>
        <p:spPr>
          <a:xfrm>
            <a:off x="906900" y="208403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11" name="Google Shape;7011;p326"/>
          <p:cNvSpPr txBox="1"/>
          <p:nvPr>
            <p:ph idx="4" type="subTitle"/>
          </p:nvPr>
        </p:nvSpPr>
        <p:spPr>
          <a:xfrm>
            <a:off x="5565688" y="2094806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12" name="Google Shape;7012;p326"/>
          <p:cNvSpPr txBox="1"/>
          <p:nvPr>
            <p:ph idx="5" type="subTitle"/>
          </p:nvPr>
        </p:nvSpPr>
        <p:spPr>
          <a:xfrm>
            <a:off x="906900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13" name="Google Shape;7013;p326"/>
          <p:cNvSpPr txBox="1"/>
          <p:nvPr>
            <p:ph idx="6" type="subTitle"/>
          </p:nvPr>
        </p:nvSpPr>
        <p:spPr>
          <a:xfrm>
            <a:off x="5565688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14" name="Google Shape;7014;p326"/>
          <p:cNvSpPr txBox="1"/>
          <p:nvPr>
            <p:ph idx="7" type="subTitle"/>
          </p:nvPr>
        </p:nvSpPr>
        <p:spPr>
          <a:xfrm>
            <a:off x="906900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15" name="Google Shape;7015;p326"/>
          <p:cNvSpPr txBox="1"/>
          <p:nvPr>
            <p:ph idx="8" type="subTitle"/>
          </p:nvPr>
        </p:nvSpPr>
        <p:spPr>
          <a:xfrm>
            <a:off x="5565688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16" name="Google Shape;7016;p326"/>
          <p:cNvSpPr txBox="1"/>
          <p:nvPr>
            <p:ph type="title"/>
          </p:nvPr>
        </p:nvSpPr>
        <p:spPr>
          <a:xfrm>
            <a:off x="720000" y="540000"/>
            <a:ext cx="33300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7">
    <p:spTree>
      <p:nvGrpSpPr>
        <p:cNvPr id="7017" name="Shape 7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18" name="Google Shape;7018;p32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019" name="Google Shape;7019;p32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32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32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32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32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32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32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32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32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32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32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32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32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32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32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32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32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32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32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32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32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32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41" name="Google Shape;7041;p327"/>
          <p:cNvSpPr txBox="1"/>
          <p:nvPr>
            <p:ph type="ctrTitle"/>
          </p:nvPr>
        </p:nvSpPr>
        <p:spPr>
          <a:xfrm>
            <a:off x="5295149" y="1449725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042" name="Google Shape;7042;p327"/>
          <p:cNvSpPr txBox="1"/>
          <p:nvPr>
            <p:ph idx="1" type="subTitle"/>
          </p:nvPr>
        </p:nvSpPr>
        <p:spPr>
          <a:xfrm>
            <a:off x="5295149" y="1731948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43" name="Google Shape;7043;p327"/>
          <p:cNvSpPr txBox="1"/>
          <p:nvPr>
            <p:ph idx="2" type="subTitle"/>
          </p:nvPr>
        </p:nvSpPr>
        <p:spPr>
          <a:xfrm>
            <a:off x="5295149" y="3281876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044" name="Google Shape;7044;p327"/>
          <p:cNvSpPr txBox="1"/>
          <p:nvPr>
            <p:ph idx="3" type="ctrTitle"/>
          </p:nvPr>
        </p:nvSpPr>
        <p:spPr>
          <a:xfrm>
            <a:off x="5295153" y="2989856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045" name="Google Shape;7045;p327"/>
          <p:cNvSpPr txBox="1"/>
          <p:nvPr>
            <p:ph idx="4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8">
    <p:spTree>
      <p:nvGrpSpPr>
        <p:cNvPr id="7046" name="Shape 7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47" name="Google Shape;7047;p32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048" name="Google Shape;7048;p32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32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32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32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32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32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32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32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32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32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32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32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32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32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32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32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32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32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32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32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32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32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70" name="Google Shape;7070;p328"/>
          <p:cNvSpPr txBox="1"/>
          <p:nvPr>
            <p:ph type="title"/>
          </p:nvPr>
        </p:nvSpPr>
        <p:spPr>
          <a:xfrm>
            <a:off x="720000" y="540000"/>
            <a:ext cx="55107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4">
    <p:spTree>
      <p:nvGrpSpPr>
        <p:cNvPr id="7071" name="Shape 7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72" name="Google Shape;7072;p32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073" name="Google Shape;7073;p32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32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32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32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32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32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32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32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32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32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32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32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32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32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32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32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32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32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32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32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32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32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95" name="Google Shape;7095;p329"/>
          <p:cNvSpPr txBox="1"/>
          <p:nvPr>
            <p:ph type="title"/>
          </p:nvPr>
        </p:nvSpPr>
        <p:spPr>
          <a:xfrm>
            <a:off x="720000" y="540000"/>
            <a:ext cx="5399100" cy="8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9">
    <p:spTree>
      <p:nvGrpSpPr>
        <p:cNvPr id="7096" name="Shape 7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7" name="Google Shape;7097;p33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098" name="Google Shape;7098;p33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33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33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33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33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33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33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33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33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33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33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33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33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33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33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33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33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33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33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33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33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33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20" name="Google Shape;7120;p330"/>
          <p:cNvSpPr txBox="1"/>
          <p:nvPr>
            <p:ph idx="1" type="subTitle"/>
          </p:nvPr>
        </p:nvSpPr>
        <p:spPr>
          <a:xfrm>
            <a:off x="8041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21" name="Google Shape;7121;p330"/>
          <p:cNvSpPr txBox="1"/>
          <p:nvPr>
            <p:ph idx="2" type="subTitle"/>
          </p:nvPr>
        </p:nvSpPr>
        <p:spPr>
          <a:xfrm>
            <a:off x="58336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22" name="Google Shape;7122;p330"/>
          <p:cNvSpPr txBox="1"/>
          <p:nvPr>
            <p:ph idx="3" type="subTitle"/>
          </p:nvPr>
        </p:nvSpPr>
        <p:spPr>
          <a:xfrm>
            <a:off x="8041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23" name="Google Shape;7123;p330"/>
          <p:cNvSpPr txBox="1"/>
          <p:nvPr>
            <p:ph idx="4" type="subTitle"/>
          </p:nvPr>
        </p:nvSpPr>
        <p:spPr>
          <a:xfrm>
            <a:off x="58336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24" name="Google Shape;7124;p330"/>
          <p:cNvSpPr txBox="1"/>
          <p:nvPr>
            <p:ph idx="5" type="subTitle"/>
          </p:nvPr>
        </p:nvSpPr>
        <p:spPr>
          <a:xfrm>
            <a:off x="331890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25" name="Google Shape;7125;p330"/>
          <p:cNvSpPr txBox="1"/>
          <p:nvPr>
            <p:ph idx="6" type="subTitle"/>
          </p:nvPr>
        </p:nvSpPr>
        <p:spPr>
          <a:xfrm>
            <a:off x="331890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26" name="Google Shape;7126;p330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127" name="Google Shape;7127;p330"/>
          <p:cNvSpPr txBox="1"/>
          <p:nvPr>
            <p:ph idx="7" type="subTitle"/>
          </p:nvPr>
        </p:nvSpPr>
        <p:spPr>
          <a:xfrm>
            <a:off x="8041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28" name="Google Shape;7128;p330"/>
          <p:cNvSpPr txBox="1"/>
          <p:nvPr>
            <p:ph idx="8" type="subTitle"/>
          </p:nvPr>
        </p:nvSpPr>
        <p:spPr>
          <a:xfrm>
            <a:off x="58336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29" name="Google Shape;7129;p330"/>
          <p:cNvSpPr txBox="1"/>
          <p:nvPr>
            <p:ph idx="9" type="subTitle"/>
          </p:nvPr>
        </p:nvSpPr>
        <p:spPr>
          <a:xfrm>
            <a:off x="8041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30" name="Google Shape;7130;p330"/>
          <p:cNvSpPr txBox="1"/>
          <p:nvPr>
            <p:ph idx="13" type="subTitle"/>
          </p:nvPr>
        </p:nvSpPr>
        <p:spPr>
          <a:xfrm>
            <a:off x="58336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31" name="Google Shape;7131;p330"/>
          <p:cNvSpPr txBox="1"/>
          <p:nvPr>
            <p:ph idx="14" type="subTitle"/>
          </p:nvPr>
        </p:nvSpPr>
        <p:spPr>
          <a:xfrm>
            <a:off x="331890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32" name="Google Shape;7132;p330"/>
          <p:cNvSpPr txBox="1"/>
          <p:nvPr>
            <p:ph idx="15" type="subTitle"/>
          </p:nvPr>
        </p:nvSpPr>
        <p:spPr>
          <a:xfrm>
            <a:off x="331890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7">
    <p:spTree>
      <p:nvGrpSpPr>
        <p:cNvPr id="7133" name="Shape 7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34" name="Google Shape;7134;p33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135" name="Google Shape;7135;p33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33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33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33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33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33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33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33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33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33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33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33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33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33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33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33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33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33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33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33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33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33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57" name="Google Shape;7157;p331"/>
          <p:cNvSpPr txBox="1"/>
          <p:nvPr>
            <p:ph idx="1" type="subTitle"/>
          </p:nvPr>
        </p:nvSpPr>
        <p:spPr>
          <a:xfrm>
            <a:off x="8041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58" name="Google Shape;7158;p331"/>
          <p:cNvSpPr txBox="1"/>
          <p:nvPr>
            <p:ph idx="2" type="subTitle"/>
          </p:nvPr>
        </p:nvSpPr>
        <p:spPr>
          <a:xfrm>
            <a:off x="58336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59" name="Google Shape;7159;p331"/>
          <p:cNvSpPr txBox="1"/>
          <p:nvPr>
            <p:ph idx="3" type="subTitle"/>
          </p:nvPr>
        </p:nvSpPr>
        <p:spPr>
          <a:xfrm>
            <a:off x="3318900" y="20030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60" name="Google Shape;7160;p331"/>
          <p:cNvSpPr txBox="1"/>
          <p:nvPr>
            <p:ph type="title"/>
          </p:nvPr>
        </p:nvSpPr>
        <p:spPr>
          <a:xfrm>
            <a:off x="5917800" y="540000"/>
            <a:ext cx="25062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161" name="Google Shape;7161;p331"/>
          <p:cNvSpPr txBox="1"/>
          <p:nvPr>
            <p:ph idx="4" type="subTitle"/>
          </p:nvPr>
        </p:nvSpPr>
        <p:spPr>
          <a:xfrm>
            <a:off x="8041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62" name="Google Shape;7162;p331"/>
          <p:cNvSpPr txBox="1"/>
          <p:nvPr>
            <p:ph idx="5" type="subTitle"/>
          </p:nvPr>
        </p:nvSpPr>
        <p:spPr>
          <a:xfrm>
            <a:off x="58336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63" name="Google Shape;7163;p331"/>
          <p:cNvSpPr txBox="1"/>
          <p:nvPr>
            <p:ph idx="6" type="subTitle"/>
          </p:nvPr>
        </p:nvSpPr>
        <p:spPr>
          <a:xfrm>
            <a:off x="3318900" y="2389956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28">
    <p:spTree>
      <p:nvGrpSpPr>
        <p:cNvPr id="7164" name="Shape 7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65" name="Google Shape;7165;p33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166" name="Google Shape;7166;p33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33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33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33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33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33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33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33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33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33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33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33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33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33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33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33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33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33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33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33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33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33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88" name="Google Shape;7188;p332"/>
          <p:cNvSpPr txBox="1"/>
          <p:nvPr>
            <p:ph idx="1" type="subTitle"/>
          </p:nvPr>
        </p:nvSpPr>
        <p:spPr>
          <a:xfrm>
            <a:off x="1342450" y="3241403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89" name="Google Shape;7189;p332"/>
          <p:cNvSpPr txBox="1"/>
          <p:nvPr>
            <p:ph idx="2" type="subTitle"/>
          </p:nvPr>
        </p:nvSpPr>
        <p:spPr>
          <a:xfrm>
            <a:off x="5295350" y="3232090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190" name="Google Shape;7190;p332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191" name="Google Shape;7191;p332"/>
          <p:cNvSpPr txBox="1"/>
          <p:nvPr>
            <p:ph idx="3" type="subTitle"/>
          </p:nvPr>
        </p:nvSpPr>
        <p:spPr>
          <a:xfrm>
            <a:off x="1342450" y="3615440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192" name="Google Shape;7192;p332"/>
          <p:cNvSpPr txBox="1"/>
          <p:nvPr>
            <p:ph idx="4" type="subTitle"/>
          </p:nvPr>
        </p:nvSpPr>
        <p:spPr>
          <a:xfrm>
            <a:off x="5295350" y="3606127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20">
    <p:spTree>
      <p:nvGrpSpPr>
        <p:cNvPr id="7193" name="Shape 7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94" name="Google Shape;7194;p33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195" name="Google Shape;7195;p33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33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33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33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33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33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33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33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33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33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33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33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33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33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33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33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33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33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33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33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33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33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17" name="Google Shape;7217;p333"/>
          <p:cNvSpPr txBox="1"/>
          <p:nvPr>
            <p:ph type="ctrTitle"/>
          </p:nvPr>
        </p:nvSpPr>
        <p:spPr>
          <a:xfrm>
            <a:off x="3443847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218" name="Google Shape;7218;p333"/>
          <p:cNvSpPr txBox="1"/>
          <p:nvPr>
            <p:ph idx="1" type="subTitle"/>
          </p:nvPr>
        </p:nvSpPr>
        <p:spPr>
          <a:xfrm>
            <a:off x="3443847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219" name="Google Shape;7219;p333"/>
          <p:cNvSpPr txBox="1"/>
          <p:nvPr>
            <p:ph idx="2" type="subTitle"/>
          </p:nvPr>
        </p:nvSpPr>
        <p:spPr>
          <a:xfrm>
            <a:off x="475992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220" name="Google Shape;7220;p333"/>
          <p:cNvSpPr txBox="1"/>
          <p:nvPr>
            <p:ph idx="3" type="ctrTitle"/>
          </p:nvPr>
        </p:nvSpPr>
        <p:spPr>
          <a:xfrm>
            <a:off x="475992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221" name="Google Shape;7221;p333"/>
          <p:cNvSpPr txBox="1"/>
          <p:nvPr>
            <p:ph idx="4" type="ctrTitle"/>
          </p:nvPr>
        </p:nvSpPr>
        <p:spPr>
          <a:xfrm>
            <a:off x="81170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222" name="Google Shape;7222;p333"/>
          <p:cNvSpPr txBox="1"/>
          <p:nvPr>
            <p:ph idx="5" type="subTitle"/>
          </p:nvPr>
        </p:nvSpPr>
        <p:spPr>
          <a:xfrm>
            <a:off x="81170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223" name="Google Shape;7223;p333"/>
          <p:cNvSpPr txBox="1"/>
          <p:nvPr>
            <p:ph idx="6" type="subTitle"/>
          </p:nvPr>
        </p:nvSpPr>
        <p:spPr>
          <a:xfrm>
            <a:off x="212778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224" name="Google Shape;7224;p333"/>
          <p:cNvSpPr txBox="1"/>
          <p:nvPr>
            <p:ph idx="7" type="ctrTitle"/>
          </p:nvPr>
        </p:nvSpPr>
        <p:spPr>
          <a:xfrm>
            <a:off x="212778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225" name="Google Shape;7225;p333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226" name="Google Shape;7226;p333"/>
          <p:cNvSpPr txBox="1"/>
          <p:nvPr>
            <p:ph idx="9" type="ctrTitle"/>
          </p:nvPr>
        </p:nvSpPr>
        <p:spPr>
          <a:xfrm>
            <a:off x="607599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227" name="Google Shape;7227;p333"/>
          <p:cNvSpPr txBox="1"/>
          <p:nvPr>
            <p:ph idx="13" type="subTitle"/>
          </p:nvPr>
        </p:nvSpPr>
        <p:spPr>
          <a:xfrm>
            <a:off x="607599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21">
    <p:spTree>
      <p:nvGrpSpPr>
        <p:cNvPr id="7228" name="Shape 7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29" name="Google Shape;7229;p33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230" name="Google Shape;7230;p33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33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33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33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33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33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33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33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33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33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33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33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33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33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33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33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33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33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33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49" name="Google Shape;7249;p334"/>
          <p:cNvSpPr txBox="1"/>
          <p:nvPr>
            <p:ph type="title"/>
          </p:nvPr>
        </p:nvSpPr>
        <p:spPr>
          <a:xfrm>
            <a:off x="715349" y="1829975"/>
            <a:ext cx="52644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250" name="Google Shape;7250;p334"/>
          <p:cNvSpPr txBox="1"/>
          <p:nvPr>
            <p:ph idx="1" type="body"/>
          </p:nvPr>
        </p:nvSpPr>
        <p:spPr>
          <a:xfrm>
            <a:off x="715350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33">
    <p:spTree>
      <p:nvGrpSpPr>
        <p:cNvPr id="7251" name="Shape 7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52" name="Google Shape;7252;p33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253" name="Google Shape;7253;p33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33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33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33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33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33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33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33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33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33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33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33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33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33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33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33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33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33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33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72" name="Google Shape;7272;p335"/>
          <p:cNvSpPr txBox="1"/>
          <p:nvPr>
            <p:ph type="title"/>
          </p:nvPr>
        </p:nvSpPr>
        <p:spPr>
          <a:xfrm>
            <a:off x="3772625" y="1829975"/>
            <a:ext cx="45693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273" name="Google Shape;7273;p335"/>
          <p:cNvSpPr txBox="1"/>
          <p:nvPr>
            <p:ph idx="1" type="body"/>
          </p:nvPr>
        </p:nvSpPr>
        <p:spPr>
          <a:xfrm>
            <a:off x="3772649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2">
    <p:spTree>
      <p:nvGrpSpPr>
        <p:cNvPr id="7274" name="Shape 7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75" name="Google Shape;7275;p336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7276" name="Google Shape;7276;p336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277" name="Google Shape;7277;p33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7278" name="Google Shape;7278;p336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7279" name="Google Shape;7279;p33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0" name="Google Shape;7280;p33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1" name="Google Shape;7281;p33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2" name="Google Shape;7282;p33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3" name="Google Shape;7283;p33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4" name="Google Shape;7284;p33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5" name="Google Shape;7285;p33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6" name="Google Shape;7286;p33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7" name="Google Shape;7287;p33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8" name="Google Shape;7288;p33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9" name="Google Shape;7289;p33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0" name="Google Shape;7290;p33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1" name="Google Shape;7291;p33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2" name="Google Shape;7292;p33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3" name="Google Shape;7293;p33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94" name="Google Shape;7294;p336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7295" name="Google Shape;7295;p336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6" name="Google Shape;7296;p336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7" name="Google Shape;7297;p336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8" name="Google Shape;7298;p336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9" name="Google Shape;7299;p336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0" name="Google Shape;7300;p336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1" name="Google Shape;7301;p336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2" name="Google Shape;7302;p336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3" name="Google Shape;7303;p336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4" name="Google Shape;7304;p336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5" name="Google Shape;7305;p336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6" name="Google Shape;7306;p336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7" name="Google Shape;7307;p336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8" name="Google Shape;7308;p336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9" name="Google Shape;7309;p336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310" name="Google Shape;7310;p336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11" name="Google Shape;7311;p336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12" name="Google Shape;7312;p336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13" name="Google Shape;7313;p336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14" name="Google Shape;7314;p336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15" name="Google Shape;7315;p336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7316" name="Google Shape;7316;p336"/>
          <p:cNvSpPr txBox="1"/>
          <p:nvPr>
            <p:ph type="title"/>
          </p:nvPr>
        </p:nvSpPr>
        <p:spPr>
          <a:xfrm>
            <a:off x="720000" y="1143700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317" name="Google Shape;7317;p336"/>
          <p:cNvSpPr txBox="1"/>
          <p:nvPr>
            <p:ph idx="2" type="title"/>
          </p:nvPr>
        </p:nvSpPr>
        <p:spPr>
          <a:xfrm>
            <a:off x="720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318" name="Google Shape;7318;p336"/>
          <p:cNvSpPr txBox="1"/>
          <p:nvPr>
            <p:ph idx="3" type="title"/>
          </p:nvPr>
        </p:nvSpPr>
        <p:spPr>
          <a:xfrm>
            <a:off x="5094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319" name="Google Shape;7319;p336"/>
          <p:cNvSpPr txBox="1"/>
          <p:nvPr>
            <p:ph idx="1" type="subTitle"/>
          </p:nvPr>
        </p:nvSpPr>
        <p:spPr>
          <a:xfrm>
            <a:off x="915300" y="1964863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20" name="Google Shape;7320;p336"/>
          <p:cNvSpPr txBox="1"/>
          <p:nvPr>
            <p:ph idx="4" type="subTitle"/>
          </p:nvPr>
        </p:nvSpPr>
        <p:spPr>
          <a:xfrm>
            <a:off x="915300" y="3754738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21" name="Google Shape;7321;p336"/>
          <p:cNvSpPr txBox="1"/>
          <p:nvPr>
            <p:ph idx="5" type="subTitle"/>
          </p:nvPr>
        </p:nvSpPr>
        <p:spPr>
          <a:xfrm>
            <a:off x="5192850" y="3754772"/>
            <a:ext cx="3132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3">
    <p:spTree>
      <p:nvGrpSpPr>
        <p:cNvPr id="7322" name="Shape 7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23" name="Google Shape;7323;p33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324" name="Google Shape;7324;p33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33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33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33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33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33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33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33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33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33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33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33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33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33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33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33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33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33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33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43" name="Google Shape;7343;p337"/>
          <p:cNvSpPr txBox="1"/>
          <p:nvPr>
            <p:ph type="title"/>
          </p:nvPr>
        </p:nvSpPr>
        <p:spPr>
          <a:xfrm>
            <a:off x="3285938" y="11437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344" name="Google Shape;7344;p337"/>
          <p:cNvSpPr txBox="1"/>
          <p:nvPr>
            <p:ph idx="1" type="subTitle"/>
          </p:nvPr>
        </p:nvSpPr>
        <p:spPr>
          <a:xfrm>
            <a:off x="3285938" y="1964876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45" name="Google Shape;7345;p337"/>
          <p:cNvSpPr txBox="1"/>
          <p:nvPr>
            <p:ph idx="2" type="title"/>
          </p:nvPr>
        </p:nvSpPr>
        <p:spPr>
          <a:xfrm>
            <a:off x="3285938" y="29701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346" name="Google Shape;7346;p337"/>
          <p:cNvSpPr txBox="1"/>
          <p:nvPr>
            <p:ph idx="3" type="subTitle"/>
          </p:nvPr>
        </p:nvSpPr>
        <p:spPr>
          <a:xfrm>
            <a:off x="3285938" y="3791277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47" name="Google Shape;7347;p337"/>
          <p:cNvSpPr txBox="1"/>
          <p:nvPr>
            <p:ph idx="4" type="title"/>
          </p:nvPr>
        </p:nvSpPr>
        <p:spPr>
          <a:xfrm>
            <a:off x="6030113" y="11563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348" name="Google Shape;7348;p337"/>
          <p:cNvSpPr txBox="1"/>
          <p:nvPr>
            <p:ph idx="5" type="subTitle"/>
          </p:nvPr>
        </p:nvSpPr>
        <p:spPr>
          <a:xfrm>
            <a:off x="6030113" y="19775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49" name="Google Shape;7349;p337"/>
          <p:cNvSpPr txBox="1"/>
          <p:nvPr>
            <p:ph idx="6" type="title"/>
          </p:nvPr>
        </p:nvSpPr>
        <p:spPr>
          <a:xfrm>
            <a:off x="6030113" y="29827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350" name="Google Shape;7350;p337"/>
          <p:cNvSpPr txBox="1"/>
          <p:nvPr>
            <p:ph idx="7" type="subTitle"/>
          </p:nvPr>
        </p:nvSpPr>
        <p:spPr>
          <a:xfrm>
            <a:off x="6030113" y="38039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5">
    <p:spTree>
      <p:nvGrpSpPr>
        <p:cNvPr id="7351" name="Shape 7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2" name="Google Shape;7352;p338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7353" name="Google Shape;7353;p338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354" name="Google Shape;7354;p33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7355" name="Google Shape;7355;p338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7356" name="Google Shape;7356;p33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7" name="Google Shape;7357;p33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8" name="Google Shape;7358;p33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9" name="Google Shape;7359;p33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0" name="Google Shape;7360;p33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1" name="Google Shape;7361;p33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2" name="Google Shape;7362;p33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3" name="Google Shape;7363;p33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4" name="Google Shape;7364;p33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5" name="Google Shape;7365;p33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6" name="Google Shape;7366;p33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7" name="Google Shape;7367;p33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8" name="Google Shape;7368;p33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9" name="Google Shape;7369;p33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0" name="Google Shape;7370;p33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71" name="Google Shape;7371;p338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7372" name="Google Shape;7372;p33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3" name="Google Shape;7373;p33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4" name="Google Shape;7374;p33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5" name="Google Shape;7375;p33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6" name="Google Shape;7376;p33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7" name="Google Shape;7377;p33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8" name="Google Shape;7378;p33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9" name="Google Shape;7379;p33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0" name="Google Shape;7380;p33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1" name="Google Shape;7381;p33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2" name="Google Shape;7382;p33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3" name="Google Shape;7383;p33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4" name="Google Shape;7384;p33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5" name="Google Shape;7385;p33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6" name="Google Shape;7386;p33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387" name="Google Shape;7387;p338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88" name="Google Shape;7388;p338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89" name="Google Shape;7389;p338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90" name="Google Shape;7390;p338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91" name="Google Shape;7391;p338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392" name="Google Shape;7392;p33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7393" name="Google Shape;7393;p338"/>
          <p:cNvSpPr txBox="1"/>
          <p:nvPr>
            <p:ph idx="1" type="subTitle"/>
          </p:nvPr>
        </p:nvSpPr>
        <p:spPr>
          <a:xfrm>
            <a:off x="720000" y="2532242"/>
            <a:ext cx="23004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394" name="Google Shape;7394;p338"/>
          <p:cNvSpPr txBox="1"/>
          <p:nvPr>
            <p:ph type="title"/>
          </p:nvPr>
        </p:nvSpPr>
        <p:spPr>
          <a:xfrm>
            <a:off x="720000" y="1452200"/>
            <a:ext cx="15549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6">
    <p:spTree>
      <p:nvGrpSpPr>
        <p:cNvPr id="7395" name="Shape 7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6" name="Google Shape;7396;p339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7397" name="Google Shape;7397;p339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398" name="Google Shape;7398;p339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7399" name="Google Shape;7399;p339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7400" name="Google Shape;7400;p339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1" name="Google Shape;7401;p339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2" name="Google Shape;7402;p339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3" name="Google Shape;7403;p339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4" name="Google Shape;7404;p339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5" name="Google Shape;7405;p339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6" name="Google Shape;7406;p339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7" name="Google Shape;7407;p339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8" name="Google Shape;7408;p339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9" name="Google Shape;7409;p339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0" name="Google Shape;7410;p339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1" name="Google Shape;7411;p339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2" name="Google Shape;7412;p339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3" name="Google Shape;7413;p339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4" name="Google Shape;7414;p339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15" name="Google Shape;7415;p339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7416" name="Google Shape;7416;p339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7" name="Google Shape;7417;p339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8" name="Google Shape;7418;p339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9" name="Google Shape;7419;p339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0" name="Google Shape;7420;p339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1" name="Google Shape;7421;p339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2" name="Google Shape;7422;p339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3" name="Google Shape;7423;p339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4" name="Google Shape;7424;p339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5" name="Google Shape;7425;p339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6" name="Google Shape;7426;p339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7" name="Google Shape;7427;p339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8" name="Google Shape;7428;p339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9" name="Google Shape;7429;p339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0" name="Google Shape;7430;p339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431" name="Google Shape;7431;p339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32" name="Google Shape;7432;p339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33" name="Google Shape;7433;p339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34" name="Google Shape;7434;p339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35" name="Google Shape;7435;p339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36" name="Google Shape;7436;p339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7437" name="Google Shape;7437;p339"/>
          <p:cNvSpPr txBox="1"/>
          <p:nvPr>
            <p:ph idx="1" type="subTitle"/>
          </p:nvPr>
        </p:nvSpPr>
        <p:spPr>
          <a:xfrm>
            <a:off x="6302975" y="2571750"/>
            <a:ext cx="21213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438" name="Google Shape;7438;p339"/>
          <p:cNvSpPr txBox="1"/>
          <p:nvPr>
            <p:ph type="title"/>
          </p:nvPr>
        </p:nvSpPr>
        <p:spPr>
          <a:xfrm>
            <a:off x="6682500" y="1452213"/>
            <a:ext cx="17415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30">
    <p:spTree>
      <p:nvGrpSpPr>
        <p:cNvPr id="7439" name="Shape 7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0" name="Google Shape;7440;p34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441" name="Google Shape;7441;p34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34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34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34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34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34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34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34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34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34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34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34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34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34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34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34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34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34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34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34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34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34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63" name="Google Shape;7463;p340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464" name="Google Shape;7464;p340"/>
          <p:cNvSpPr txBox="1"/>
          <p:nvPr>
            <p:ph idx="1" type="body"/>
          </p:nvPr>
        </p:nvSpPr>
        <p:spPr>
          <a:xfrm>
            <a:off x="720000" y="1246924"/>
            <a:ext cx="7704000" cy="3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29">
    <p:spTree>
      <p:nvGrpSpPr>
        <p:cNvPr id="7465" name="Shape 7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66" name="Google Shape;7466;p34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467" name="Google Shape;7467;p34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34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34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34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34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34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34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34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34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34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34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34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34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34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34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34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34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34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34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7486" name="Google Shape;7486;p341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487" name="Google Shape;7487;p341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8" name="Google Shape;7488;p341"/>
          <p:cNvSpPr txBox="1"/>
          <p:nvPr>
            <p:ph type="ctrTitle"/>
          </p:nvPr>
        </p:nvSpPr>
        <p:spPr>
          <a:xfrm>
            <a:off x="2351875" y="540000"/>
            <a:ext cx="44403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7489" name="Google Shape;7489;p341"/>
          <p:cNvSpPr txBox="1"/>
          <p:nvPr/>
        </p:nvSpPr>
        <p:spPr>
          <a:xfrm>
            <a:off x="2422213" y="3592175"/>
            <a:ext cx="4299600" cy="6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CREDITS: This presentation template was created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, including icons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 and infographics &amp; images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0" i="0" sz="12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 b="0" i="0" sz="12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0" name="Google Shape;7490;p341"/>
          <p:cNvSpPr txBox="1"/>
          <p:nvPr>
            <p:ph idx="1" type="subTitle"/>
          </p:nvPr>
        </p:nvSpPr>
        <p:spPr>
          <a:xfrm>
            <a:off x="2955600" y="2255325"/>
            <a:ext cx="3232800" cy="13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7491" name="Google Shape;7491;p341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7492" name="Google Shape;7492;p341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341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341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341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341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341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341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341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341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341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341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35">
    <p:spTree>
      <p:nvGrpSpPr>
        <p:cNvPr id="7503" name="Shape 7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04" name="Google Shape;7504;p34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7505" name="Google Shape;7505;p34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06" name="Google Shape;7506;p34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7507" name="Google Shape;7507;p34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7508" name="Google Shape;7508;p34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9" name="Google Shape;7509;p34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0" name="Google Shape;7510;p34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1" name="Google Shape;7511;p34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2" name="Google Shape;7512;p34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3" name="Google Shape;7513;p34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4" name="Google Shape;7514;p34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5" name="Google Shape;7515;p34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6" name="Google Shape;7516;p34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7" name="Google Shape;7517;p34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8" name="Google Shape;7518;p34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9" name="Google Shape;7519;p34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0" name="Google Shape;7520;p34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1" name="Google Shape;7521;p34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2" name="Google Shape;7522;p34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23" name="Google Shape;7523;p34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7524" name="Google Shape;7524;p34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5" name="Google Shape;7525;p34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6" name="Google Shape;7526;p34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7" name="Google Shape;7527;p34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8" name="Google Shape;7528;p34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9" name="Google Shape;7529;p34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0" name="Google Shape;7530;p34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1" name="Google Shape;7531;p34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2" name="Google Shape;7532;p34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3" name="Google Shape;7533;p34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4" name="Google Shape;7534;p34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5" name="Google Shape;7535;p34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6" name="Google Shape;7536;p34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7" name="Google Shape;7537;p34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8" name="Google Shape;7538;p34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539" name="Google Shape;7539;p34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540" name="Google Shape;7540;p34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541" name="Google Shape;7541;p34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542" name="Google Shape;7542;p34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543" name="Google Shape;7543;p34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544" name="Google Shape;7544;p34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36">
    <p:spTree>
      <p:nvGrpSpPr>
        <p:cNvPr id="7545" name="Shape 7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46" name="Google Shape;7546;p34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547" name="Google Shape;7547;p34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34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34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34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34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34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34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34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34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34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34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34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34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34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34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34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34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34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34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7566" name="Google Shape;7566;p343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567" name="Google Shape;7567;p343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68" name="Google Shape;7568;p343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7569" name="Google Shape;7569;p343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343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343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343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343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343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343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343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343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343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343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37">
    <p:spTree>
      <p:nvGrpSpPr>
        <p:cNvPr id="7580" name="Shape 7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81" name="Google Shape;7581;p34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582" name="Google Shape;7582;p34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34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34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34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34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34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34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34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34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34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34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34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34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34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34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34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34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34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34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34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34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34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8">
    <p:spTree>
      <p:nvGrpSpPr>
        <p:cNvPr id="7604" name="Shape 7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05" name="Google Shape;7605;p34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606" name="Google Shape;7606;p34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34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34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34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34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34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34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34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34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34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34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34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34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34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34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34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34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34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34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34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34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34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28" name="Google Shape;7628;p345"/>
          <p:cNvGrpSpPr/>
          <p:nvPr/>
        </p:nvGrpSpPr>
        <p:grpSpPr>
          <a:xfrm>
            <a:off x="2995920" y="1056023"/>
            <a:ext cx="3152176" cy="3031462"/>
            <a:chOff x="1857000" y="3245400"/>
            <a:chExt cx="1233825" cy="1186575"/>
          </a:xfrm>
        </p:grpSpPr>
        <p:sp>
          <p:nvSpPr>
            <p:cNvPr id="7629" name="Google Shape;7629;p345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345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345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345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345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345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9">
    <p:spTree>
      <p:nvGrpSpPr>
        <p:cNvPr id="7635" name="Shape 7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36" name="Google Shape;7636;p34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637" name="Google Shape;7637;p34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34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34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34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34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34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34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34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34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34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34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34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34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34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34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34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34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4" name="Google Shape;7654;p34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34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34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34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34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59" name="Google Shape;7659;p346"/>
          <p:cNvGrpSpPr/>
          <p:nvPr/>
        </p:nvGrpSpPr>
        <p:grpSpPr>
          <a:xfrm>
            <a:off x="262" y="2729663"/>
            <a:ext cx="2995174" cy="2414035"/>
            <a:chOff x="6562292" y="3785209"/>
            <a:chExt cx="1875030" cy="1511227"/>
          </a:xfrm>
        </p:grpSpPr>
        <p:grpSp>
          <p:nvGrpSpPr>
            <p:cNvPr id="7660" name="Google Shape;7660;p346"/>
            <p:cNvGrpSpPr/>
            <p:nvPr/>
          </p:nvGrpSpPr>
          <p:grpSpPr>
            <a:xfrm>
              <a:off x="7717466" y="3785209"/>
              <a:ext cx="719856" cy="680112"/>
              <a:chOff x="7717200" y="3905550"/>
              <a:chExt cx="592377" cy="559671"/>
            </a:xfrm>
          </p:grpSpPr>
          <p:sp>
            <p:nvSpPr>
              <p:cNvPr id="7661" name="Google Shape;7661;p346"/>
              <p:cNvSpPr/>
              <p:nvPr/>
            </p:nvSpPr>
            <p:spPr>
              <a:xfrm>
                <a:off x="7724869" y="3917054"/>
                <a:ext cx="581268" cy="532152"/>
              </a:xfrm>
              <a:custGeom>
                <a:rect b="b" l="l" r="r" t="t"/>
                <a:pathLst>
                  <a:path extrusionOk="0" h="9437" w="10308">
                    <a:moveTo>
                      <a:pt x="10129" y="1"/>
                    </a:moveTo>
                    <a:cubicBezTo>
                      <a:pt x="9518" y="1"/>
                      <a:pt x="4203" y="2425"/>
                      <a:pt x="3814" y="2672"/>
                    </a:cubicBezTo>
                    <a:cubicBezTo>
                      <a:pt x="3407" y="2932"/>
                      <a:pt x="0" y="4549"/>
                      <a:pt x="0" y="4684"/>
                    </a:cubicBezTo>
                    <a:cubicBezTo>
                      <a:pt x="0" y="4808"/>
                      <a:pt x="2382" y="5425"/>
                      <a:pt x="2382" y="5425"/>
                    </a:cubicBezTo>
                    <a:cubicBezTo>
                      <a:pt x="2382" y="5425"/>
                      <a:pt x="2456" y="6129"/>
                      <a:pt x="2580" y="6771"/>
                    </a:cubicBezTo>
                    <a:cubicBezTo>
                      <a:pt x="2703" y="7400"/>
                      <a:pt x="2963" y="8511"/>
                      <a:pt x="2963" y="8511"/>
                    </a:cubicBezTo>
                    <a:cubicBezTo>
                      <a:pt x="3308" y="8474"/>
                      <a:pt x="4901" y="7104"/>
                      <a:pt x="4901" y="7104"/>
                    </a:cubicBezTo>
                    <a:cubicBezTo>
                      <a:pt x="4901" y="7104"/>
                      <a:pt x="6308" y="9424"/>
                      <a:pt x="6542" y="9437"/>
                    </a:cubicBezTo>
                    <a:cubicBezTo>
                      <a:pt x="6543" y="9437"/>
                      <a:pt x="6543" y="9437"/>
                      <a:pt x="6543" y="9437"/>
                    </a:cubicBezTo>
                    <a:cubicBezTo>
                      <a:pt x="6786" y="9437"/>
                      <a:pt x="10307" y="265"/>
                      <a:pt x="10184" y="18"/>
                    </a:cubicBezTo>
                    <a:cubicBezTo>
                      <a:pt x="10177" y="6"/>
                      <a:pt x="10159" y="1"/>
                      <a:pt x="10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62" name="Google Shape;7662;p346"/>
              <p:cNvSpPr/>
              <p:nvPr/>
            </p:nvSpPr>
            <p:spPr>
              <a:xfrm>
                <a:off x="7717200" y="3905550"/>
                <a:ext cx="592377" cy="559671"/>
              </a:xfrm>
              <a:custGeom>
                <a:rect b="b" l="l" r="r" t="t"/>
                <a:pathLst>
                  <a:path extrusionOk="0" h="9925" w="10505">
                    <a:moveTo>
                      <a:pt x="9764" y="420"/>
                    </a:moveTo>
                    <a:cubicBezTo>
                      <a:pt x="9147" y="827"/>
                      <a:pt x="8518" y="1247"/>
                      <a:pt x="7913" y="1654"/>
                    </a:cubicBezTo>
                    <a:cubicBezTo>
                      <a:pt x="7715" y="1802"/>
                      <a:pt x="7505" y="1938"/>
                      <a:pt x="7283" y="2086"/>
                    </a:cubicBezTo>
                    <a:cubicBezTo>
                      <a:pt x="6111" y="2889"/>
                      <a:pt x="4728" y="3839"/>
                      <a:pt x="3382" y="4851"/>
                    </a:cubicBezTo>
                    <a:cubicBezTo>
                      <a:pt x="3148" y="5037"/>
                      <a:pt x="2926" y="5209"/>
                      <a:pt x="2728" y="5382"/>
                    </a:cubicBezTo>
                    <a:lnTo>
                      <a:pt x="2679" y="5419"/>
                    </a:lnTo>
                    <a:lnTo>
                      <a:pt x="2605" y="5493"/>
                    </a:lnTo>
                    <a:cubicBezTo>
                      <a:pt x="2506" y="5432"/>
                      <a:pt x="2407" y="5382"/>
                      <a:pt x="2296" y="5370"/>
                    </a:cubicBezTo>
                    <a:lnTo>
                      <a:pt x="2197" y="5345"/>
                    </a:lnTo>
                    <a:cubicBezTo>
                      <a:pt x="1963" y="5259"/>
                      <a:pt x="1728" y="5197"/>
                      <a:pt x="1482" y="5123"/>
                    </a:cubicBezTo>
                    <a:cubicBezTo>
                      <a:pt x="1087" y="5000"/>
                      <a:pt x="716" y="4913"/>
                      <a:pt x="358" y="4839"/>
                    </a:cubicBezTo>
                    <a:lnTo>
                      <a:pt x="371" y="4839"/>
                    </a:lnTo>
                    <a:lnTo>
                      <a:pt x="420" y="4802"/>
                    </a:lnTo>
                    <a:cubicBezTo>
                      <a:pt x="506" y="4740"/>
                      <a:pt x="605" y="4679"/>
                      <a:pt x="704" y="4629"/>
                    </a:cubicBezTo>
                    <a:cubicBezTo>
                      <a:pt x="815" y="4568"/>
                      <a:pt x="938" y="4518"/>
                      <a:pt x="1062" y="4456"/>
                    </a:cubicBezTo>
                    <a:lnTo>
                      <a:pt x="1210" y="4382"/>
                    </a:lnTo>
                    <a:cubicBezTo>
                      <a:pt x="1802" y="4098"/>
                      <a:pt x="2407" y="3790"/>
                      <a:pt x="3062" y="3457"/>
                    </a:cubicBezTo>
                    <a:cubicBezTo>
                      <a:pt x="3432" y="3259"/>
                      <a:pt x="3827" y="3062"/>
                      <a:pt x="4296" y="2827"/>
                    </a:cubicBezTo>
                    <a:cubicBezTo>
                      <a:pt x="5975" y="1988"/>
                      <a:pt x="7382" y="1309"/>
                      <a:pt x="8876" y="729"/>
                    </a:cubicBezTo>
                    <a:cubicBezTo>
                      <a:pt x="9159" y="605"/>
                      <a:pt x="9468" y="506"/>
                      <a:pt x="9764" y="420"/>
                    </a:cubicBezTo>
                    <a:close/>
                    <a:moveTo>
                      <a:pt x="9949" y="494"/>
                    </a:moveTo>
                    <a:lnTo>
                      <a:pt x="9949" y="494"/>
                    </a:lnTo>
                    <a:cubicBezTo>
                      <a:pt x="9814" y="630"/>
                      <a:pt x="9678" y="790"/>
                      <a:pt x="9542" y="938"/>
                    </a:cubicBezTo>
                    <a:cubicBezTo>
                      <a:pt x="9468" y="1037"/>
                      <a:pt x="9394" y="1124"/>
                      <a:pt x="9320" y="1198"/>
                    </a:cubicBezTo>
                    <a:cubicBezTo>
                      <a:pt x="8900" y="1654"/>
                      <a:pt x="8468" y="2111"/>
                      <a:pt x="8049" y="2568"/>
                    </a:cubicBezTo>
                    <a:cubicBezTo>
                      <a:pt x="7296" y="3358"/>
                      <a:pt x="6543" y="4148"/>
                      <a:pt x="5790" y="4938"/>
                    </a:cubicBezTo>
                    <a:lnTo>
                      <a:pt x="5283" y="5469"/>
                    </a:lnTo>
                    <a:lnTo>
                      <a:pt x="4913" y="5864"/>
                    </a:lnTo>
                    <a:cubicBezTo>
                      <a:pt x="4777" y="6012"/>
                      <a:pt x="4642" y="6160"/>
                      <a:pt x="4493" y="6308"/>
                    </a:cubicBezTo>
                    <a:lnTo>
                      <a:pt x="4469" y="6308"/>
                    </a:lnTo>
                    <a:cubicBezTo>
                      <a:pt x="4358" y="6370"/>
                      <a:pt x="4259" y="6456"/>
                      <a:pt x="4197" y="6567"/>
                    </a:cubicBezTo>
                    <a:cubicBezTo>
                      <a:pt x="4173" y="6580"/>
                      <a:pt x="4160" y="6604"/>
                      <a:pt x="4148" y="6617"/>
                    </a:cubicBezTo>
                    <a:cubicBezTo>
                      <a:pt x="4061" y="6740"/>
                      <a:pt x="3987" y="6863"/>
                      <a:pt x="3913" y="6987"/>
                    </a:cubicBezTo>
                    <a:lnTo>
                      <a:pt x="3864" y="7086"/>
                    </a:lnTo>
                    <a:cubicBezTo>
                      <a:pt x="3790" y="7209"/>
                      <a:pt x="3716" y="7320"/>
                      <a:pt x="3642" y="7431"/>
                    </a:cubicBezTo>
                    <a:cubicBezTo>
                      <a:pt x="3580" y="7555"/>
                      <a:pt x="3518" y="7641"/>
                      <a:pt x="3444" y="7752"/>
                    </a:cubicBezTo>
                    <a:lnTo>
                      <a:pt x="3173" y="8221"/>
                    </a:lnTo>
                    <a:lnTo>
                      <a:pt x="3123" y="8295"/>
                    </a:lnTo>
                    <a:cubicBezTo>
                      <a:pt x="3025" y="7876"/>
                      <a:pt x="2950" y="7444"/>
                      <a:pt x="2889" y="7024"/>
                    </a:cubicBezTo>
                    <a:cubicBezTo>
                      <a:pt x="2827" y="6592"/>
                      <a:pt x="2765" y="6148"/>
                      <a:pt x="2654" y="5728"/>
                    </a:cubicBezTo>
                    <a:cubicBezTo>
                      <a:pt x="2679" y="5678"/>
                      <a:pt x="2691" y="5629"/>
                      <a:pt x="2679" y="5580"/>
                    </a:cubicBezTo>
                    <a:cubicBezTo>
                      <a:pt x="2827" y="5456"/>
                      <a:pt x="2975" y="5333"/>
                      <a:pt x="3136" y="5222"/>
                    </a:cubicBezTo>
                    <a:cubicBezTo>
                      <a:pt x="3210" y="5172"/>
                      <a:pt x="3284" y="5123"/>
                      <a:pt x="3358" y="5074"/>
                    </a:cubicBezTo>
                    <a:cubicBezTo>
                      <a:pt x="3950" y="4629"/>
                      <a:pt x="4568" y="4197"/>
                      <a:pt x="5098" y="3815"/>
                    </a:cubicBezTo>
                    <a:cubicBezTo>
                      <a:pt x="6333" y="2950"/>
                      <a:pt x="7666" y="2025"/>
                      <a:pt x="9024" y="1111"/>
                    </a:cubicBezTo>
                    <a:lnTo>
                      <a:pt x="9196" y="988"/>
                    </a:lnTo>
                    <a:cubicBezTo>
                      <a:pt x="9443" y="827"/>
                      <a:pt x="9703" y="654"/>
                      <a:pt x="9949" y="494"/>
                    </a:cubicBezTo>
                    <a:close/>
                    <a:moveTo>
                      <a:pt x="4530" y="6530"/>
                    </a:moveTo>
                    <a:cubicBezTo>
                      <a:pt x="4555" y="6555"/>
                      <a:pt x="4580" y="6580"/>
                      <a:pt x="4592" y="6617"/>
                    </a:cubicBezTo>
                    <a:lnTo>
                      <a:pt x="4617" y="6641"/>
                    </a:lnTo>
                    <a:cubicBezTo>
                      <a:pt x="4679" y="6777"/>
                      <a:pt x="4753" y="6901"/>
                      <a:pt x="4802" y="7036"/>
                    </a:cubicBezTo>
                    <a:lnTo>
                      <a:pt x="4839" y="7110"/>
                    </a:lnTo>
                    <a:cubicBezTo>
                      <a:pt x="4864" y="7160"/>
                      <a:pt x="4888" y="7221"/>
                      <a:pt x="4925" y="7283"/>
                    </a:cubicBezTo>
                    <a:cubicBezTo>
                      <a:pt x="4802" y="7345"/>
                      <a:pt x="4691" y="7419"/>
                      <a:pt x="4580" y="7505"/>
                    </a:cubicBezTo>
                    <a:cubicBezTo>
                      <a:pt x="4555" y="7530"/>
                      <a:pt x="4530" y="7542"/>
                      <a:pt x="4493" y="7567"/>
                    </a:cubicBezTo>
                    <a:cubicBezTo>
                      <a:pt x="4333" y="7691"/>
                      <a:pt x="4160" y="7826"/>
                      <a:pt x="4000" y="7950"/>
                    </a:cubicBezTo>
                    <a:cubicBezTo>
                      <a:pt x="3901" y="8024"/>
                      <a:pt x="3815" y="8098"/>
                      <a:pt x="3728" y="8172"/>
                    </a:cubicBezTo>
                    <a:lnTo>
                      <a:pt x="3580" y="8308"/>
                    </a:lnTo>
                    <a:lnTo>
                      <a:pt x="3518" y="8357"/>
                    </a:lnTo>
                    <a:cubicBezTo>
                      <a:pt x="3457" y="8406"/>
                      <a:pt x="3395" y="8456"/>
                      <a:pt x="3321" y="8505"/>
                    </a:cubicBezTo>
                    <a:cubicBezTo>
                      <a:pt x="3407" y="8382"/>
                      <a:pt x="3481" y="8258"/>
                      <a:pt x="3555" y="8135"/>
                    </a:cubicBezTo>
                    <a:cubicBezTo>
                      <a:pt x="3703" y="7876"/>
                      <a:pt x="3864" y="7629"/>
                      <a:pt x="4000" y="7370"/>
                    </a:cubicBezTo>
                    <a:cubicBezTo>
                      <a:pt x="4049" y="7296"/>
                      <a:pt x="4086" y="7209"/>
                      <a:pt x="4135" y="7123"/>
                    </a:cubicBezTo>
                    <a:cubicBezTo>
                      <a:pt x="4222" y="6925"/>
                      <a:pt x="4333" y="6752"/>
                      <a:pt x="4469" y="6592"/>
                    </a:cubicBezTo>
                    <a:cubicBezTo>
                      <a:pt x="4493" y="6567"/>
                      <a:pt x="4506" y="6543"/>
                      <a:pt x="4530" y="6530"/>
                    </a:cubicBezTo>
                    <a:close/>
                    <a:moveTo>
                      <a:pt x="9912" y="877"/>
                    </a:moveTo>
                    <a:lnTo>
                      <a:pt x="9912" y="877"/>
                    </a:lnTo>
                    <a:cubicBezTo>
                      <a:pt x="9826" y="1087"/>
                      <a:pt x="9752" y="1296"/>
                      <a:pt x="9690" y="1469"/>
                    </a:cubicBezTo>
                    <a:cubicBezTo>
                      <a:pt x="9431" y="2222"/>
                      <a:pt x="9147" y="2963"/>
                      <a:pt x="8876" y="3654"/>
                    </a:cubicBezTo>
                    <a:cubicBezTo>
                      <a:pt x="8567" y="4444"/>
                      <a:pt x="8258" y="5246"/>
                      <a:pt x="7950" y="6049"/>
                    </a:cubicBezTo>
                    <a:cubicBezTo>
                      <a:pt x="7654" y="6802"/>
                      <a:pt x="7357" y="7567"/>
                      <a:pt x="7073" y="8320"/>
                    </a:cubicBezTo>
                    <a:cubicBezTo>
                      <a:pt x="7012" y="8456"/>
                      <a:pt x="6962" y="8604"/>
                      <a:pt x="6913" y="8740"/>
                    </a:cubicBezTo>
                    <a:cubicBezTo>
                      <a:pt x="6839" y="8962"/>
                      <a:pt x="6752" y="9196"/>
                      <a:pt x="6666" y="9406"/>
                    </a:cubicBezTo>
                    <a:cubicBezTo>
                      <a:pt x="6580" y="9258"/>
                      <a:pt x="6506" y="9110"/>
                      <a:pt x="6407" y="8974"/>
                    </a:cubicBezTo>
                    <a:lnTo>
                      <a:pt x="6333" y="8863"/>
                    </a:lnTo>
                    <a:lnTo>
                      <a:pt x="6197" y="8666"/>
                    </a:lnTo>
                    <a:cubicBezTo>
                      <a:pt x="6073" y="8468"/>
                      <a:pt x="5938" y="8258"/>
                      <a:pt x="5814" y="8061"/>
                    </a:cubicBezTo>
                    <a:cubicBezTo>
                      <a:pt x="5580" y="7715"/>
                      <a:pt x="5345" y="7345"/>
                      <a:pt x="5086" y="6851"/>
                    </a:cubicBezTo>
                    <a:lnTo>
                      <a:pt x="5061" y="6814"/>
                    </a:lnTo>
                    <a:cubicBezTo>
                      <a:pt x="4975" y="6666"/>
                      <a:pt x="4839" y="6407"/>
                      <a:pt x="4654" y="6333"/>
                    </a:cubicBezTo>
                    <a:cubicBezTo>
                      <a:pt x="5197" y="5839"/>
                      <a:pt x="5703" y="5308"/>
                      <a:pt x="6197" y="4790"/>
                    </a:cubicBezTo>
                    <a:cubicBezTo>
                      <a:pt x="6320" y="4654"/>
                      <a:pt x="6444" y="4530"/>
                      <a:pt x="6567" y="4395"/>
                    </a:cubicBezTo>
                    <a:cubicBezTo>
                      <a:pt x="7394" y="3531"/>
                      <a:pt x="8382" y="2494"/>
                      <a:pt x="9345" y="1469"/>
                    </a:cubicBezTo>
                    <a:cubicBezTo>
                      <a:pt x="9419" y="1383"/>
                      <a:pt x="9493" y="1309"/>
                      <a:pt x="9579" y="1222"/>
                    </a:cubicBezTo>
                    <a:cubicBezTo>
                      <a:pt x="9690" y="1111"/>
                      <a:pt x="9801" y="1000"/>
                      <a:pt x="9912" y="877"/>
                    </a:cubicBezTo>
                    <a:close/>
                    <a:moveTo>
                      <a:pt x="10172" y="0"/>
                    </a:moveTo>
                    <a:cubicBezTo>
                      <a:pt x="10085" y="0"/>
                      <a:pt x="10011" y="13"/>
                      <a:pt x="9937" y="25"/>
                    </a:cubicBezTo>
                    <a:cubicBezTo>
                      <a:pt x="9653" y="99"/>
                      <a:pt x="9369" y="185"/>
                      <a:pt x="9098" y="297"/>
                    </a:cubicBezTo>
                    <a:cubicBezTo>
                      <a:pt x="8258" y="605"/>
                      <a:pt x="7444" y="988"/>
                      <a:pt x="6691" y="1346"/>
                    </a:cubicBezTo>
                    <a:cubicBezTo>
                      <a:pt x="5506" y="1914"/>
                      <a:pt x="4271" y="2543"/>
                      <a:pt x="2913" y="3247"/>
                    </a:cubicBezTo>
                    <a:cubicBezTo>
                      <a:pt x="2407" y="3518"/>
                      <a:pt x="1889" y="3777"/>
                      <a:pt x="1370" y="4024"/>
                    </a:cubicBezTo>
                    <a:lnTo>
                      <a:pt x="667" y="4382"/>
                    </a:lnTo>
                    <a:cubicBezTo>
                      <a:pt x="482" y="4469"/>
                      <a:pt x="309" y="4568"/>
                      <a:pt x="161" y="4703"/>
                    </a:cubicBezTo>
                    <a:cubicBezTo>
                      <a:pt x="136" y="4728"/>
                      <a:pt x="111" y="4765"/>
                      <a:pt x="99" y="4802"/>
                    </a:cubicBezTo>
                    <a:cubicBezTo>
                      <a:pt x="50" y="4814"/>
                      <a:pt x="25" y="4851"/>
                      <a:pt x="13" y="4888"/>
                    </a:cubicBezTo>
                    <a:cubicBezTo>
                      <a:pt x="0" y="4938"/>
                      <a:pt x="25" y="4975"/>
                      <a:pt x="62" y="5000"/>
                    </a:cubicBezTo>
                    <a:cubicBezTo>
                      <a:pt x="482" y="5172"/>
                      <a:pt x="914" y="5333"/>
                      <a:pt x="1346" y="5456"/>
                    </a:cubicBezTo>
                    <a:cubicBezTo>
                      <a:pt x="1593" y="5530"/>
                      <a:pt x="1827" y="5617"/>
                      <a:pt x="2074" y="5691"/>
                    </a:cubicBezTo>
                    <a:cubicBezTo>
                      <a:pt x="2160" y="5715"/>
                      <a:pt x="2235" y="5740"/>
                      <a:pt x="2321" y="5765"/>
                    </a:cubicBezTo>
                    <a:lnTo>
                      <a:pt x="2395" y="5790"/>
                    </a:lnTo>
                    <a:lnTo>
                      <a:pt x="2407" y="5802"/>
                    </a:lnTo>
                    <a:cubicBezTo>
                      <a:pt x="2432" y="5814"/>
                      <a:pt x="2444" y="5827"/>
                      <a:pt x="2469" y="5827"/>
                    </a:cubicBezTo>
                    <a:cubicBezTo>
                      <a:pt x="2494" y="6061"/>
                      <a:pt x="2518" y="6283"/>
                      <a:pt x="2543" y="6518"/>
                    </a:cubicBezTo>
                    <a:cubicBezTo>
                      <a:pt x="2617" y="7246"/>
                      <a:pt x="2691" y="7999"/>
                      <a:pt x="2950" y="8690"/>
                    </a:cubicBezTo>
                    <a:lnTo>
                      <a:pt x="2950" y="8703"/>
                    </a:lnTo>
                    <a:cubicBezTo>
                      <a:pt x="2950" y="8740"/>
                      <a:pt x="2963" y="8764"/>
                      <a:pt x="2987" y="8789"/>
                    </a:cubicBezTo>
                    <a:cubicBezTo>
                      <a:pt x="3012" y="8838"/>
                      <a:pt x="3062" y="8876"/>
                      <a:pt x="3111" y="8876"/>
                    </a:cubicBezTo>
                    <a:lnTo>
                      <a:pt x="3148" y="8876"/>
                    </a:lnTo>
                    <a:cubicBezTo>
                      <a:pt x="3457" y="8764"/>
                      <a:pt x="3728" y="8604"/>
                      <a:pt x="3975" y="8382"/>
                    </a:cubicBezTo>
                    <a:cubicBezTo>
                      <a:pt x="4012" y="8345"/>
                      <a:pt x="4061" y="8308"/>
                      <a:pt x="4111" y="8271"/>
                    </a:cubicBezTo>
                    <a:cubicBezTo>
                      <a:pt x="4222" y="8184"/>
                      <a:pt x="4333" y="8098"/>
                      <a:pt x="4444" y="8024"/>
                    </a:cubicBezTo>
                    <a:lnTo>
                      <a:pt x="4617" y="7900"/>
                    </a:lnTo>
                    <a:lnTo>
                      <a:pt x="4765" y="7789"/>
                    </a:lnTo>
                    <a:cubicBezTo>
                      <a:pt x="4864" y="7728"/>
                      <a:pt x="4963" y="7653"/>
                      <a:pt x="5049" y="7579"/>
                    </a:cubicBezTo>
                    <a:cubicBezTo>
                      <a:pt x="5160" y="7777"/>
                      <a:pt x="5296" y="7999"/>
                      <a:pt x="5444" y="8258"/>
                    </a:cubicBezTo>
                    <a:cubicBezTo>
                      <a:pt x="5617" y="8530"/>
                      <a:pt x="5790" y="8814"/>
                      <a:pt x="5950" y="9061"/>
                    </a:cubicBezTo>
                    <a:cubicBezTo>
                      <a:pt x="6012" y="9147"/>
                      <a:pt x="6061" y="9246"/>
                      <a:pt x="6123" y="9345"/>
                    </a:cubicBezTo>
                    <a:cubicBezTo>
                      <a:pt x="6222" y="9530"/>
                      <a:pt x="6345" y="9703"/>
                      <a:pt x="6468" y="9875"/>
                    </a:cubicBezTo>
                    <a:cubicBezTo>
                      <a:pt x="6493" y="9900"/>
                      <a:pt x="6543" y="9925"/>
                      <a:pt x="6580" y="9925"/>
                    </a:cubicBezTo>
                    <a:cubicBezTo>
                      <a:pt x="6629" y="9925"/>
                      <a:pt x="6666" y="9900"/>
                      <a:pt x="6703" y="9875"/>
                    </a:cubicBezTo>
                    <a:cubicBezTo>
                      <a:pt x="6728" y="9838"/>
                      <a:pt x="6752" y="9789"/>
                      <a:pt x="6752" y="9740"/>
                    </a:cubicBezTo>
                    <a:cubicBezTo>
                      <a:pt x="6925" y="9431"/>
                      <a:pt x="7073" y="9110"/>
                      <a:pt x="7209" y="8801"/>
                    </a:cubicBezTo>
                    <a:lnTo>
                      <a:pt x="7258" y="8703"/>
                    </a:lnTo>
                    <a:cubicBezTo>
                      <a:pt x="7555" y="8024"/>
                      <a:pt x="7851" y="7333"/>
                      <a:pt x="8123" y="6666"/>
                    </a:cubicBezTo>
                    <a:lnTo>
                      <a:pt x="8147" y="6592"/>
                    </a:lnTo>
                    <a:cubicBezTo>
                      <a:pt x="8740" y="5185"/>
                      <a:pt x="9406" y="3518"/>
                      <a:pt x="10024" y="1827"/>
                    </a:cubicBezTo>
                    <a:cubicBezTo>
                      <a:pt x="10135" y="1519"/>
                      <a:pt x="10258" y="1210"/>
                      <a:pt x="10357" y="877"/>
                    </a:cubicBezTo>
                    <a:lnTo>
                      <a:pt x="10369" y="827"/>
                    </a:lnTo>
                    <a:cubicBezTo>
                      <a:pt x="10443" y="654"/>
                      <a:pt x="10480" y="469"/>
                      <a:pt x="10468" y="284"/>
                    </a:cubicBezTo>
                    <a:cubicBezTo>
                      <a:pt x="10505" y="222"/>
                      <a:pt x="10493" y="148"/>
                      <a:pt x="10443" y="111"/>
                    </a:cubicBezTo>
                    <a:cubicBezTo>
                      <a:pt x="10369" y="37"/>
                      <a:pt x="10270" y="0"/>
                      <a:pt x="101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663" name="Google Shape;7663;p346"/>
            <p:cNvSpPr/>
            <p:nvPr/>
          </p:nvSpPr>
          <p:spPr>
            <a:xfrm>
              <a:off x="6562292" y="4354432"/>
              <a:ext cx="1368335" cy="942004"/>
            </a:xfrm>
            <a:custGeom>
              <a:rect b="b" l="l" r="r" t="t"/>
              <a:pathLst>
                <a:path extrusionOk="0" h="11703" w="16999">
                  <a:moveTo>
                    <a:pt x="16961" y="211"/>
                  </a:moveTo>
                  <a:cubicBezTo>
                    <a:pt x="16998" y="87"/>
                    <a:pt x="16850" y="1"/>
                    <a:pt x="16764" y="100"/>
                  </a:cubicBezTo>
                  <a:cubicBezTo>
                    <a:pt x="16752" y="112"/>
                    <a:pt x="16752" y="124"/>
                    <a:pt x="16739" y="137"/>
                  </a:cubicBezTo>
                  <a:lnTo>
                    <a:pt x="16727" y="186"/>
                  </a:lnTo>
                  <a:lnTo>
                    <a:pt x="16715" y="235"/>
                  </a:lnTo>
                  <a:lnTo>
                    <a:pt x="16690" y="285"/>
                  </a:lnTo>
                  <a:lnTo>
                    <a:pt x="16665" y="346"/>
                  </a:lnTo>
                  <a:cubicBezTo>
                    <a:pt x="16616" y="495"/>
                    <a:pt x="16826" y="569"/>
                    <a:pt x="16887" y="433"/>
                  </a:cubicBezTo>
                  <a:lnTo>
                    <a:pt x="16912" y="359"/>
                  </a:lnTo>
                  <a:lnTo>
                    <a:pt x="16924" y="309"/>
                  </a:lnTo>
                  <a:lnTo>
                    <a:pt x="16949" y="260"/>
                  </a:lnTo>
                  <a:close/>
                  <a:moveTo>
                    <a:pt x="260" y="10197"/>
                  </a:moveTo>
                  <a:cubicBezTo>
                    <a:pt x="137" y="10110"/>
                    <a:pt x="1" y="10283"/>
                    <a:pt x="112" y="10382"/>
                  </a:cubicBezTo>
                  <a:lnTo>
                    <a:pt x="186" y="10444"/>
                  </a:lnTo>
                  <a:lnTo>
                    <a:pt x="248" y="10481"/>
                  </a:lnTo>
                  <a:lnTo>
                    <a:pt x="309" y="10530"/>
                  </a:lnTo>
                  <a:cubicBezTo>
                    <a:pt x="433" y="10617"/>
                    <a:pt x="569" y="10431"/>
                    <a:pt x="445" y="10345"/>
                  </a:cubicBezTo>
                  <a:lnTo>
                    <a:pt x="384" y="10296"/>
                  </a:lnTo>
                  <a:lnTo>
                    <a:pt x="334" y="10259"/>
                  </a:lnTo>
                  <a:close/>
                  <a:moveTo>
                    <a:pt x="1013" y="10728"/>
                  </a:moveTo>
                  <a:cubicBezTo>
                    <a:pt x="890" y="10617"/>
                    <a:pt x="741" y="10789"/>
                    <a:pt x="853" y="10900"/>
                  </a:cubicBezTo>
                  <a:cubicBezTo>
                    <a:pt x="865" y="10900"/>
                    <a:pt x="877" y="10913"/>
                    <a:pt x="890" y="10925"/>
                  </a:cubicBezTo>
                  <a:lnTo>
                    <a:pt x="951" y="10962"/>
                  </a:lnTo>
                  <a:lnTo>
                    <a:pt x="1013" y="10999"/>
                  </a:lnTo>
                  <a:lnTo>
                    <a:pt x="1087" y="11036"/>
                  </a:lnTo>
                  <a:cubicBezTo>
                    <a:pt x="1211" y="11135"/>
                    <a:pt x="1359" y="10962"/>
                    <a:pt x="1248" y="10863"/>
                  </a:cubicBezTo>
                  <a:cubicBezTo>
                    <a:pt x="1235" y="10851"/>
                    <a:pt x="1223" y="10839"/>
                    <a:pt x="1211" y="10839"/>
                  </a:cubicBezTo>
                  <a:lnTo>
                    <a:pt x="1136" y="10802"/>
                  </a:lnTo>
                  <a:lnTo>
                    <a:pt x="1075" y="10765"/>
                  </a:lnTo>
                  <a:close/>
                  <a:moveTo>
                    <a:pt x="1828" y="11123"/>
                  </a:moveTo>
                  <a:cubicBezTo>
                    <a:pt x="1680" y="11073"/>
                    <a:pt x="1593" y="11283"/>
                    <a:pt x="1741" y="11345"/>
                  </a:cubicBezTo>
                  <a:lnTo>
                    <a:pt x="1791" y="11370"/>
                  </a:lnTo>
                  <a:lnTo>
                    <a:pt x="1852" y="11382"/>
                  </a:lnTo>
                  <a:lnTo>
                    <a:pt x="1914" y="11407"/>
                  </a:lnTo>
                  <a:lnTo>
                    <a:pt x="1964" y="11431"/>
                  </a:lnTo>
                  <a:cubicBezTo>
                    <a:pt x="2001" y="11444"/>
                    <a:pt x="2050" y="11431"/>
                    <a:pt x="2075" y="11394"/>
                  </a:cubicBezTo>
                  <a:cubicBezTo>
                    <a:pt x="2136" y="11345"/>
                    <a:pt x="2124" y="11234"/>
                    <a:pt x="2038" y="11209"/>
                  </a:cubicBezTo>
                  <a:lnTo>
                    <a:pt x="1988" y="11184"/>
                  </a:lnTo>
                  <a:lnTo>
                    <a:pt x="1927" y="11172"/>
                  </a:lnTo>
                  <a:lnTo>
                    <a:pt x="1877" y="11147"/>
                  </a:lnTo>
                  <a:close/>
                  <a:moveTo>
                    <a:pt x="2692" y="11382"/>
                  </a:moveTo>
                  <a:cubicBezTo>
                    <a:pt x="2568" y="11370"/>
                    <a:pt x="2507" y="11518"/>
                    <a:pt x="2605" y="11592"/>
                  </a:cubicBezTo>
                  <a:cubicBezTo>
                    <a:pt x="2618" y="11604"/>
                    <a:pt x="2630" y="11616"/>
                    <a:pt x="2642" y="11616"/>
                  </a:cubicBezTo>
                  <a:lnTo>
                    <a:pt x="2717" y="11629"/>
                  </a:lnTo>
                  <a:lnTo>
                    <a:pt x="2778" y="11641"/>
                  </a:lnTo>
                  <a:lnTo>
                    <a:pt x="2840" y="11653"/>
                  </a:lnTo>
                  <a:lnTo>
                    <a:pt x="2877" y="11653"/>
                  </a:lnTo>
                  <a:cubicBezTo>
                    <a:pt x="3013" y="11666"/>
                    <a:pt x="3062" y="11481"/>
                    <a:pt x="2939" y="11431"/>
                  </a:cubicBezTo>
                  <a:lnTo>
                    <a:pt x="2914" y="11431"/>
                  </a:lnTo>
                  <a:lnTo>
                    <a:pt x="2865" y="11431"/>
                  </a:lnTo>
                  <a:lnTo>
                    <a:pt x="2815" y="11419"/>
                  </a:lnTo>
                  <a:lnTo>
                    <a:pt x="2766" y="11407"/>
                  </a:lnTo>
                  <a:lnTo>
                    <a:pt x="2692" y="11394"/>
                  </a:lnTo>
                  <a:close/>
                  <a:moveTo>
                    <a:pt x="3593" y="11468"/>
                  </a:moveTo>
                  <a:cubicBezTo>
                    <a:pt x="3457" y="11481"/>
                    <a:pt x="3432" y="11653"/>
                    <a:pt x="3556" y="11690"/>
                  </a:cubicBezTo>
                  <a:cubicBezTo>
                    <a:pt x="3568" y="11703"/>
                    <a:pt x="3581" y="11703"/>
                    <a:pt x="3593" y="11690"/>
                  </a:cubicBezTo>
                  <a:lnTo>
                    <a:pt x="3679" y="11690"/>
                  </a:lnTo>
                  <a:lnTo>
                    <a:pt x="3741" y="11690"/>
                  </a:lnTo>
                  <a:lnTo>
                    <a:pt x="3790" y="11690"/>
                  </a:lnTo>
                  <a:lnTo>
                    <a:pt x="3827" y="11690"/>
                  </a:lnTo>
                  <a:cubicBezTo>
                    <a:pt x="3963" y="11690"/>
                    <a:pt x="3988" y="11518"/>
                    <a:pt x="3865" y="11468"/>
                  </a:cubicBezTo>
                  <a:cubicBezTo>
                    <a:pt x="3852" y="11468"/>
                    <a:pt x="3840" y="11468"/>
                    <a:pt x="3815" y="11468"/>
                  </a:cubicBezTo>
                  <a:lnTo>
                    <a:pt x="3778" y="11468"/>
                  </a:lnTo>
                  <a:lnTo>
                    <a:pt x="3729" y="11468"/>
                  </a:lnTo>
                  <a:lnTo>
                    <a:pt x="3593" y="11468"/>
                  </a:lnTo>
                  <a:close/>
                  <a:moveTo>
                    <a:pt x="4482" y="11357"/>
                  </a:moveTo>
                  <a:cubicBezTo>
                    <a:pt x="4371" y="11394"/>
                    <a:pt x="4371" y="11567"/>
                    <a:pt x="4482" y="11592"/>
                  </a:cubicBezTo>
                  <a:cubicBezTo>
                    <a:pt x="4506" y="11592"/>
                    <a:pt x="4519" y="11592"/>
                    <a:pt x="4531" y="11592"/>
                  </a:cubicBezTo>
                  <a:lnTo>
                    <a:pt x="4593" y="11579"/>
                  </a:lnTo>
                  <a:lnTo>
                    <a:pt x="4642" y="11567"/>
                  </a:lnTo>
                  <a:lnTo>
                    <a:pt x="4704" y="11555"/>
                  </a:lnTo>
                  <a:lnTo>
                    <a:pt x="4766" y="11530"/>
                  </a:lnTo>
                  <a:cubicBezTo>
                    <a:pt x="4864" y="11505"/>
                    <a:pt x="4877" y="11370"/>
                    <a:pt x="4790" y="11320"/>
                  </a:cubicBezTo>
                  <a:cubicBezTo>
                    <a:pt x="4766" y="11308"/>
                    <a:pt x="4729" y="11295"/>
                    <a:pt x="4704" y="11308"/>
                  </a:cubicBezTo>
                  <a:lnTo>
                    <a:pt x="4642" y="11320"/>
                  </a:lnTo>
                  <a:lnTo>
                    <a:pt x="4593" y="11333"/>
                  </a:lnTo>
                  <a:lnTo>
                    <a:pt x="4543" y="11345"/>
                  </a:lnTo>
                  <a:lnTo>
                    <a:pt x="4482" y="11370"/>
                  </a:lnTo>
                  <a:close/>
                  <a:moveTo>
                    <a:pt x="5346" y="11073"/>
                  </a:moveTo>
                  <a:cubicBezTo>
                    <a:pt x="5222" y="11123"/>
                    <a:pt x="5272" y="11308"/>
                    <a:pt x="5395" y="11295"/>
                  </a:cubicBezTo>
                  <a:cubicBezTo>
                    <a:pt x="5408" y="11295"/>
                    <a:pt x="5432" y="11295"/>
                    <a:pt x="5445" y="11283"/>
                  </a:cubicBezTo>
                  <a:lnTo>
                    <a:pt x="5469" y="11271"/>
                  </a:lnTo>
                  <a:lnTo>
                    <a:pt x="5519" y="11258"/>
                  </a:lnTo>
                  <a:lnTo>
                    <a:pt x="5568" y="11234"/>
                  </a:lnTo>
                  <a:lnTo>
                    <a:pt x="5617" y="11209"/>
                  </a:lnTo>
                  <a:lnTo>
                    <a:pt x="5654" y="11184"/>
                  </a:lnTo>
                  <a:cubicBezTo>
                    <a:pt x="5741" y="11147"/>
                    <a:pt x="5741" y="11012"/>
                    <a:pt x="5642" y="10975"/>
                  </a:cubicBezTo>
                  <a:cubicBezTo>
                    <a:pt x="5617" y="10962"/>
                    <a:pt x="5580" y="10962"/>
                    <a:pt x="5556" y="10975"/>
                  </a:cubicBezTo>
                  <a:lnTo>
                    <a:pt x="5469" y="11012"/>
                  </a:lnTo>
                  <a:lnTo>
                    <a:pt x="5420" y="11036"/>
                  </a:lnTo>
                  <a:lnTo>
                    <a:pt x="5346" y="11073"/>
                  </a:lnTo>
                  <a:close/>
                  <a:moveTo>
                    <a:pt x="6136" y="10641"/>
                  </a:moveTo>
                  <a:cubicBezTo>
                    <a:pt x="6099" y="10666"/>
                    <a:pt x="6086" y="10703"/>
                    <a:pt x="6086" y="10752"/>
                  </a:cubicBezTo>
                  <a:cubicBezTo>
                    <a:pt x="6111" y="10839"/>
                    <a:pt x="6198" y="10876"/>
                    <a:pt x="6272" y="10839"/>
                  </a:cubicBezTo>
                  <a:lnTo>
                    <a:pt x="6333" y="10789"/>
                  </a:lnTo>
                  <a:lnTo>
                    <a:pt x="6370" y="10765"/>
                  </a:lnTo>
                  <a:lnTo>
                    <a:pt x="6420" y="10728"/>
                  </a:lnTo>
                  <a:lnTo>
                    <a:pt x="6469" y="10703"/>
                  </a:lnTo>
                  <a:cubicBezTo>
                    <a:pt x="6580" y="10617"/>
                    <a:pt x="6481" y="10444"/>
                    <a:pt x="6358" y="10493"/>
                  </a:cubicBezTo>
                  <a:lnTo>
                    <a:pt x="6333" y="10505"/>
                  </a:lnTo>
                  <a:lnTo>
                    <a:pt x="6247" y="10567"/>
                  </a:lnTo>
                  <a:cubicBezTo>
                    <a:pt x="6210" y="10592"/>
                    <a:pt x="6173" y="10617"/>
                    <a:pt x="6136" y="10641"/>
                  </a:cubicBezTo>
                  <a:close/>
                  <a:moveTo>
                    <a:pt x="6864" y="10086"/>
                  </a:moveTo>
                  <a:cubicBezTo>
                    <a:pt x="6753" y="10160"/>
                    <a:pt x="6864" y="10333"/>
                    <a:pt x="6988" y="10271"/>
                  </a:cubicBezTo>
                  <a:cubicBezTo>
                    <a:pt x="7000" y="10271"/>
                    <a:pt x="7000" y="10259"/>
                    <a:pt x="7012" y="10259"/>
                  </a:cubicBezTo>
                  <a:lnTo>
                    <a:pt x="7185" y="10098"/>
                  </a:lnTo>
                  <a:cubicBezTo>
                    <a:pt x="7222" y="10061"/>
                    <a:pt x="7234" y="10012"/>
                    <a:pt x="7210" y="9962"/>
                  </a:cubicBezTo>
                  <a:cubicBezTo>
                    <a:pt x="7173" y="9888"/>
                    <a:pt x="7086" y="9876"/>
                    <a:pt x="7025" y="9925"/>
                  </a:cubicBezTo>
                  <a:cubicBezTo>
                    <a:pt x="6975" y="9987"/>
                    <a:pt x="6913" y="10036"/>
                    <a:pt x="6864" y="10086"/>
                  </a:cubicBezTo>
                  <a:close/>
                  <a:moveTo>
                    <a:pt x="7494" y="9432"/>
                  </a:moveTo>
                  <a:cubicBezTo>
                    <a:pt x="7395" y="9543"/>
                    <a:pt x="7568" y="9703"/>
                    <a:pt x="7679" y="9580"/>
                  </a:cubicBezTo>
                  <a:lnTo>
                    <a:pt x="7827" y="9407"/>
                  </a:lnTo>
                  <a:cubicBezTo>
                    <a:pt x="7926" y="9296"/>
                    <a:pt x="7790" y="9148"/>
                    <a:pt x="7679" y="9222"/>
                  </a:cubicBezTo>
                  <a:cubicBezTo>
                    <a:pt x="7666" y="9234"/>
                    <a:pt x="7654" y="9246"/>
                    <a:pt x="7642" y="9259"/>
                  </a:cubicBezTo>
                  <a:cubicBezTo>
                    <a:pt x="7592" y="9320"/>
                    <a:pt x="7543" y="9370"/>
                    <a:pt x="7494" y="9432"/>
                  </a:cubicBezTo>
                  <a:close/>
                  <a:moveTo>
                    <a:pt x="8049" y="8703"/>
                  </a:moveTo>
                  <a:cubicBezTo>
                    <a:pt x="7963" y="8827"/>
                    <a:pt x="8160" y="8975"/>
                    <a:pt x="8247" y="8827"/>
                  </a:cubicBezTo>
                  <a:cubicBezTo>
                    <a:pt x="8296" y="8765"/>
                    <a:pt x="8333" y="8703"/>
                    <a:pt x="8382" y="8629"/>
                  </a:cubicBezTo>
                  <a:cubicBezTo>
                    <a:pt x="8456" y="8518"/>
                    <a:pt x="8308" y="8382"/>
                    <a:pt x="8210" y="8481"/>
                  </a:cubicBezTo>
                  <a:cubicBezTo>
                    <a:pt x="8197" y="8493"/>
                    <a:pt x="8185" y="8493"/>
                    <a:pt x="8185" y="8506"/>
                  </a:cubicBezTo>
                  <a:cubicBezTo>
                    <a:pt x="8136" y="8567"/>
                    <a:pt x="8098" y="8642"/>
                    <a:pt x="8061" y="8703"/>
                  </a:cubicBezTo>
                  <a:close/>
                  <a:moveTo>
                    <a:pt x="8518" y="7913"/>
                  </a:moveTo>
                  <a:cubicBezTo>
                    <a:pt x="8493" y="7963"/>
                    <a:pt x="8506" y="8024"/>
                    <a:pt x="8543" y="8061"/>
                  </a:cubicBezTo>
                  <a:cubicBezTo>
                    <a:pt x="8605" y="8111"/>
                    <a:pt x="8691" y="8086"/>
                    <a:pt x="8728" y="8024"/>
                  </a:cubicBezTo>
                  <a:cubicBezTo>
                    <a:pt x="8765" y="7950"/>
                    <a:pt x="8802" y="7889"/>
                    <a:pt x="8827" y="7814"/>
                  </a:cubicBezTo>
                  <a:cubicBezTo>
                    <a:pt x="8888" y="7703"/>
                    <a:pt x="8740" y="7592"/>
                    <a:pt x="8654" y="7679"/>
                  </a:cubicBezTo>
                  <a:cubicBezTo>
                    <a:pt x="8642" y="7691"/>
                    <a:pt x="8629" y="7703"/>
                    <a:pt x="8629" y="7716"/>
                  </a:cubicBezTo>
                  <a:cubicBezTo>
                    <a:pt x="8592" y="7777"/>
                    <a:pt x="8555" y="7852"/>
                    <a:pt x="8518" y="7913"/>
                  </a:cubicBezTo>
                  <a:close/>
                  <a:moveTo>
                    <a:pt x="8901" y="7086"/>
                  </a:moveTo>
                  <a:cubicBezTo>
                    <a:pt x="8851" y="7197"/>
                    <a:pt x="9000" y="7296"/>
                    <a:pt x="9098" y="7210"/>
                  </a:cubicBezTo>
                  <a:cubicBezTo>
                    <a:pt x="9111" y="7197"/>
                    <a:pt x="9111" y="7185"/>
                    <a:pt x="9123" y="7173"/>
                  </a:cubicBezTo>
                  <a:cubicBezTo>
                    <a:pt x="9148" y="7099"/>
                    <a:pt x="9172" y="7024"/>
                    <a:pt x="9197" y="6950"/>
                  </a:cubicBezTo>
                  <a:cubicBezTo>
                    <a:pt x="9246" y="6827"/>
                    <a:pt x="9086" y="6728"/>
                    <a:pt x="9012" y="6839"/>
                  </a:cubicBezTo>
                  <a:cubicBezTo>
                    <a:pt x="9000" y="6839"/>
                    <a:pt x="8987" y="6852"/>
                    <a:pt x="8987" y="6876"/>
                  </a:cubicBezTo>
                  <a:cubicBezTo>
                    <a:pt x="8963" y="6938"/>
                    <a:pt x="8926" y="7012"/>
                    <a:pt x="8901" y="7086"/>
                  </a:cubicBezTo>
                  <a:close/>
                  <a:moveTo>
                    <a:pt x="9197" y="6222"/>
                  </a:moveTo>
                  <a:cubicBezTo>
                    <a:pt x="9160" y="6370"/>
                    <a:pt x="9382" y="6432"/>
                    <a:pt x="9419" y="6284"/>
                  </a:cubicBezTo>
                  <a:cubicBezTo>
                    <a:pt x="9444" y="6197"/>
                    <a:pt x="9456" y="6123"/>
                    <a:pt x="9481" y="6049"/>
                  </a:cubicBezTo>
                  <a:cubicBezTo>
                    <a:pt x="9506" y="5951"/>
                    <a:pt x="9395" y="5864"/>
                    <a:pt x="9308" y="5926"/>
                  </a:cubicBezTo>
                  <a:cubicBezTo>
                    <a:pt x="9284" y="5938"/>
                    <a:pt x="9259" y="5963"/>
                    <a:pt x="9246" y="6000"/>
                  </a:cubicBezTo>
                  <a:cubicBezTo>
                    <a:pt x="9234" y="6074"/>
                    <a:pt x="9209" y="6148"/>
                    <a:pt x="9197" y="6222"/>
                  </a:cubicBezTo>
                  <a:close/>
                  <a:moveTo>
                    <a:pt x="9382" y="5321"/>
                  </a:moveTo>
                  <a:cubicBezTo>
                    <a:pt x="9358" y="5444"/>
                    <a:pt x="9530" y="5506"/>
                    <a:pt x="9592" y="5407"/>
                  </a:cubicBezTo>
                  <a:cubicBezTo>
                    <a:pt x="9604" y="5395"/>
                    <a:pt x="9617" y="5370"/>
                    <a:pt x="9617" y="5358"/>
                  </a:cubicBezTo>
                  <a:cubicBezTo>
                    <a:pt x="9629" y="5284"/>
                    <a:pt x="9629" y="5198"/>
                    <a:pt x="9641" y="5124"/>
                  </a:cubicBezTo>
                  <a:cubicBezTo>
                    <a:pt x="9641" y="5099"/>
                    <a:pt x="9641" y="5087"/>
                    <a:pt x="9641" y="5062"/>
                  </a:cubicBezTo>
                  <a:cubicBezTo>
                    <a:pt x="9666" y="5000"/>
                    <a:pt x="9629" y="4938"/>
                    <a:pt x="9567" y="4926"/>
                  </a:cubicBezTo>
                  <a:cubicBezTo>
                    <a:pt x="9555" y="4914"/>
                    <a:pt x="9543" y="4914"/>
                    <a:pt x="9530" y="4926"/>
                  </a:cubicBezTo>
                  <a:cubicBezTo>
                    <a:pt x="9456" y="4926"/>
                    <a:pt x="9370" y="4926"/>
                    <a:pt x="9296" y="4926"/>
                  </a:cubicBezTo>
                  <a:cubicBezTo>
                    <a:pt x="9172" y="4926"/>
                    <a:pt x="9135" y="5111"/>
                    <a:pt x="9259" y="5148"/>
                  </a:cubicBezTo>
                  <a:cubicBezTo>
                    <a:pt x="9271" y="5161"/>
                    <a:pt x="9284" y="5161"/>
                    <a:pt x="9308" y="5161"/>
                  </a:cubicBezTo>
                  <a:lnTo>
                    <a:pt x="9419" y="5161"/>
                  </a:lnTo>
                  <a:cubicBezTo>
                    <a:pt x="9419" y="5222"/>
                    <a:pt x="9395" y="5272"/>
                    <a:pt x="9395" y="5333"/>
                  </a:cubicBezTo>
                  <a:close/>
                  <a:moveTo>
                    <a:pt x="9456" y="4420"/>
                  </a:moveTo>
                  <a:cubicBezTo>
                    <a:pt x="9469" y="4556"/>
                    <a:pt x="9666" y="4556"/>
                    <a:pt x="9679" y="4420"/>
                  </a:cubicBezTo>
                  <a:lnTo>
                    <a:pt x="9679" y="4358"/>
                  </a:lnTo>
                  <a:lnTo>
                    <a:pt x="9679" y="4173"/>
                  </a:lnTo>
                  <a:cubicBezTo>
                    <a:pt x="9679" y="4050"/>
                    <a:pt x="9506" y="4025"/>
                    <a:pt x="9456" y="4136"/>
                  </a:cubicBezTo>
                  <a:cubicBezTo>
                    <a:pt x="9456" y="4161"/>
                    <a:pt x="9456" y="4173"/>
                    <a:pt x="9456" y="4185"/>
                  </a:cubicBezTo>
                  <a:lnTo>
                    <a:pt x="9456" y="4420"/>
                  </a:lnTo>
                  <a:close/>
                  <a:moveTo>
                    <a:pt x="9395" y="3506"/>
                  </a:moveTo>
                  <a:cubicBezTo>
                    <a:pt x="9407" y="3642"/>
                    <a:pt x="9604" y="3642"/>
                    <a:pt x="9617" y="3506"/>
                  </a:cubicBezTo>
                  <a:lnTo>
                    <a:pt x="9617" y="3482"/>
                  </a:lnTo>
                  <a:cubicBezTo>
                    <a:pt x="9604" y="3395"/>
                    <a:pt x="9592" y="3321"/>
                    <a:pt x="9580" y="3235"/>
                  </a:cubicBezTo>
                  <a:cubicBezTo>
                    <a:pt x="9555" y="3111"/>
                    <a:pt x="9370" y="3111"/>
                    <a:pt x="9358" y="3235"/>
                  </a:cubicBezTo>
                  <a:cubicBezTo>
                    <a:pt x="9345" y="3260"/>
                    <a:pt x="9345" y="3272"/>
                    <a:pt x="9358" y="3284"/>
                  </a:cubicBezTo>
                  <a:cubicBezTo>
                    <a:pt x="9370" y="3358"/>
                    <a:pt x="9382" y="3432"/>
                    <a:pt x="9395" y="3506"/>
                  </a:cubicBezTo>
                  <a:close/>
                  <a:moveTo>
                    <a:pt x="9111" y="2692"/>
                  </a:moveTo>
                  <a:cubicBezTo>
                    <a:pt x="9197" y="2791"/>
                    <a:pt x="9358" y="2716"/>
                    <a:pt x="9321" y="2593"/>
                  </a:cubicBezTo>
                  <a:cubicBezTo>
                    <a:pt x="9308" y="2568"/>
                    <a:pt x="9308" y="2556"/>
                    <a:pt x="9296" y="2544"/>
                  </a:cubicBezTo>
                  <a:cubicBezTo>
                    <a:pt x="9234" y="2482"/>
                    <a:pt x="9172" y="2420"/>
                    <a:pt x="9098" y="2371"/>
                  </a:cubicBezTo>
                  <a:cubicBezTo>
                    <a:pt x="8987" y="2297"/>
                    <a:pt x="8851" y="2433"/>
                    <a:pt x="8938" y="2544"/>
                  </a:cubicBezTo>
                  <a:cubicBezTo>
                    <a:pt x="8950" y="2544"/>
                    <a:pt x="8963" y="2556"/>
                    <a:pt x="8975" y="2568"/>
                  </a:cubicBezTo>
                  <a:cubicBezTo>
                    <a:pt x="9024" y="2593"/>
                    <a:pt x="9074" y="2642"/>
                    <a:pt x="9111" y="2692"/>
                  </a:cubicBezTo>
                  <a:close/>
                  <a:moveTo>
                    <a:pt x="8395" y="2544"/>
                  </a:moveTo>
                  <a:cubicBezTo>
                    <a:pt x="8531" y="2507"/>
                    <a:pt x="8493" y="2309"/>
                    <a:pt x="8358" y="2321"/>
                  </a:cubicBezTo>
                  <a:cubicBezTo>
                    <a:pt x="8345" y="2321"/>
                    <a:pt x="8333" y="2321"/>
                    <a:pt x="8321" y="2321"/>
                  </a:cubicBezTo>
                  <a:cubicBezTo>
                    <a:pt x="8247" y="2346"/>
                    <a:pt x="8173" y="2383"/>
                    <a:pt x="8098" y="2420"/>
                  </a:cubicBezTo>
                  <a:cubicBezTo>
                    <a:pt x="8074" y="2433"/>
                    <a:pt x="8049" y="2445"/>
                    <a:pt x="8037" y="2470"/>
                  </a:cubicBezTo>
                  <a:cubicBezTo>
                    <a:pt x="8000" y="2568"/>
                    <a:pt x="8098" y="2679"/>
                    <a:pt x="8197" y="2630"/>
                  </a:cubicBezTo>
                  <a:cubicBezTo>
                    <a:pt x="8259" y="2593"/>
                    <a:pt x="8333" y="2568"/>
                    <a:pt x="8395" y="2544"/>
                  </a:cubicBezTo>
                  <a:close/>
                  <a:moveTo>
                    <a:pt x="7642" y="3000"/>
                  </a:moveTo>
                  <a:cubicBezTo>
                    <a:pt x="7666" y="2976"/>
                    <a:pt x="7679" y="2951"/>
                    <a:pt x="7679" y="2926"/>
                  </a:cubicBezTo>
                  <a:cubicBezTo>
                    <a:pt x="7691" y="2815"/>
                    <a:pt x="7568" y="2754"/>
                    <a:pt x="7494" y="2815"/>
                  </a:cubicBezTo>
                  <a:cubicBezTo>
                    <a:pt x="7420" y="2877"/>
                    <a:pt x="7370" y="2926"/>
                    <a:pt x="7308" y="3000"/>
                  </a:cubicBezTo>
                  <a:cubicBezTo>
                    <a:pt x="7284" y="3037"/>
                    <a:pt x="7271" y="3087"/>
                    <a:pt x="7296" y="3136"/>
                  </a:cubicBezTo>
                  <a:cubicBezTo>
                    <a:pt x="7346" y="3198"/>
                    <a:pt x="7432" y="3210"/>
                    <a:pt x="7481" y="3149"/>
                  </a:cubicBezTo>
                  <a:cubicBezTo>
                    <a:pt x="7531" y="3087"/>
                    <a:pt x="7580" y="3037"/>
                    <a:pt x="7642" y="2988"/>
                  </a:cubicBezTo>
                  <a:close/>
                  <a:moveTo>
                    <a:pt x="7259" y="3692"/>
                  </a:moveTo>
                  <a:cubicBezTo>
                    <a:pt x="7259" y="3655"/>
                    <a:pt x="7234" y="3605"/>
                    <a:pt x="7185" y="3593"/>
                  </a:cubicBezTo>
                  <a:cubicBezTo>
                    <a:pt x="7111" y="3568"/>
                    <a:pt x="7025" y="3630"/>
                    <a:pt x="7037" y="3704"/>
                  </a:cubicBezTo>
                  <a:cubicBezTo>
                    <a:pt x="7037" y="3790"/>
                    <a:pt x="7049" y="3877"/>
                    <a:pt x="7086" y="3963"/>
                  </a:cubicBezTo>
                  <a:cubicBezTo>
                    <a:pt x="7123" y="4099"/>
                    <a:pt x="7321" y="4050"/>
                    <a:pt x="7308" y="3914"/>
                  </a:cubicBezTo>
                  <a:cubicBezTo>
                    <a:pt x="7308" y="3914"/>
                    <a:pt x="7308" y="3901"/>
                    <a:pt x="7308" y="3889"/>
                  </a:cubicBezTo>
                  <a:cubicBezTo>
                    <a:pt x="7284" y="3827"/>
                    <a:pt x="7271" y="3766"/>
                    <a:pt x="7271" y="3692"/>
                  </a:cubicBezTo>
                  <a:close/>
                  <a:moveTo>
                    <a:pt x="7666" y="4408"/>
                  </a:moveTo>
                  <a:cubicBezTo>
                    <a:pt x="7568" y="4321"/>
                    <a:pt x="7420" y="4432"/>
                    <a:pt x="7481" y="4556"/>
                  </a:cubicBezTo>
                  <a:cubicBezTo>
                    <a:pt x="7481" y="4556"/>
                    <a:pt x="7494" y="4568"/>
                    <a:pt x="7506" y="4580"/>
                  </a:cubicBezTo>
                  <a:cubicBezTo>
                    <a:pt x="7555" y="4642"/>
                    <a:pt x="7617" y="4691"/>
                    <a:pt x="7679" y="4741"/>
                  </a:cubicBezTo>
                  <a:cubicBezTo>
                    <a:pt x="7802" y="4840"/>
                    <a:pt x="7950" y="4667"/>
                    <a:pt x="7839" y="4568"/>
                  </a:cubicBezTo>
                  <a:cubicBezTo>
                    <a:pt x="7778" y="4519"/>
                    <a:pt x="7728" y="4469"/>
                    <a:pt x="7666" y="4408"/>
                  </a:cubicBezTo>
                  <a:close/>
                  <a:moveTo>
                    <a:pt x="8395" y="4852"/>
                  </a:moveTo>
                  <a:cubicBezTo>
                    <a:pt x="8271" y="4815"/>
                    <a:pt x="8197" y="4988"/>
                    <a:pt x="8308" y="5062"/>
                  </a:cubicBezTo>
                  <a:cubicBezTo>
                    <a:pt x="8321" y="5062"/>
                    <a:pt x="8333" y="5074"/>
                    <a:pt x="8345" y="5074"/>
                  </a:cubicBezTo>
                  <a:cubicBezTo>
                    <a:pt x="8419" y="5099"/>
                    <a:pt x="8493" y="5111"/>
                    <a:pt x="8580" y="5124"/>
                  </a:cubicBezTo>
                  <a:cubicBezTo>
                    <a:pt x="8703" y="5136"/>
                    <a:pt x="8765" y="4963"/>
                    <a:pt x="8654" y="4901"/>
                  </a:cubicBezTo>
                  <a:cubicBezTo>
                    <a:pt x="8642" y="4901"/>
                    <a:pt x="8629" y="4889"/>
                    <a:pt x="8617" y="4889"/>
                  </a:cubicBezTo>
                  <a:cubicBezTo>
                    <a:pt x="8543" y="4877"/>
                    <a:pt x="8469" y="4864"/>
                    <a:pt x="8395" y="4852"/>
                  </a:cubicBezTo>
                  <a:close/>
                  <a:moveTo>
                    <a:pt x="10197" y="4852"/>
                  </a:moveTo>
                  <a:cubicBezTo>
                    <a:pt x="10074" y="4864"/>
                    <a:pt x="10074" y="5049"/>
                    <a:pt x="10197" y="5074"/>
                  </a:cubicBezTo>
                  <a:cubicBezTo>
                    <a:pt x="10209" y="5074"/>
                    <a:pt x="10222" y="5074"/>
                    <a:pt x="10234" y="5074"/>
                  </a:cubicBezTo>
                  <a:lnTo>
                    <a:pt x="10469" y="5037"/>
                  </a:lnTo>
                  <a:cubicBezTo>
                    <a:pt x="10592" y="5012"/>
                    <a:pt x="10592" y="4827"/>
                    <a:pt x="10469" y="4815"/>
                  </a:cubicBezTo>
                  <a:cubicBezTo>
                    <a:pt x="10456" y="4803"/>
                    <a:pt x="10431" y="4803"/>
                    <a:pt x="10419" y="4815"/>
                  </a:cubicBezTo>
                  <a:cubicBezTo>
                    <a:pt x="10345" y="4827"/>
                    <a:pt x="10271" y="4840"/>
                    <a:pt x="10197" y="4852"/>
                  </a:cubicBezTo>
                  <a:close/>
                  <a:moveTo>
                    <a:pt x="11098" y="4667"/>
                  </a:moveTo>
                  <a:cubicBezTo>
                    <a:pt x="11012" y="4691"/>
                    <a:pt x="10975" y="4803"/>
                    <a:pt x="11049" y="4864"/>
                  </a:cubicBezTo>
                  <a:cubicBezTo>
                    <a:pt x="11073" y="4889"/>
                    <a:pt x="11123" y="4901"/>
                    <a:pt x="11160" y="4901"/>
                  </a:cubicBezTo>
                  <a:lnTo>
                    <a:pt x="11382" y="4840"/>
                  </a:lnTo>
                  <a:cubicBezTo>
                    <a:pt x="11518" y="4803"/>
                    <a:pt x="11493" y="4593"/>
                    <a:pt x="11345" y="4605"/>
                  </a:cubicBezTo>
                  <a:lnTo>
                    <a:pt x="11320" y="4605"/>
                  </a:lnTo>
                  <a:lnTo>
                    <a:pt x="11098" y="4667"/>
                  </a:lnTo>
                  <a:close/>
                  <a:moveTo>
                    <a:pt x="11987" y="4408"/>
                  </a:moveTo>
                  <a:cubicBezTo>
                    <a:pt x="11851" y="4457"/>
                    <a:pt x="11888" y="4642"/>
                    <a:pt x="12024" y="4642"/>
                  </a:cubicBezTo>
                  <a:cubicBezTo>
                    <a:pt x="12036" y="4642"/>
                    <a:pt x="12049" y="4642"/>
                    <a:pt x="12061" y="4642"/>
                  </a:cubicBezTo>
                  <a:lnTo>
                    <a:pt x="12283" y="4556"/>
                  </a:lnTo>
                  <a:cubicBezTo>
                    <a:pt x="12394" y="4519"/>
                    <a:pt x="12369" y="4334"/>
                    <a:pt x="12246" y="4334"/>
                  </a:cubicBezTo>
                  <a:cubicBezTo>
                    <a:pt x="12221" y="4334"/>
                    <a:pt x="12209" y="4334"/>
                    <a:pt x="12197" y="4346"/>
                  </a:cubicBezTo>
                  <a:lnTo>
                    <a:pt x="11987" y="4420"/>
                  </a:lnTo>
                  <a:close/>
                  <a:moveTo>
                    <a:pt x="12839" y="4074"/>
                  </a:moveTo>
                  <a:cubicBezTo>
                    <a:pt x="12727" y="4124"/>
                    <a:pt x="12764" y="4296"/>
                    <a:pt x="12888" y="4296"/>
                  </a:cubicBezTo>
                  <a:cubicBezTo>
                    <a:pt x="12900" y="4296"/>
                    <a:pt x="12913" y="4296"/>
                    <a:pt x="12925" y="4284"/>
                  </a:cubicBezTo>
                  <a:lnTo>
                    <a:pt x="13147" y="4185"/>
                  </a:lnTo>
                  <a:cubicBezTo>
                    <a:pt x="13258" y="4136"/>
                    <a:pt x="13209" y="3951"/>
                    <a:pt x="13085" y="3963"/>
                  </a:cubicBezTo>
                  <a:cubicBezTo>
                    <a:pt x="13073" y="3963"/>
                    <a:pt x="13061" y="3976"/>
                    <a:pt x="13048" y="3976"/>
                  </a:cubicBezTo>
                  <a:close/>
                  <a:moveTo>
                    <a:pt x="13653" y="3655"/>
                  </a:moveTo>
                  <a:cubicBezTo>
                    <a:pt x="13542" y="3729"/>
                    <a:pt x="13604" y="3889"/>
                    <a:pt x="13727" y="3877"/>
                  </a:cubicBezTo>
                  <a:cubicBezTo>
                    <a:pt x="13740" y="3877"/>
                    <a:pt x="13752" y="3864"/>
                    <a:pt x="13764" y="3864"/>
                  </a:cubicBezTo>
                  <a:cubicBezTo>
                    <a:pt x="13838" y="3827"/>
                    <a:pt x="13900" y="3778"/>
                    <a:pt x="13974" y="3741"/>
                  </a:cubicBezTo>
                  <a:cubicBezTo>
                    <a:pt x="14098" y="3655"/>
                    <a:pt x="13987" y="3457"/>
                    <a:pt x="13851" y="3544"/>
                  </a:cubicBezTo>
                  <a:close/>
                  <a:moveTo>
                    <a:pt x="14419" y="3161"/>
                  </a:moveTo>
                  <a:cubicBezTo>
                    <a:pt x="14320" y="3235"/>
                    <a:pt x="14394" y="3395"/>
                    <a:pt x="14517" y="3371"/>
                  </a:cubicBezTo>
                  <a:cubicBezTo>
                    <a:pt x="14530" y="3371"/>
                    <a:pt x="14554" y="3358"/>
                    <a:pt x="14567" y="3358"/>
                  </a:cubicBezTo>
                  <a:cubicBezTo>
                    <a:pt x="14628" y="3309"/>
                    <a:pt x="14690" y="3260"/>
                    <a:pt x="14752" y="3210"/>
                  </a:cubicBezTo>
                  <a:cubicBezTo>
                    <a:pt x="14826" y="3149"/>
                    <a:pt x="14801" y="3013"/>
                    <a:pt x="14690" y="3000"/>
                  </a:cubicBezTo>
                  <a:cubicBezTo>
                    <a:pt x="14665" y="3000"/>
                    <a:pt x="14628" y="3013"/>
                    <a:pt x="14604" y="3025"/>
                  </a:cubicBezTo>
                  <a:close/>
                  <a:moveTo>
                    <a:pt x="15135" y="2581"/>
                  </a:moveTo>
                  <a:cubicBezTo>
                    <a:pt x="15097" y="2605"/>
                    <a:pt x="15085" y="2655"/>
                    <a:pt x="15097" y="2692"/>
                  </a:cubicBezTo>
                  <a:cubicBezTo>
                    <a:pt x="15110" y="2778"/>
                    <a:pt x="15221" y="2815"/>
                    <a:pt x="15295" y="2754"/>
                  </a:cubicBezTo>
                  <a:cubicBezTo>
                    <a:pt x="15344" y="2704"/>
                    <a:pt x="15406" y="2642"/>
                    <a:pt x="15455" y="2593"/>
                  </a:cubicBezTo>
                  <a:cubicBezTo>
                    <a:pt x="15579" y="2482"/>
                    <a:pt x="15418" y="2309"/>
                    <a:pt x="15307" y="2420"/>
                  </a:cubicBezTo>
                  <a:cubicBezTo>
                    <a:pt x="15246" y="2470"/>
                    <a:pt x="15196" y="2531"/>
                    <a:pt x="15135" y="2581"/>
                  </a:cubicBezTo>
                  <a:close/>
                  <a:moveTo>
                    <a:pt x="15752" y="1926"/>
                  </a:moveTo>
                  <a:cubicBezTo>
                    <a:pt x="15715" y="1951"/>
                    <a:pt x="15715" y="2001"/>
                    <a:pt x="15739" y="2050"/>
                  </a:cubicBezTo>
                  <a:cubicBezTo>
                    <a:pt x="15776" y="2124"/>
                    <a:pt x="15875" y="2124"/>
                    <a:pt x="15925" y="2062"/>
                  </a:cubicBezTo>
                  <a:cubicBezTo>
                    <a:pt x="15974" y="2001"/>
                    <a:pt x="16023" y="1939"/>
                    <a:pt x="16073" y="1877"/>
                  </a:cubicBezTo>
                  <a:cubicBezTo>
                    <a:pt x="16134" y="1778"/>
                    <a:pt x="16023" y="1655"/>
                    <a:pt x="15925" y="1717"/>
                  </a:cubicBezTo>
                  <a:cubicBezTo>
                    <a:pt x="15912" y="1717"/>
                    <a:pt x="15900" y="1729"/>
                    <a:pt x="15900" y="1741"/>
                  </a:cubicBezTo>
                  <a:cubicBezTo>
                    <a:pt x="15850" y="1803"/>
                    <a:pt x="15801" y="1865"/>
                    <a:pt x="15752" y="1926"/>
                  </a:cubicBezTo>
                  <a:close/>
                  <a:moveTo>
                    <a:pt x="16270" y="1173"/>
                  </a:moveTo>
                  <a:cubicBezTo>
                    <a:pt x="16159" y="1285"/>
                    <a:pt x="16332" y="1445"/>
                    <a:pt x="16443" y="1322"/>
                  </a:cubicBezTo>
                  <a:cubicBezTo>
                    <a:pt x="16455" y="1322"/>
                    <a:pt x="16455" y="1309"/>
                    <a:pt x="16468" y="1297"/>
                  </a:cubicBezTo>
                  <a:lnTo>
                    <a:pt x="16492" y="1248"/>
                  </a:lnTo>
                  <a:lnTo>
                    <a:pt x="16542" y="1149"/>
                  </a:lnTo>
                  <a:lnTo>
                    <a:pt x="16579" y="1087"/>
                  </a:lnTo>
                  <a:cubicBezTo>
                    <a:pt x="16653" y="964"/>
                    <a:pt x="16480" y="853"/>
                    <a:pt x="16394" y="951"/>
                  </a:cubicBezTo>
                  <a:cubicBezTo>
                    <a:pt x="16381" y="964"/>
                    <a:pt x="16381" y="976"/>
                    <a:pt x="16381" y="976"/>
                  </a:cubicBezTo>
                  <a:lnTo>
                    <a:pt x="16344" y="1038"/>
                  </a:lnTo>
                  <a:lnTo>
                    <a:pt x="16295" y="1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7669" name="Shape 7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0" name="Google Shape;7670;p4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7671" name="Google Shape;7671;p42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7672" name="Google Shape;7672;p42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673" name="Google Shape;7673;p4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7674" name="Google Shape;7674;p42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7675" name="Google Shape;7675;p4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6" name="Google Shape;7676;p4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7" name="Google Shape;7677;p4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8" name="Google Shape;7678;p4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9" name="Google Shape;7679;p4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0" name="Google Shape;7680;p4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1" name="Google Shape;7681;p4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2" name="Google Shape;7682;p4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3" name="Google Shape;7683;p4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4" name="Google Shape;7684;p4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5" name="Google Shape;7685;p4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6" name="Google Shape;7686;p4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7" name="Google Shape;7687;p4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8" name="Google Shape;7688;p4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9" name="Google Shape;7689;p4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90" name="Google Shape;7690;p42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7691" name="Google Shape;7691;p42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2" name="Google Shape;7692;p42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3" name="Google Shape;7693;p42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4" name="Google Shape;7694;p42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5" name="Google Shape;7695;p42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6" name="Google Shape;7696;p42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7" name="Google Shape;7697;p42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8" name="Google Shape;7698;p42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9" name="Google Shape;7699;p42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0" name="Google Shape;7700;p42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1" name="Google Shape;7701;p42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2" name="Google Shape;7702;p42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3" name="Google Shape;7703;p42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4" name="Google Shape;7704;p42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5" name="Google Shape;7705;p42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706" name="Google Shape;7706;p42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07" name="Google Shape;7707;p42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08" name="Google Shape;7708;p42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09" name="Google Shape;7709;p42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10" name="Google Shape;7710;p42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11" name="Google Shape;7711;p42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7712" name="Google Shape;7712;p42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713" name="Google Shape;7713;p42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7714" name="Google Shape;7714;p42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7715" name="Google Shape;7715;p42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716" name="Google Shape;7716;p42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7717" name="Shape 7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8" name="Google Shape;7718;p347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9" name="Google Shape;7719;p347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720" name="Google Shape;7720;p347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721" name="Google Shape;7721;p347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7722" name="Google Shape;7722;p347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7723" name="Google Shape;7723;p347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347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347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347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347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347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347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347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347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347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347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34" name="Google Shape;7734;p347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735" name="Google Shape;7735;p347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7736" name="Google Shape;7736;p347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347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347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347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347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347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347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347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347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347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347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47" name="Google Shape;7747;p347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7748" name="Google Shape;7748;p347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347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50" name="Google Shape;7750;p347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7751" name="Google Shape;7751;p347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347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347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347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347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347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57" name="Google Shape;7757;p347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8" name="Google Shape;7758;p347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7759" name="Google Shape;7759;p347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7760" name="Shape 7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61" name="Google Shape;7761;p34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762" name="Google Shape;7762;p34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34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34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34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34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34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34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34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34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34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34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34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34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34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34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34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34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34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34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34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34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34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84" name="Google Shape;7784;p348"/>
          <p:cNvSpPr txBox="1"/>
          <p:nvPr>
            <p:ph idx="1" type="subTitle"/>
          </p:nvPr>
        </p:nvSpPr>
        <p:spPr>
          <a:xfrm>
            <a:off x="3117150" y="3530226"/>
            <a:ext cx="29097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785" name="Google Shape;7785;p348"/>
          <p:cNvSpPr txBox="1"/>
          <p:nvPr>
            <p:ph type="title"/>
          </p:nvPr>
        </p:nvSpPr>
        <p:spPr>
          <a:xfrm>
            <a:off x="1918650" y="1613852"/>
            <a:ext cx="5306700" cy="17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786" name="Google Shape;7786;p348"/>
          <p:cNvSpPr txBox="1"/>
          <p:nvPr>
            <p:ph idx="2" type="title"/>
          </p:nvPr>
        </p:nvSpPr>
        <p:spPr>
          <a:xfrm>
            <a:off x="3843750" y="591078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7787" name="Google Shape;7787;p348"/>
          <p:cNvGrpSpPr/>
          <p:nvPr/>
        </p:nvGrpSpPr>
        <p:grpSpPr>
          <a:xfrm flipH="1" rot="-697126">
            <a:off x="569287" y="-351303"/>
            <a:ext cx="1305393" cy="1346461"/>
            <a:chOff x="1492000" y="427450"/>
            <a:chExt cx="1188000" cy="1225375"/>
          </a:xfrm>
        </p:grpSpPr>
        <p:sp>
          <p:nvSpPr>
            <p:cNvPr id="7788" name="Google Shape;7788;p348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348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348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348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348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348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348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348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348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348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348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7799" name="Shape 7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0" name="Google Shape;7800;p349"/>
          <p:cNvSpPr/>
          <p:nvPr/>
        </p:nvSpPr>
        <p:spPr>
          <a:xfrm>
            <a:off x="8740343" y="1780347"/>
            <a:ext cx="20479" cy="58449"/>
          </a:xfrm>
          <a:custGeom>
            <a:rect b="b" l="l" r="r" t="t"/>
            <a:pathLst>
              <a:path extrusionOk="0" h="1403" w="488">
                <a:moveTo>
                  <a:pt x="249" y="0"/>
                </a:moveTo>
                <a:cubicBezTo>
                  <a:pt x="193" y="0"/>
                  <a:pt x="139" y="35"/>
                  <a:pt x="118" y="90"/>
                </a:cubicBezTo>
                <a:cubicBezTo>
                  <a:pt x="73" y="190"/>
                  <a:pt x="46" y="289"/>
                  <a:pt x="28" y="397"/>
                </a:cubicBezTo>
                <a:cubicBezTo>
                  <a:pt x="19" y="442"/>
                  <a:pt x="1" y="496"/>
                  <a:pt x="19" y="541"/>
                </a:cubicBezTo>
                <a:cubicBezTo>
                  <a:pt x="19" y="559"/>
                  <a:pt x="28" y="568"/>
                  <a:pt x="37" y="586"/>
                </a:cubicBezTo>
                <a:cubicBezTo>
                  <a:pt x="64" y="595"/>
                  <a:pt x="145" y="613"/>
                  <a:pt x="145" y="622"/>
                </a:cubicBezTo>
                <a:cubicBezTo>
                  <a:pt x="145" y="631"/>
                  <a:pt x="100" y="649"/>
                  <a:pt x="73" y="658"/>
                </a:cubicBezTo>
                <a:cubicBezTo>
                  <a:pt x="37" y="667"/>
                  <a:pt x="46" y="685"/>
                  <a:pt x="46" y="694"/>
                </a:cubicBezTo>
                <a:cubicBezTo>
                  <a:pt x="37" y="902"/>
                  <a:pt x="46" y="1100"/>
                  <a:pt x="109" y="1307"/>
                </a:cubicBezTo>
                <a:cubicBezTo>
                  <a:pt x="118" y="1343"/>
                  <a:pt x="154" y="1379"/>
                  <a:pt x="190" y="1397"/>
                </a:cubicBezTo>
                <a:cubicBezTo>
                  <a:pt x="203" y="1401"/>
                  <a:pt x="215" y="1402"/>
                  <a:pt x="228" y="1402"/>
                </a:cubicBezTo>
                <a:cubicBezTo>
                  <a:pt x="289" y="1402"/>
                  <a:pt x="348" y="1367"/>
                  <a:pt x="371" y="1307"/>
                </a:cubicBezTo>
                <a:cubicBezTo>
                  <a:pt x="434" y="1109"/>
                  <a:pt x="443" y="902"/>
                  <a:pt x="443" y="703"/>
                </a:cubicBezTo>
                <a:cubicBezTo>
                  <a:pt x="443" y="685"/>
                  <a:pt x="452" y="676"/>
                  <a:pt x="416" y="658"/>
                </a:cubicBezTo>
                <a:cubicBezTo>
                  <a:pt x="389" y="649"/>
                  <a:pt x="344" y="640"/>
                  <a:pt x="344" y="622"/>
                </a:cubicBezTo>
                <a:cubicBezTo>
                  <a:pt x="344" y="613"/>
                  <a:pt x="425" y="595"/>
                  <a:pt x="443" y="586"/>
                </a:cubicBezTo>
                <a:cubicBezTo>
                  <a:pt x="461" y="577"/>
                  <a:pt x="470" y="559"/>
                  <a:pt x="470" y="550"/>
                </a:cubicBezTo>
                <a:cubicBezTo>
                  <a:pt x="488" y="496"/>
                  <a:pt x="470" y="451"/>
                  <a:pt x="461" y="397"/>
                </a:cubicBezTo>
                <a:cubicBezTo>
                  <a:pt x="443" y="298"/>
                  <a:pt x="416" y="190"/>
                  <a:pt x="380" y="90"/>
                </a:cubicBezTo>
                <a:cubicBezTo>
                  <a:pt x="362" y="54"/>
                  <a:pt x="335" y="27"/>
                  <a:pt x="298" y="9"/>
                </a:cubicBezTo>
                <a:cubicBezTo>
                  <a:pt x="282" y="3"/>
                  <a:pt x="266" y="0"/>
                  <a:pt x="2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801" name="Google Shape;7801;p34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802" name="Google Shape;7802;p34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34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34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34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34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34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34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34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34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34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34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34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34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34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34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34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34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9" name="Google Shape;7819;p34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34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34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34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34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824" name="Google Shape;7824;p349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825" name="Google Shape;7825;p349"/>
          <p:cNvSpPr txBox="1"/>
          <p:nvPr>
            <p:ph idx="1" type="body"/>
          </p:nvPr>
        </p:nvSpPr>
        <p:spPr>
          <a:xfrm>
            <a:off x="720000" y="1170724"/>
            <a:ext cx="7704000" cy="389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1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AutoNum type="romanLcPeriod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826" name="Shape 7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27" name="Google Shape;7827;p350"/>
          <p:cNvGrpSpPr/>
          <p:nvPr/>
        </p:nvGrpSpPr>
        <p:grpSpPr>
          <a:xfrm>
            <a:off x="352670" y="6764"/>
            <a:ext cx="8793030" cy="5129556"/>
            <a:chOff x="514825" y="859725"/>
            <a:chExt cx="6865800" cy="4005275"/>
          </a:xfrm>
        </p:grpSpPr>
        <p:sp>
          <p:nvSpPr>
            <p:cNvPr id="7828" name="Google Shape;7828;p35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35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35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35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35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35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35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35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35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35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35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35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35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35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35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35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35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35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35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35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35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849" name="Google Shape;7849;p350"/>
          <p:cNvSpPr txBox="1"/>
          <p:nvPr>
            <p:ph type="title"/>
          </p:nvPr>
        </p:nvSpPr>
        <p:spPr>
          <a:xfrm>
            <a:off x="4572000" y="540000"/>
            <a:ext cx="3852000" cy="4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7850" name="Shape 7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1" name="Google Shape;7851;p35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852" name="Google Shape;7852;p35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35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35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35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35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35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35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35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35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35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35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35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35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35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35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35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35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35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35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871" name="Google Shape;7871;p351"/>
          <p:cNvSpPr txBox="1"/>
          <p:nvPr>
            <p:ph idx="1" type="subTitle"/>
          </p:nvPr>
        </p:nvSpPr>
        <p:spPr>
          <a:xfrm>
            <a:off x="890100" y="1760244"/>
            <a:ext cx="7533900" cy="27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872" name="Google Shape;7872;p351"/>
          <p:cNvSpPr txBox="1"/>
          <p:nvPr>
            <p:ph type="title"/>
          </p:nvPr>
        </p:nvSpPr>
        <p:spPr>
          <a:xfrm>
            <a:off x="4572000" y="540000"/>
            <a:ext cx="3852000" cy="103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7873" name="Shape 7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74" name="Google Shape;7874;p35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875" name="Google Shape;7875;p35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35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35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35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35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35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35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35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35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35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35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35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35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35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35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35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35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35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35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7894" name="Google Shape;7894;p352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895" name="Google Shape;7895;p352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6" name="Google Shape;7896;p352"/>
          <p:cNvSpPr txBox="1"/>
          <p:nvPr>
            <p:ph type="title"/>
          </p:nvPr>
        </p:nvSpPr>
        <p:spPr>
          <a:xfrm>
            <a:off x="720000" y="1560650"/>
            <a:ext cx="3519300" cy="167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7897" name="Google Shape;7897;p352"/>
          <p:cNvSpPr txBox="1"/>
          <p:nvPr>
            <p:ph idx="1" type="subTitle"/>
          </p:nvPr>
        </p:nvSpPr>
        <p:spPr>
          <a:xfrm rot="684086">
            <a:off x="5771626" y="1941489"/>
            <a:ext cx="1878775" cy="154912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7898" name="Shape 7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99" name="Google Shape;7899;p35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900" name="Google Shape;7900;p35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35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35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35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35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35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35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35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35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35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35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35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35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35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35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35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35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35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35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19" name="Google Shape;7919;p353"/>
          <p:cNvSpPr txBox="1"/>
          <p:nvPr>
            <p:ph type="title"/>
          </p:nvPr>
        </p:nvSpPr>
        <p:spPr>
          <a:xfrm>
            <a:off x="1061575" y="1472687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920" name="Google Shape;7920;p353"/>
          <p:cNvSpPr txBox="1"/>
          <p:nvPr>
            <p:ph idx="1" type="body"/>
          </p:nvPr>
        </p:nvSpPr>
        <p:spPr>
          <a:xfrm>
            <a:off x="1061575" y="2468991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cxnSp>
        <p:nvCxnSpPr>
          <p:cNvPr id="7921" name="Google Shape;7921;p353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922" name="Google Shape;7922;p353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7923" name="Shape 7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4" name="Google Shape;7924;p354"/>
          <p:cNvSpPr txBox="1"/>
          <p:nvPr>
            <p:ph type="title"/>
          </p:nvPr>
        </p:nvSpPr>
        <p:spPr>
          <a:xfrm>
            <a:off x="3223200" y="1570950"/>
            <a:ext cx="2697600" cy="20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7925" name="Shape 7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26" name="Google Shape;7926;p35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7927" name="Google Shape;7927;p35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35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35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35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35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35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35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35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35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35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35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35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35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35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35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35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35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35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35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7946" name="Google Shape;7946;p355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947" name="Google Shape;7947;p355"/>
          <p:cNvSpPr txBox="1"/>
          <p:nvPr>
            <p:ph hasCustomPrompt="1" type="title"/>
          </p:nvPr>
        </p:nvSpPr>
        <p:spPr>
          <a:xfrm>
            <a:off x="1768200" y="1654521"/>
            <a:ext cx="5607600" cy="8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48" name="Google Shape;7948;p355"/>
          <p:cNvSpPr txBox="1"/>
          <p:nvPr>
            <p:ph idx="1" type="body"/>
          </p:nvPr>
        </p:nvSpPr>
        <p:spPr>
          <a:xfrm>
            <a:off x="2710050" y="2650221"/>
            <a:ext cx="3723900" cy="6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7949" name="Shape 7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0" name="Google Shape;7950;p35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7951" name="Shape 7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2" name="Google Shape;7952;p357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7953" name="Google Shape;7953;p357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954" name="Google Shape;7954;p35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7955" name="Google Shape;7955;p357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7956" name="Google Shape;7956;p35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7" name="Google Shape;7957;p35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8" name="Google Shape;7958;p35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9" name="Google Shape;7959;p35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0" name="Google Shape;7960;p35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1" name="Google Shape;7961;p35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2" name="Google Shape;7962;p35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3" name="Google Shape;7963;p35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4" name="Google Shape;7964;p35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5" name="Google Shape;7965;p35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6" name="Google Shape;7966;p35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7" name="Google Shape;7967;p35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8" name="Google Shape;7968;p35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9" name="Google Shape;7969;p35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0" name="Google Shape;7970;p35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71" name="Google Shape;7971;p357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7972" name="Google Shape;7972;p35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3" name="Google Shape;7973;p35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4" name="Google Shape;7974;p35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5" name="Google Shape;7975;p35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6" name="Google Shape;7976;p35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7" name="Google Shape;7977;p35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8" name="Google Shape;7978;p35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9" name="Google Shape;7979;p35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0" name="Google Shape;7980;p35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1" name="Google Shape;7981;p35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2" name="Google Shape;7982;p35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3" name="Google Shape;7983;p35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4" name="Google Shape;7984;p35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5" name="Google Shape;7985;p35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6" name="Google Shape;7986;p35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987" name="Google Shape;7987;p357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88" name="Google Shape;7988;p357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89" name="Google Shape;7989;p357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90" name="Google Shape;7990;p357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91" name="Google Shape;7991;p357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92" name="Google Shape;7992;p35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7993" name="Google Shape;7993;p357"/>
          <p:cNvSpPr txBox="1"/>
          <p:nvPr>
            <p:ph type="title"/>
          </p:nvPr>
        </p:nvSpPr>
        <p:spPr>
          <a:xfrm>
            <a:off x="720000" y="540000"/>
            <a:ext cx="336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994" name="Google Shape;7994;p357"/>
          <p:cNvSpPr txBox="1"/>
          <p:nvPr>
            <p:ph idx="1" type="subTitle"/>
          </p:nvPr>
        </p:nvSpPr>
        <p:spPr>
          <a:xfrm>
            <a:off x="90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995" name="Google Shape;7995;p357"/>
          <p:cNvSpPr txBox="1"/>
          <p:nvPr>
            <p:ph idx="2" type="subTitle"/>
          </p:nvPr>
        </p:nvSpPr>
        <p:spPr>
          <a:xfrm>
            <a:off x="567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996" name="Google Shape;7996;p357"/>
          <p:cNvSpPr txBox="1"/>
          <p:nvPr>
            <p:ph idx="3" type="subTitle"/>
          </p:nvPr>
        </p:nvSpPr>
        <p:spPr>
          <a:xfrm>
            <a:off x="90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997" name="Google Shape;7997;p357"/>
          <p:cNvSpPr txBox="1"/>
          <p:nvPr>
            <p:ph idx="4" type="subTitle"/>
          </p:nvPr>
        </p:nvSpPr>
        <p:spPr>
          <a:xfrm>
            <a:off x="567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998" name="Google Shape;7998;p357"/>
          <p:cNvSpPr txBox="1"/>
          <p:nvPr>
            <p:ph idx="5" type="subTitle"/>
          </p:nvPr>
        </p:nvSpPr>
        <p:spPr>
          <a:xfrm>
            <a:off x="90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7999" name="Google Shape;7999;p357"/>
          <p:cNvSpPr txBox="1"/>
          <p:nvPr>
            <p:ph idx="6" type="subTitle"/>
          </p:nvPr>
        </p:nvSpPr>
        <p:spPr>
          <a:xfrm>
            <a:off x="567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00" name="Google Shape;8000;p357"/>
          <p:cNvSpPr txBox="1"/>
          <p:nvPr>
            <p:ph idx="7" type="subTitle"/>
          </p:nvPr>
        </p:nvSpPr>
        <p:spPr>
          <a:xfrm>
            <a:off x="90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01" name="Google Shape;8001;p357"/>
          <p:cNvSpPr txBox="1"/>
          <p:nvPr>
            <p:ph idx="8" type="subTitle"/>
          </p:nvPr>
        </p:nvSpPr>
        <p:spPr>
          <a:xfrm>
            <a:off x="567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">
    <p:spTree>
      <p:nvGrpSpPr>
        <p:cNvPr id="8002" name="Shape 8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03" name="Google Shape;8003;p35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004" name="Google Shape;8004;p35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35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35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35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35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35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35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35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35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35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35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35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35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35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35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9" name="Google Shape;8019;p35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0" name="Google Shape;8020;p35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35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2" name="Google Shape;8022;p35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3" name="Google Shape;8023;p35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4" name="Google Shape;8024;p35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5" name="Google Shape;8025;p35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26" name="Google Shape;8026;p358"/>
          <p:cNvSpPr txBox="1"/>
          <p:nvPr>
            <p:ph type="ctrTitle"/>
          </p:nvPr>
        </p:nvSpPr>
        <p:spPr>
          <a:xfrm>
            <a:off x="5908324" y="1290427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27" name="Google Shape;8027;p358"/>
          <p:cNvSpPr txBox="1"/>
          <p:nvPr>
            <p:ph idx="1" type="subTitle"/>
          </p:nvPr>
        </p:nvSpPr>
        <p:spPr>
          <a:xfrm>
            <a:off x="590832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28" name="Google Shape;8028;p358"/>
          <p:cNvSpPr txBox="1"/>
          <p:nvPr>
            <p:ph idx="2" type="title"/>
          </p:nvPr>
        </p:nvSpPr>
        <p:spPr>
          <a:xfrm>
            <a:off x="4903953" y="1280000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29" name="Google Shape;8029;p358"/>
          <p:cNvSpPr txBox="1"/>
          <p:nvPr>
            <p:ph idx="3" type="subTitle"/>
          </p:nvPr>
        </p:nvSpPr>
        <p:spPr>
          <a:xfrm>
            <a:off x="590832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30" name="Google Shape;8030;p358"/>
          <p:cNvSpPr txBox="1"/>
          <p:nvPr>
            <p:ph idx="4" type="title"/>
          </p:nvPr>
        </p:nvSpPr>
        <p:spPr>
          <a:xfrm>
            <a:off x="4903953" y="327730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31" name="Google Shape;8031;p358"/>
          <p:cNvSpPr txBox="1"/>
          <p:nvPr>
            <p:ph idx="5" type="subTitle"/>
          </p:nvPr>
        </p:nvSpPr>
        <p:spPr>
          <a:xfrm>
            <a:off x="5908324" y="2589180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32" name="Google Shape;8032;p358"/>
          <p:cNvSpPr txBox="1"/>
          <p:nvPr>
            <p:ph idx="6" type="title"/>
          </p:nvPr>
        </p:nvSpPr>
        <p:spPr>
          <a:xfrm>
            <a:off x="4903953" y="230664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33" name="Google Shape;8033;p358"/>
          <p:cNvSpPr txBox="1"/>
          <p:nvPr>
            <p:ph idx="7" type="ctrTitle"/>
          </p:nvPr>
        </p:nvSpPr>
        <p:spPr>
          <a:xfrm>
            <a:off x="5908324" y="231110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34" name="Google Shape;8034;p358"/>
          <p:cNvSpPr txBox="1"/>
          <p:nvPr>
            <p:ph idx="8" type="ctrTitle"/>
          </p:nvPr>
        </p:nvSpPr>
        <p:spPr>
          <a:xfrm>
            <a:off x="5908324" y="328299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35" name="Google Shape;8035;p358"/>
          <p:cNvSpPr txBox="1"/>
          <p:nvPr>
            <p:ph idx="9" type="ctrTitle"/>
          </p:nvPr>
        </p:nvSpPr>
        <p:spPr>
          <a:xfrm>
            <a:off x="1912664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36" name="Google Shape;8036;p358"/>
          <p:cNvSpPr txBox="1"/>
          <p:nvPr>
            <p:ph idx="13" type="subTitle"/>
          </p:nvPr>
        </p:nvSpPr>
        <p:spPr>
          <a:xfrm>
            <a:off x="191266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37" name="Google Shape;8037;p358"/>
          <p:cNvSpPr txBox="1"/>
          <p:nvPr>
            <p:ph idx="14" type="title"/>
          </p:nvPr>
        </p:nvSpPr>
        <p:spPr>
          <a:xfrm>
            <a:off x="784376" y="1286887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38" name="Google Shape;8038;p358"/>
          <p:cNvSpPr txBox="1"/>
          <p:nvPr>
            <p:ph idx="15" type="subTitle"/>
          </p:nvPr>
        </p:nvSpPr>
        <p:spPr>
          <a:xfrm>
            <a:off x="191266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39" name="Google Shape;8039;p358"/>
          <p:cNvSpPr txBox="1"/>
          <p:nvPr>
            <p:ph idx="16" type="title"/>
          </p:nvPr>
        </p:nvSpPr>
        <p:spPr>
          <a:xfrm>
            <a:off x="784376" y="3284192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40" name="Google Shape;8040;p358"/>
          <p:cNvSpPr txBox="1"/>
          <p:nvPr>
            <p:ph idx="17" type="subTitle"/>
          </p:nvPr>
        </p:nvSpPr>
        <p:spPr>
          <a:xfrm>
            <a:off x="1912664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41" name="Google Shape;8041;p358"/>
          <p:cNvSpPr txBox="1"/>
          <p:nvPr>
            <p:ph idx="18" type="title"/>
          </p:nvPr>
        </p:nvSpPr>
        <p:spPr>
          <a:xfrm>
            <a:off x="784376" y="2313531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42" name="Google Shape;8042;p358"/>
          <p:cNvSpPr txBox="1"/>
          <p:nvPr>
            <p:ph idx="19" type="ctrTitle"/>
          </p:nvPr>
        </p:nvSpPr>
        <p:spPr>
          <a:xfrm>
            <a:off x="1912664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43" name="Google Shape;8043;p358"/>
          <p:cNvSpPr txBox="1"/>
          <p:nvPr>
            <p:ph idx="20" type="ctrTitle"/>
          </p:nvPr>
        </p:nvSpPr>
        <p:spPr>
          <a:xfrm>
            <a:off x="1912664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044" name="Google Shape;8044;p358"/>
          <p:cNvSpPr txBox="1"/>
          <p:nvPr>
            <p:ph idx="21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">
    <p:spTree>
      <p:nvGrpSpPr>
        <p:cNvPr id="8045" name="Shape 8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46" name="Google Shape;8046;p35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047" name="Google Shape;8047;p35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35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9" name="Google Shape;8049;p35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0" name="Google Shape;8050;p35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1" name="Google Shape;8051;p35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2" name="Google Shape;8052;p35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3" name="Google Shape;8053;p35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4" name="Google Shape;8054;p35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5" name="Google Shape;8055;p35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6" name="Google Shape;8056;p35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7" name="Google Shape;8057;p35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8" name="Google Shape;8058;p35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9" name="Google Shape;8059;p35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0" name="Google Shape;8060;p35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1" name="Google Shape;8061;p35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2" name="Google Shape;8062;p35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35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4" name="Google Shape;8064;p35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5" name="Google Shape;8065;p35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6" name="Google Shape;8066;p35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35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8" name="Google Shape;8068;p35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69" name="Google Shape;8069;p359"/>
          <p:cNvSpPr txBox="1"/>
          <p:nvPr>
            <p:ph idx="1" type="subTitle"/>
          </p:nvPr>
        </p:nvSpPr>
        <p:spPr>
          <a:xfrm>
            <a:off x="2059950" y="2514140"/>
            <a:ext cx="43272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070" name="Google Shape;8070;p359"/>
          <p:cNvSpPr txBox="1"/>
          <p:nvPr>
            <p:ph type="title"/>
          </p:nvPr>
        </p:nvSpPr>
        <p:spPr>
          <a:xfrm>
            <a:off x="1080450" y="1555960"/>
            <a:ext cx="5306700" cy="89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071" name="Google Shape;8071;p359"/>
          <p:cNvSpPr txBox="1"/>
          <p:nvPr>
            <p:ph idx="2" type="title"/>
          </p:nvPr>
        </p:nvSpPr>
        <p:spPr>
          <a:xfrm>
            <a:off x="6853050" y="2092943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8072" name="Google Shape;8072;p359"/>
          <p:cNvGrpSpPr/>
          <p:nvPr/>
        </p:nvGrpSpPr>
        <p:grpSpPr>
          <a:xfrm flipH="1" rot="-5072894">
            <a:off x="-1007770" y="1789630"/>
            <a:ext cx="3474349" cy="888902"/>
            <a:chOff x="3809875" y="1963175"/>
            <a:chExt cx="1923600" cy="492150"/>
          </a:xfrm>
        </p:grpSpPr>
        <p:sp>
          <p:nvSpPr>
            <p:cNvPr id="8073" name="Google Shape;8073;p359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4" name="Google Shape;8074;p359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5" name="Google Shape;8075;p359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6" name="Google Shape;8076;p359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7" name="Google Shape;8077;p359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8" name="Google Shape;8078;p359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9" name="Google Shape;8079;p359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0" name="Google Shape;8080;p359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1" name="Google Shape;8081;p359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2" name="Google Shape;8082;p359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3" name="Google Shape;8083;p359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84" name="Google Shape;8084;p359"/>
          <p:cNvGrpSpPr/>
          <p:nvPr/>
        </p:nvGrpSpPr>
        <p:grpSpPr>
          <a:xfrm rot="-375097">
            <a:off x="7330557" y="3418618"/>
            <a:ext cx="711742" cy="793298"/>
            <a:chOff x="6554696" y="509501"/>
            <a:chExt cx="711709" cy="793261"/>
          </a:xfrm>
        </p:grpSpPr>
        <p:sp>
          <p:nvSpPr>
            <p:cNvPr id="8085" name="Google Shape;8085;p359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6" name="Google Shape;8086;p359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8087" name="Shape 8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8" name="Google Shape;8088;p360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089" name="Google Shape;8089;p36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0" name="Google Shape;8090;p36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1" name="Google Shape;8091;p36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2" name="Google Shape;8092;p36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3" name="Google Shape;8093;p36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4" name="Google Shape;8094;p36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5" name="Google Shape;8095;p36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6" name="Google Shape;8096;p36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7" name="Google Shape;8097;p36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8" name="Google Shape;8098;p36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9" name="Google Shape;8099;p36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0" name="Google Shape;8100;p36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1" name="Google Shape;8101;p36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2" name="Google Shape;8102;p36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36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4" name="Google Shape;8104;p36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5" name="Google Shape;8105;p36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36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7" name="Google Shape;8107;p36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8" name="Google Shape;8108;p36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9" name="Google Shape;8109;p36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0" name="Google Shape;8110;p36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11" name="Google Shape;8111;p360"/>
          <p:cNvSpPr txBox="1"/>
          <p:nvPr>
            <p:ph type="title"/>
          </p:nvPr>
        </p:nvSpPr>
        <p:spPr>
          <a:xfrm>
            <a:off x="3168000" y="1478819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112" name="Google Shape;8112;p360"/>
          <p:cNvSpPr txBox="1"/>
          <p:nvPr>
            <p:ph idx="1" type="body"/>
          </p:nvPr>
        </p:nvSpPr>
        <p:spPr>
          <a:xfrm>
            <a:off x="3168000" y="2469364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4">
    <p:spTree>
      <p:nvGrpSpPr>
        <p:cNvPr id="8113" name="Shape 8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14" name="Google Shape;8114;p36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115" name="Google Shape;8115;p36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6" name="Google Shape;8116;p36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7" name="Google Shape;8117;p36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8" name="Google Shape;8118;p36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36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36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36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2" name="Google Shape;8122;p36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3" name="Google Shape;8123;p36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4" name="Google Shape;8124;p36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5" name="Google Shape;8125;p36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36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36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8" name="Google Shape;8128;p36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9" name="Google Shape;8129;p36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0" name="Google Shape;8130;p36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1" name="Google Shape;8131;p36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2" name="Google Shape;8132;p36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3" name="Google Shape;8133;p36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4" name="Google Shape;8134;p36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5" name="Google Shape;8135;p36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6" name="Google Shape;8136;p36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37" name="Google Shape;8137;p361"/>
          <p:cNvSpPr txBox="1"/>
          <p:nvPr>
            <p:ph idx="1" type="subTitle"/>
          </p:nvPr>
        </p:nvSpPr>
        <p:spPr>
          <a:xfrm>
            <a:off x="398370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138" name="Google Shape;8138;p361"/>
          <p:cNvSpPr txBox="1"/>
          <p:nvPr>
            <p:ph type="ctrTitle"/>
          </p:nvPr>
        </p:nvSpPr>
        <p:spPr>
          <a:xfrm>
            <a:off x="58758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8139" name="Google Shape;8139;p361"/>
          <p:cNvGrpSpPr/>
          <p:nvPr/>
        </p:nvGrpSpPr>
        <p:grpSpPr>
          <a:xfrm>
            <a:off x="7673759" y="-287513"/>
            <a:ext cx="788762" cy="861588"/>
            <a:chOff x="7673759" y="-287513"/>
            <a:chExt cx="788762" cy="861588"/>
          </a:xfrm>
        </p:grpSpPr>
        <p:grpSp>
          <p:nvGrpSpPr>
            <p:cNvPr id="8140" name="Google Shape;8140;p361"/>
            <p:cNvGrpSpPr/>
            <p:nvPr/>
          </p:nvGrpSpPr>
          <p:grpSpPr>
            <a:xfrm rot="350572">
              <a:off x="7712287" y="-253348"/>
              <a:ext cx="711705" cy="793257"/>
              <a:chOff x="6554696" y="509501"/>
              <a:chExt cx="711709" cy="793261"/>
            </a:xfrm>
          </p:grpSpPr>
          <p:sp>
            <p:nvSpPr>
              <p:cNvPr id="8141" name="Google Shape;8141;p361"/>
              <p:cNvSpPr/>
              <p:nvPr/>
            </p:nvSpPr>
            <p:spPr>
              <a:xfrm>
                <a:off x="6560695" y="516700"/>
                <a:ext cx="696978" cy="779230"/>
              </a:xfrm>
              <a:custGeom>
                <a:rect b="b" l="l" r="r" t="t"/>
                <a:pathLst>
                  <a:path extrusionOk="0" h="23381" w="20913">
                    <a:moveTo>
                      <a:pt x="4201" y="1"/>
                    </a:moveTo>
                    <a:cubicBezTo>
                      <a:pt x="1903" y="1"/>
                      <a:pt x="28" y="1866"/>
                      <a:pt x="28" y="4165"/>
                    </a:cubicBezTo>
                    <a:lnTo>
                      <a:pt x="1" y="17073"/>
                    </a:lnTo>
                    <a:cubicBezTo>
                      <a:pt x="1" y="18903"/>
                      <a:pt x="1190" y="20516"/>
                      <a:pt x="2930" y="21057"/>
                    </a:cubicBezTo>
                    <a:lnTo>
                      <a:pt x="9736" y="23193"/>
                    </a:lnTo>
                    <a:cubicBezTo>
                      <a:pt x="10143" y="23318"/>
                      <a:pt x="10563" y="23381"/>
                      <a:pt x="10982" y="23381"/>
                    </a:cubicBezTo>
                    <a:cubicBezTo>
                      <a:pt x="11444" y="23381"/>
                      <a:pt x="11906" y="23304"/>
                      <a:pt x="12350" y="23148"/>
                    </a:cubicBezTo>
                    <a:lnTo>
                      <a:pt x="18092" y="21147"/>
                    </a:lnTo>
                    <a:cubicBezTo>
                      <a:pt x="19759" y="20570"/>
                      <a:pt x="20886" y="18993"/>
                      <a:pt x="20886" y="17217"/>
                    </a:cubicBezTo>
                    <a:lnTo>
                      <a:pt x="20913" y="4201"/>
                    </a:lnTo>
                    <a:cubicBezTo>
                      <a:pt x="20913" y="1903"/>
                      <a:pt x="19047" y="28"/>
                      <a:pt x="16748" y="28"/>
                    </a:cubicBezTo>
                    <a:lnTo>
                      <a:pt x="420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2" name="Google Shape;8142;p361"/>
              <p:cNvSpPr/>
              <p:nvPr/>
            </p:nvSpPr>
            <p:spPr>
              <a:xfrm>
                <a:off x="6554696" y="509501"/>
                <a:ext cx="711709" cy="793261"/>
              </a:xfrm>
              <a:custGeom>
                <a:rect b="b" l="l" r="r" t="t"/>
                <a:pathLst>
                  <a:path extrusionOk="0" h="23802" w="21355">
                    <a:moveTo>
                      <a:pt x="5138" y="442"/>
                    </a:moveTo>
                    <a:lnTo>
                      <a:pt x="7572" y="451"/>
                    </a:lnTo>
                    <a:lnTo>
                      <a:pt x="12440" y="469"/>
                    </a:lnTo>
                    <a:lnTo>
                      <a:pt x="14873" y="469"/>
                    </a:lnTo>
                    <a:lnTo>
                      <a:pt x="16090" y="478"/>
                    </a:lnTo>
                    <a:cubicBezTo>
                      <a:pt x="16249" y="478"/>
                      <a:pt x="16412" y="477"/>
                      <a:pt x="16574" y="477"/>
                    </a:cubicBezTo>
                    <a:cubicBezTo>
                      <a:pt x="16817" y="477"/>
                      <a:pt x="17058" y="480"/>
                      <a:pt x="17280" y="496"/>
                    </a:cubicBezTo>
                    <a:cubicBezTo>
                      <a:pt x="17659" y="541"/>
                      <a:pt x="18037" y="622"/>
                      <a:pt x="18389" y="766"/>
                    </a:cubicBezTo>
                    <a:cubicBezTo>
                      <a:pt x="18740" y="920"/>
                      <a:pt x="19083" y="1109"/>
                      <a:pt x="19380" y="1352"/>
                    </a:cubicBezTo>
                    <a:cubicBezTo>
                      <a:pt x="19669" y="1596"/>
                      <a:pt x="19939" y="1866"/>
                      <a:pt x="20155" y="2191"/>
                    </a:cubicBezTo>
                    <a:cubicBezTo>
                      <a:pt x="20363" y="2506"/>
                      <a:pt x="20534" y="2849"/>
                      <a:pt x="20651" y="3209"/>
                    </a:cubicBezTo>
                    <a:cubicBezTo>
                      <a:pt x="20759" y="3579"/>
                      <a:pt x="20832" y="3948"/>
                      <a:pt x="20832" y="4336"/>
                    </a:cubicBezTo>
                    <a:cubicBezTo>
                      <a:pt x="20841" y="4733"/>
                      <a:pt x="20832" y="5147"/>
                      <a:pt x="20832" y="5544"/>
                    </a:cubicBezTo>
                    <a:lnTo>
                      <a:pt x="20841" y="7978"/>
                    </a:lnTo>
                    <a:lnTo>
                      <a:pt x="20850" y="12845"/>
                    </a:lnTo>
                    <a:lnTo>
                      <a:pt x="20850" y="15279"/>
                    </a:lnTo>
                    <a:lnTo>
                      <a:pt x="20850" y="16496"/>
                    </a:lnTo>
                    <a:lnTo>
                      <a:pt x="20850" y="17109"/>
                    </a:lnTo>
                    <a:lnTo>
                      <a:pt x="20859" y="17406"/>
                    </a:lnTo>
                    <a:lnTo>
                      <a:pt x="20841" y="17704"/>
                    </a:lnTo>
                    <a:cubicBezTo>
                      <a:pt x="20795" y="18470"/>
                      <a:pt x="20516" y="19218"/>
                      <a:pt x="20047" y="19831"/>
                    </a:cubicBezTo>
                    <a:cubicBezTo>
                      <a:pt x="19579" y="20453"/>
                      <a:pt x="18930" y="20921"/>
                      <a:pt x="18208" y="21183"/>
                    </a:cubicBezTo>
                    <a:lnTo>
                      <a:pt x="13602" y="22769"/>
                    </a:lnTo>
                    <a:lnTo>
                      <a:pt x="12458" y="23175"/>
                    </a:lnTo>
                    <a:cubicBezTo>
                      <a:pt x="12088" y="23292"/>
                      <a:pt x="11709" y="23364"/>
                      <a:pt x="11322" y="23382"/>
                    </a:cubicBezTo>
                    <a:cubicBezTo>
                      <a:pt x="11267" y="23385"/>
                      <a:pt x="11211" y="23386"/>
                      <a:pt x="11156" y="23386"/>
                    </a:cubicBezTo>
                    <a:cubicBezTo>
                      <a:pt x="10830" y="23386"/>
                      <a:pt x="10500" y="23342"/>
                      <a:pt x="10177" y="23265"/>
                    </a:cubicBezTo>
                    <a:cubicBezTo>
                      <a:pt x="9997" y="23211"/>
                      <a:pt x="9798" y="23148"/>
                      <a:pt x="9609" y="23085"/>
                    </a:cubicBezTo>
                    <a:lnTo>
                      <a:pt x="9023" y="22905"/>
                    </a:lnTo>
                    <a:lnTo>
                      <a:pt x="4381" y="21453"/>
                    </a:lnTo>
                    <a:lnTo>
                      <a:pt x="3218" y="21093"/>
                    </a:lnTo>
                    <a:cubicBezTo>
                      <a:pt x="2849" y="20976"/>
                      <a:pt x="2497" y="20813"/>
                      <a:pt x="2173" y="20597"/>
                    </a:cubicBezTo>
                    <a:cubicBezTo>
                      <a:pt x="1542" y="20173"/>
                      <a:pt x="1001" y="19578"/>
                      <a:pt x="676" y="18866"/>
                    </a:cubicBezTo>
                    <a:cubicBezTo>
                      <a:pt x="505" y="18515"/>
                      <a:pt x="397" y="18136"/>
                      <a:pt x="343" y="17749"/>
                    </a:cubicBezTo>
                    <a:cubicBezTo>
                      <a:pt x="298" y="17361"/>
                      <a:pt x="316" y="16955"/>
                      <a:pt x="316" y="16550"/>
                    </a:cubicBezTo>
                    <a:lnTo>
                      <a:pt x="334" y="14116"/>
                    </a:lnTo>
                    <a:lnTo>
                      <a:pt x="388" y="9248"/>
                    </a:lnTo>
                    <a:cubicBezTo>
                      <a:pt x="397" y="7626"/>
                      <a:pt x="406" y="6003"/>
                      <a:pt x="415" y="4381"/>
                    </a:cubicBezTo>
                    <a:cubicBezTo>
                      <a:pt x="424" y="3993"/>
                      <a:pt x="478" y="3606"/>
                      <a:pt x="586" y="3245"/>
                    </a:cubicBezTo>
                    <a:cubicBezTo>
                      <a:pt x="703" y="2876"/>
                      <a:pt x="866" y="2524"/>
                      <a:pt x="1082" y="2200"/>
                    </a:cubicBezTo>
                    <a:cubicBezTo>
                      <a:pt x="1298" y="1884"/>
                      <a:pt x="1551" y="1596"/>
                      <a:pt x="1848" y="1343"/>
                    </a:cubicBezTo>
                    <a:cubicBezTo>
                      <a:pt x="2155" y="1109"/>
                      <a:pt x="2479" y="902"/>
                      <a:pt x="2831" y="748"/>
                    </a:cubicBezTo>
                    <a:cubicBezTo>
                      <a:pt x="3191" y="604"/>
                      <a:pt x="3561" y="505"/>
                      <a:pt x="3948" y="460"/>
                    </a:cubicBezTo>
                    <a:cubicBezTo>
                      <a:pt x="4039" y="451"/>
                      <a:pt x="4138" y="451"/>
                      <a:pt x="4237" y="442"/>
                    </a:cubicBezTo>
                    <a:close/>
                    <a:moveTo>
                      <a:pt x="4381" y="0"/>
                    </a:moveTo>
                    <a:lnTo>
                      <a:pt x="4219" y="9"/>
                    </a:lnTo>
                    <a:cubicBezTo>
                      <a:pt x="4111" y="18"/>
                      <a:pt x="4003" y="18"/>
                      <a:pt x="3894" y="27"/>
                    </a:cubicBezTo>
                    <a:cubicBezTo>
                      <a:pt x="3471" y="81"/>
                      <a:pt x="3056" y="190"/>
                      <a:pt x="2668" y="352"/>
                    </a:cubicBezTo>
                    <a:cubicBezTo>
                      <a:pt x="2272" y="523"/>
                      <a:pt x="1911" y="748"/>
                      <a:pt x="1578" y="1019"/>
                    </a:cubicBezTo>
                    <a:cubicBezTo>
                      <a:pt x="1253" y="1289"/>
                      <a:pt x="965" y="1614"/>
                      <a:pt x="731" y="1965"/>
                    </a:cubicBezTo>
                    <a:cubicBezTo>
                      <a:pt x="496" y="2326"/>
                      <a:pt x="316" y="2713"/>
                      <a:pt x="190" y="3119"/>
                    </a:cubicBezTo>
                    <a:cubicBezTo>
                      <a:pt x="63" y="3534"/>
                      <a:pt x="9" y="3957"/>
                      <a:pt x="0" y="4381"/>
                    </a:cubicBezTo>
                    <a:cubicBezTo>
                      <a:pt x="0" y="6003"/>
                      <a:pt x="0" y="7626"/>
                      <a:pt x="9" y="9248"/>
                    </a:cubicBezTo>
                    <a:lnTo>
                      <a:pt x="54" y="14116"/>
                    </a:lnTo>
                    <a:lnTo>
                      <a:pt x="54" y="16550"/>
                    </a:lnTo>
                    <a:lnTo>
                      <a:pt x="54" y="17154"/>
                    </a:lnTo>
                    <a:cubicBezTo>
                      <a:pt x="54" y="17253"/>
                      <a:pt x="54" y="17361"/>
                      <a:pt x="63" y="17469"/>
                    </a:cubicBezTo>
                    <a:cubicBezTo>
                      <a:pt x="63" y="17568"/>
                      <a:pt x="72" y="17676"/>
                      <a:pt x="81" y="17776"/>
                    </a:cubicBezTo>
                    <a:cubicBezTo>
                      <a:pt x="127" y="18190"/>
                      <a:pt x="217" y="18605"/>
                      <a:pt x="370" y="19002"/>
                    </a:cubicBezTo>
                    <a:cubicBezTo>
                      <a:pt x="676" y="19786"/>
                      <a:pt x="1226" y="20489"/>
                      <a:pt x="1947" y="20949"/>
                    </a:cubicBezTo>
                    <a:cubicBezTo>
                      <a:pt x="2299" y="21183"/>
                      <a:pt x="2696" y="21363"/>
                      <a:pt x="3092" y="21489"/>
                    </a:cubicBezTo>
                    <a:lnTo>
                      <a:pt x="4255" y="21859"/>
                    </a:lnTo>
                    <a:lnTo>
                      <a:pt x="8897" y="23310"/>
                    </a:lnTo>
                    <a:lnTo>
                      <a:pt x="9483" y="23490"/>
                    </a:lnTo>
                    <a:cubicBezTo>
                      <a:pt x="9672" y="23554"/>
                      <a:pt x="9862" y="23617"/>
                      <a:pt x="10078" y="23671"/>
                    </a:cubicBezTo>
                    <a:cubicBezTo>
                      <a:pt x="10418" y="23761"/>
                      <a:pt x="10777" y="23801"/>
                      <a:pt x="11133" y="23801"/>
                    </a:cubicBezTo>
                    <a:cubicBezTo>
                      <a:pt x="11202" y="23801"/>
                      <a:pt x="11271" y="23800"/>
                      <a:pt x="11340" y="23797"/>
                    </a:cubicBezTo>
                    <a:cubicBezTo>
                      <a:pt x="11764" y="23779"/>
                      <a:pt x="12187" y="23698"/>
                      <a:pt x="12593" y="23563"/>
                    </a:cubicBezTo>
                    <a:lnTo>
                      <a:pt x="13738" y="23157"/>
                    </a:lnTo>
                    <a:lnTo>
                      <a:pt x="18335" y="21552"/>
                    </a:lnTo>
                    <a:cubicBezTo>
                      <a:pt x="19137" y="21273"/>
                      <a:pt x="19858" y="20759"/>
                      <a:pt x="20372" y="20083"/>
                    </a:cubicBezTo>
                    <a:cubicBezTo>
                      <a:pt x="20895" y="19407"/>
                      <a:pt x="21210" y="18578"/>
                      <a:pt x="21273" y="17731"/>
                    </a:cubicBezTo>
                    <a:lnTo>
                      <a:pt x="21282" y="17406"/>
                    </a:lnTo>
                    <a:lnTo>
                      <a:pt x="21282" y="17109"/>
                    </a:lnTo>
                    <a:lnTo>
                      <a:pt x="21291" y="16496"/>
                    </a:lnTo>
                    <a:lnTo>
                      <a:pt x="21291" y="15279"/>
                    </a:lnTo>
                    <a:lnTo>
                      <a:pt x="21309" y="12845"/>
                    </a:lnTo>
                    <a:lnTo>
                      <a:pt x="21327" y="7978"/>
                    </a:lnTo>
                    <a:lnTo>
                      <a:pt x="21345" y="5544"/>
                    </a:lnTo>
                    <a:cubicBezTo>
                      <a:pt x="21345" y="5138"/>
                      <a:pt x="21354" y="4742"/>
                      <a:pt x="21345" y="4327"/>
                    </a:cubicBezTo>
                    <a:cubicBezTo>
                      <a:pt x="21336" y="3894"/>
                      <a:pt x="21255" y="3471"/>
                      <a:pt x="21129" y="3056"/>
                    </a:cubicBezTo>
                    <a:cubicBezTo>
                      <a:pt x="20994" y="2650"/>
                      <a:pt x="20795" y="2263"/>
                      <a:pt x="20561" y="1911"/>
                    </a:cubicBezTo>
                    <a:cubicBezTo>
                      <a:pt x="20309" y="1551"/>
                      <a:pt x="20011" y="1244"/>
                      <a:pt x="19678" y="974"/>
                    </a:cubicBezTo>
                    <a:cubicBezTo>
                      <a:pt x="19344" y="694"/>
                      <a:pt x="18966" y="487"/>
                      <a:pt x="18569" y="325"/>
                    </a:cubicBezTo>
                    <a:cubicBezTo>
                      <a:pt x="18172" y="153"/>
                      <a:pt x="17749" y="72"/>
                      <a:pt x="17325" y="18"/>
                    </a:cubicBezTo>
                    <a:cubicBezTo>
                      <a:pt x="17109" y="5"/>
                      <a:pt x="16901" y="2"/>
                      <a:pt x="16698" y="2"/>
                    </a:cubicBezTo>
                    <a:cubicBezTo>
                      <a:pt x="16596" y="2"/>
                      <a:pt x="16494" y="3"/>
                      <a:pt x="16393" y="3"/>
                    </a:cubicBezTo>
                    <a:cubicBezTo>
                      <a:pt x="16292" y="3"/>
                      <a:pt x="16192" y="2"/>
                      <a:pt x="160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143" name="Google Shape;8143;p361"/>
            <p:cNvSpPr/>
            <p:nvPr/>
          </p:nvSpPr>
          <p:spPr>
            <a:xfrm rot="442426">
              <a:off x="8229710" y="-161880"/>
              <a:ext cx="102851" cy="551273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5">
    <p:spTree>
      <p:nvGrpSpPr>
        <p:cNvPr id="8144" name="Shape 8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5" name="Google Shape;8145;p36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146" name="Google Shape;8146;p36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7" name="Google Shape;8147;p36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8" name="Google Shape;8148;p36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9" name="Google Shape;8149;p36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0" name="Google Shape;8150;p36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1" name="Google Shape;8151;p36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36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36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36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36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36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36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36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9" name="Google Shape;8159;p36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0" name="Google Shape;8160;p36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36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36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36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36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5" name="Google Shape;8165;p36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6" name="Google Shape;8166;p36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7" name="Google Shape;8167;p36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68" name="Google Shape;8168;p362"/>
          <p:cNvSpPr txBox="1"/>
          <p:nvPr>
            <p:ph idx="1" type="subTitle"/>
          </p:nvPr>
        </p:nvSpPr>
        <p:spPr>
          <a:xfrm>
            <a:off x="235185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169" name="Google Shape;8169;p362"/>
          <p:cNvSpPr txBox="1"/>
          <p:nvPr>
            <p:ph type="ctrTitle"/>
          </p:nvPr>
        </p:nvSpPr>
        <p:spPr>
          <a:xfrm>
            <a:off x="32979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6">
    <p:spTree>
      <p:nvGrpSpPr>
        <p:cNvPr id="8170" name="Shape 8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71" name="Google Shape;8171;p36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172" name="Google Shape;8172;p36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36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36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5" name="Google Shape;8175;p36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6" name="Google Shape;8176;p36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36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36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36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0" name="Google Shape;8180;p36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1" name="Google Shape;8181;p36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36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36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36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36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6" name="Google Shape;8186;p36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7" name="Google Shape;8187;p36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8" name="Google Shape;8188;p36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36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36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36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2" name="Google Shape;8192;p36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36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94" name="Google Shape;8194;p363"/>
          <p:cNvSpPr txBox="1"/>
          <p:nvPr>
            <p:ph idx="1" type="subTitle"/>
          </p:nvPr>
        </p:nvSpPr>
        <p:spPr>
          <a:xfrm>
            <a:off x="906900" y="298732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195" name="Google Shape;8195;p363"/>
          <p:cNvSpPr txBox="1"/>
          <p:nvPr>
            <p:ph idx="2" type="subTitle"/>
          </p:nvPr>
        </p:nvSpPr>
        <p:spPr>
          <a:xfrm>
            <a:off x="906900" y="12797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196" name="Google Shape;8196;p363"/>
          <p:cNvSpPr txBox="1"/>
          <p:nvPr>
            <p:ph idx="3" type="subTitle"/>
          </p:nvPr>
        </p:nvSpPr>
        <p:spPr>
          <a:xfrm>
            <a:off x="906900" y="1743949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197" name="Google Shape;8197;p363"/>
          <p:cNvSpPr txBox="1"/>
          <p:nvPr>
            <p:ph idx="4" type="subTitle"/>
          </p:nvPr>
        </p:nvSpPr>
        <p:spPr>
          <a:xfrm>
            <a:off x="906900" y="3464338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198" name="Google Shape;8198;p363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7">
    <p:spTree>
      <p:nvGrpSpPr>
        <p:cNvPr id="8199" name="Shape 8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00" name="Google Shape;8200;p36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201" name="Google Shape;8201;p36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36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3" name="Google Shape;8203;p36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4" name="Google Shape;8204;p36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5" name="Google Shape;8205;p36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6" name="Google Shape;8206;p36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7" name="Google Shape;8207;p36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36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9" name="Google Shape;8209;p36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0" name="Google Shape;8210;p36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36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2" name="Google Shape;8212;p36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3" name="Google Shape;8213;p36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4" name="Google Shape;8214;p36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5" name="Google Shape;8215;p36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6" name="Google Shape;8216;p36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7" name="Google Shape;8217;p36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8" name="Google Shape;8218;p36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9" name="Google Shape;8219;p36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0" name="Google Shape;8220;p36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36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36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23" name="Google Shape;8223;p364"/>
          <p:cNvSpPr txBox="1"/>
          <p:nvPr>
            <p:ph type="ctrTitle"/>
          </p:nvPr>
        </p:nvSpPr>
        <p:spPr>
          <a:xfrm>
            <a:off x="52729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224" name="Google Shape;8224;p364"/>
          <p:cNvSpPr txBox="1"/>
          <p:nvPr>
            <p:ph idx="1" type="subTitle"/>
          </p:nvPr>
        </p:nvSpPr>
        <p:spPr>
          <a:xfrm>
            <a:off x="52729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25" name="Google Shape;8225;p364"/>
          <p:cNvSpPr txBox="1"/>
          <p:nvPr>
            <p:ph idx="2" type="subTitle"/>
          </p:nvPr>
        </p:nvSpPr>
        <p:spPr>
          <a:xfrm>
            <a:off x="52729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26" name="Google Shape;8226;p364"/>
          <p:cNvSpPr txBox="1"/>
          <p:nvPr>
            <p:ph idx="3" type="ctrTitle"/>
          </p:nvPr>
        </p:nvSpPr>
        <p:spPr>
          <a:xfrm>
            <a:off x="52729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227" name="Google Shape;8227;p364"/>
          <p:cNvSpPr txBox="1"/>
          <p:nvPr>
            <p:ph idx="4" type="ctrTitle"/>
          </p:nvPr>
        </p:nvSpPr>
        <p:spPr>
          <a:xfrm>
            <a:off x="14197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228" name="Google Shape;8228;p364"/>
          <p:cNvSpPr txBox="1"/>
          <p:nvPr>
            <p:ph idx="5" type="subTitle"/>
          </p:nvPr>
        </p:nvSpPr>
        <p:spPr>
          <a:xfrm>
            <a:off x="14197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29" name="Google Shape;8229;p364"/>
          <p:cNvSpPr txBox="1"/>
          <p:nvPr>
            <p:ph idx="6" type="subTitle"/>
          </p:nvPr>
        </p:nvSpPr>
        <p:spPr>
          <a:xfrm>
            <a:off x="14197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30" name="Google Shape;8230;p364"/>
          <p:cNvSpPr txBox="1"/>
          <p:nvPr>
            <p:ph idx="7" type="ctrTitle"/>
          </p:nvPr>
        </p:nvSpPr>
        <p:spPr>
          <a:xfrm>
            <a:off x="14197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231" name="Google Shape;8231;p364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8">
    <p:spTree>
      <p:nvGrpSpPr>
        <p:cNvPr id="8232" name="Shape 8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33" name="Google Shape;8233;p365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8234" name="Google Shape;8234;p365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235" name="Google Shape;8235;p36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8236" name="Google Shape;8236;p365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8237" name="Google Shape;8237;p36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38" name="Google Shape;8238;p36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39" name="Google Shape;8239;p36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0" name="Google Shape;8240;p36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1" name="Google Shape;8241;p36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2" name="Google Shape;8242;p36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3" name="Google Shape;8243;p36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4" name="Google Shape;8244;p36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5" name="Google Shape;8245;p36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6" name="Google Shape;8246;p36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7" name="Google Shape;8247;p36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8" name="Google Shape;8248;p36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9" name="Google Shape;8249;p36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0" name="Google Shape;8250;p36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1" name="Google Shape;8251;p36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52" name="Google Shape;8252;p365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8253" name="Google Shape;8253;p36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4" name="Google Shape;8254;p36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5" name="Google Shape;8255;p36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6" name="Google Shape;8256;p36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7" name="Google Shape;8257;p36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8" name="Google Shape;8258;p36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9" name="Google Shape;8259;p36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0" name="Google Shape;8260;p36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1" name="Google Shape;8261;p36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2" name="Google Shape;8262;p36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3" name="Google Shape;8263;p36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4" name="Google Shape;8264;p36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5" name="Google Shape;8265;p36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6" name="Google Shape;8266;p36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7" name="Google Shape;8267;p36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8268" name="Google Shape;8268;p365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269" name="Google Shape;8269;p365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270" name="Google Shape;8270;p365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271" name="Google Shape;8271;p365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272" name="Google Shape;8272;p365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273" name="Google Shape;8273;p36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8274" name="Google Shape;8274;p365"/>
          <p:cNvSpPr txBox="1"/>
          <p:nvPr>
            <p:ph type="title"/>
          </p:nvPr>
        </p:nvSpPr>
        <p:spPr>
          <a:xfrm>
            <a:off x="720000" y="540000"/>
            <a:ext cx="3087300" cy="145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275" name="Google Shape;8275;p365"/>
          <p:cNvSpPr txBox="1"/>
          <p:nvPr>
            <p:ph idx="1" type="subTitle"/>
          </p:nvPr>
        </p:nvSpPr>
        <p:spPr>
          <a:xfrm>
            <a:off x="5703898" y="86720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76" name="Google Shape;8276;p365"/>
          <p:cNvSpPr txBox="1"/>
          <p:nvPr>
            <p:ph idx="2" type="subTitle"/>
          </p:nvPr>
        </p:nvSpPr>
        <p:spPr>
          <a:xfrm>
            <a:off x="5703898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77" name="Google Shape;8277;p365"/>
          <p:cNvSpPr txBox="1"/>
          <p:nvPr>
            <p:ph idx="3" type="subTitle"/>
          </p:nvPr>
        </p:nvSpPr>
        <p:spPr>
          <a:xfrm>
            <a:off x="906900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78" name="Google Shape;8278;p365"/>
          <p:cNvSpPr txBox="1"/>
          <p:nvPr>
            <p:ph idx="4" type="subTitle"/>
          </p:nvPr>
        </p:nvSpPr>
        <p:spPr>
          <a:xfrm>
            <a:off x="906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79" name="Google Shape;8279;p365"/>
          <p:cNvSpPr txBox="1"/>
          <p:nvPr>
            <p:ph idx="5" type="subTitle"/>
          </p:nvPr>
        </p:nvSpPr>
        <p:spPr>
          <a:xfrm>
            <a:off x="5703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280" name="Google Shape;8280;p365"/>
          <p:cNvSpPr txBox="1"/>
          <p:nvPr>
            <p:ph idx="6" type="subTitle"/>
          </p:nvPr>
        </p:nvSpPr>
        <p:spPr>
          <a:xfrm>
            <a:off x="5703900" y="1247983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9">
    <p:spTree>
      <p:nvGrpSpPr>
        <p:cNvPr id="8281" name="Shape 8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82" name="Google Shape;8282;p36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283" name="Google Shape;8283;p36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4" name="Google Shape;8284;p36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5" name="Google Shape;8285;p36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6" name="Google Shape;8286;p36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p36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p36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p36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p36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p36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p36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p36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p36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p36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p36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p36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p36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p36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p36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p36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p36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p36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p36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05" name="Google Shape;8305;p366"/>
          <p:cNvSpPr txBox="1"/>
          <p:nvPr>
            <p:ph type="ctrTitle"/>
          </p:nvPr>
        </p:nvSpPr>
        <p:spPr>
          <a:xfrm>
            <a:off x="3443850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06" name="Google Shape;8306;p366"/>
          <p:cNvSpPr txBox="1"/>
          <p:nvPr>
            <p:ph idx="1" type="subTitle"/>
          </p:nvPr>
        </p:nvSpPr>
        <p:spPr>
          <a:xfrm>
            <a:off x="344384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307" name="Google Shape;8307;p366"/>
          <p:cNvSpPr txBox="1"/>
          <p:nvPr>
            <p:ph idx="2" type="subTitle"/>
          </p:nvPr>
        </p:nvSpPr>
        <p:spPr>
          <a:xfrm>
            <a:off x="4759920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308" name="Google Shape;8308;p366"/>
          <p:cNvSpPr txBox="1"/>
          <p:nvPr>
            <p:ph idx="3" type="ctrTitle"/>
          </p:nvPr>
        </p:nvSpPr>
        <p:spPr>
          <a:xfrm>
            <a:off x="475992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09" name="Google Shape;8309;p366"/>
          <p:cNvSpPr txBox="1"/>
          <p:nvPr>
            <p:ph idx="4" type="ctrTitle"/>
          </p:nvPr>
        </p:nvSpPr>
        <p:spPr>
          <a:xfrm>
            <a:off x="81170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10" name="Google Shape;8310;p366"/>
          <p:cNvSpPr txBox="1"/>
          <p:nvPr>
            <p:ph idx="5" type="subTitle"/>
          </p:nvPr>
        </p:nvSpPr>
        <p:spPr>
          <a:xfrm>
            <a:off x="81170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311" name="Google Shape;8311;p366"/>
          <p:cNvSpPr txBox="1"/>
          <p:nvPr>
            <p:ph idx="6" type="subTitle"/>
          </p:nvPr>
        </p:nvSpPr>
        <p:spPr>
          <a:xfrm>
            <a:off x="2127778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312" name="Google Shape;8312;p366"/>
          <p:cNvSpPr txBox="1"/>
          <p:nvPr>
            <p:ph idx="7" type="ctrTitle"/>
          </p:nvPr>
        </p:nvSpPr>
        <p:spPr>
          <a:xfrm>
            <a:off x="212778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13" name="Google Shape;8313;p366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314" name="Google Shape;8314;p366"/>
          <p:cNvSpPr txBox="1"/>
          <p:nvPr>
            <p:ph idx="9" type="ctrTitle"/>
          </p:nvPr>
        </p:nvSpPr>
        <p:spPr>
          <a:xfrm>
            <a:off x="607599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15" name="Google Shape;8315;p366"/>
          <p:cNvSpPr txBox="1"/>
          <p:nvPr>
            <p:ph idx="13" type="subTitle"/>
          </p:nvPr>
        </p:nvSpPr>
        <p:spPr>
          <a:xfrm>
            <a:off x="607599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0">
    <p:spTree>
      <p:nvGrpSpPr>
        <p:cNvPr id="8316" name="Shape 8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7" name="Google Shape;8317;p36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318" name="Google Shape;8318;p36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p36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p36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p36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p36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36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p36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p36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36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p36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p36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p36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p36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p36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p36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p36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4" name="Google Shape;8334;p36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p36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p36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p36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p36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p36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40" name="Google Shape;8340;p367"/>
          <p:cNvSpPr txBox="1"/>
          <p:nvPr>
            <p:ph type="title"/>
          </p:nvPr>
        </p:nvSpPr>
        <p:spPr>
          <a:xfrm>
            <a:off x="5314275" y="1089028"/>
            <a:ext cx="3109500" cy="13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341" name="Google Shape;8341;p367"/>
          <p:cNvSpPr txBox="1"/>
          <p:nvPr>
            <p:ph idx="1" type="subTitle"/>
          </p:nvPr>
        </p:nvSpPr>
        <p:spPr>
          <a:xfrm>
            <a:off x="6241125" y="2611969"/>
            <a:ext cx="2182800" cy="14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34">
    <p:spTree>
      <p:nvGrpSpPr>
        <p:cNvPr id="8342" name="Shape 8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43" name="Google Shape;8343;p36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344" name="Google Shape;8344;p36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p36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p36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p36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p36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p36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p36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p36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p36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p36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p36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p36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p36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p36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p36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p36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p36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p36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p36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p36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36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p36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66" name="Google Shape;8366;p368"/>
          <p:cNvSpPr txBox="1"/>
          <p:nvPr>
            <p:ph type="title"/>
          </p:nvPr>
        </p:nvSpPr>
        <p:spPr>
          <a:xfrm>
            <a:off x="717000" y="1491225"/>
            <a:ext cx="3870300" cy="9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367" name="Google Shape;8367;p368"/>
          <p:cNvSpPr txBox="1"/>
          <p:nvPr>
            <p:ph idx="1" type="subTitle"/>
          </p:nvPr>
        </p:nvSpPr>
        <p:spPr>
          <a:xfrm>
            <a:off x="1870200" y="2570158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1">
    <p:spTree>
      <p:nvGrpSpPr>
        <p:cNvPr id="8368" name="Shape 8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69" name="Google Shape;8369;p36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370" name="Google Shape;8370;p36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p36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p36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p36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36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36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p36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p36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p36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p36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p36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p36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p36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p36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p36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p36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p36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p36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p36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p36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p36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p36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92" name="Google Shape;8392;p369"/>
          <p:cNvSpPr txBox="1"/>
          <p:nvPr>
            <p:ph type="ctrTitle"/>
          </p:nvPr>
        </p:nvSpPr>
        <p:spPr>
          <a:xfrm>
            <a:off x="988403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93" name="Google Shape;8393;p369"/>
          <p:cNvSpPr txBox="1"/>
          <p:nvPr>
            <p:ph idx="1" type="subTitle"/>
          </p:nvPr>
        </p:nvSpPr>
        <p:spPr>
          <a:xfrm>
            <a:off x="988403" y="1579523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394" name="Google Shape;8394;p369"/>
          <p:cNvSpPr txBox="1"/>
          <p:nvPr>
            <p:ph idx="2" type="subTitle"/>
          </p:nvPr>
        </p:nvSpPr>
        <p:spPr>
          <a:xfrm>
            <a:off x="988403" y="3577425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395" name="Google Shape;8395;p369"/>
          <p:cNvSpPr txBox="1"/>
          <p:nvPr>
            <p:ph idx="3" type="subTitle"/>
          </p:nvPr>
        </p:nvSpPr>
        <p:spPr>
          <a:xfrm>
            <a:off x="988403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396" name="Google Shape;8396;p369"/>
          <p:cNvSpPr txBox="1"/>
          <p:nvPr>
            <p:ph idx="4" type="ctrTitle"/>
          </p:nvPr>
        </p:nvSpPr>
        <p:spPr>
          <a:xfrm>
            <a:off x="988403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97" name="Google Shape;8397;p369"/>
          <p:cNvSpPr txBox="1"/>
          <p:nvPr>
            <p:ph idx="5" type="ctrTitle"/>
          </p:nvPr>
        </p:nvSpPr>
        <p:spPr>
          <a:xfrm>
            <a:off x="988403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398" name="Google Shape;8398;p369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8399" name="Shape 8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0" name="Google Shape;8400;p370"/>
          <p:cNvSpPr txBox="1"/>
          <p:nvPr>
            <p:ph type="title"/>
          </p:nvPr>
        </p:nvSpPr>
        <p:spPr>
          <a:xfrm>
            <a:off x="5059850" y="3019625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31">
    <p:spTree>
      <p:nvGrpSpPr>
        <p:cNvPr id="8401" name="Shape 8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2" name="Google Shape;8402;p371"/>
          <p:cNvSpPr txBox="1"/>
          <p:nvPr>
            <p:ph type="title"/>
          </p:nvPr>
        </p:nvSpPr>
        <p:spPr>
          <a:xfrm>
            <a:off x="1249850" y="873387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8403" name="Shape 8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04" name="Google Shape;8404;p37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405" name="Google Shape;8405;p37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p37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p37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p37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p37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p37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p37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p37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p37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p37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p37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p37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p37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37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p37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p37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p37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p37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p37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p37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37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p37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27" name="Google Shape;8427;p372"/>
          <p:cNvSpPr txBox="1"/>
          <p:nvPr>
            <p:ph type="title"/>
          </p:nvPr>
        </p:nvSpPr>
        <p:spPr>
          <a:xfrm>
            <a:off x="1232825" y="1765317"/>
            <a:ext cx="66783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428" name="Google Shape;8428;p372"/>
          <p:cNvSpPr txBox="1"/>
          <p:nvPr>
            <p:ph idx="1" type="body"/>
          </p:nvPr>
        </p:nvSpPr>
        <p:spPr>
          <a:xfrm>
            <a:off x="2155325" y="2698083"/>
            <a:ext cx="48333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USTOM_32">
    <p:spTree>
      <p:nvGrpSpPr>
        <p:cNvPr id="8429" name="Shape 8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30" name="Google Shape;8430;p37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431" name="Google Shape;8431;p37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p37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p37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p37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p37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p37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37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p37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p37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p37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p37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p37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p37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p37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p37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p37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p37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p37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p37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p37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p37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p37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53" name="Google Shape;8453;p373"/>
          <p:cNvSpPr txBox="1"/>
          <p:nvPr>
            <p:ph type="title"/>
          </p:nvPr>
        </p:nvSpPr>
        <p:spPr>
          <a:xfrm>
            <a:off x="3800500" y="1351950"/>
            <a:ext cx="3933000" cy="158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454" name="Google Shape;8454;p373"/>
          <p:cNvSpPr txBox="1"/>
          <p:nvPr>
            <p:ph idx="1" type="body"/>
          </p:nvPr>
        </p:nvSpPr>
        <p:spPr>
          <a:xfrm>
            <a:off x="3800550" y="3111475"/>
            <a:ext cx="39330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5">
    <p:spTree>
      <p:nvGrpSpPr>
        <p:cNvPr id="8455" name="Shape 8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6" name="Google Shape;8456;p37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457" name="Google Shape;8457;p37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p37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p37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p37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p37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p37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p37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4" name="Google Shape;8464;p37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5" name="Google Shape;8465;p37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37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37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37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p37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p37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p37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p37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p37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37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p37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p37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p37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p37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79" name="Google Shape;8479;p374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6">
    <p:spTree>
      <p:nvGrpSpPr>
        <p:cNvPr id="8480" name="Shape 8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81" name="Google Shape;8481;p375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8482" name="Google Shape;8482;p375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483" name="Google Shape;8483;p37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8484" name="Google Shape;8484;p375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8485" name="Google Shape;8485;p37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86" name="Google Shape;8486;p37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87" name="Google Shape;8487;p37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88" name="Google Shape;8488;p37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89" name="Google Shape;8489;p37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0" name="Google Shape;8490;p37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1" name="Google Shape;8491;p37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2" name="Google Shape;8492;p37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3" name="Google Shape;8493;p37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4" name="Google Shape;8494;p37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5" name="Google Shape;8495;p37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6" name="Google Shape;8496;p37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7" name="Google Shape;8497;p37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8" name="Google Shape;8498;p37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9" name="Google Shape;8499;p37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500" name="Google Shape;8500;p375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8501" name="Google Shape;8501;p37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2" name="Google Shape;8502;p37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3" name="Google Shape;8503;p37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4" name="Google Shape;8504;p37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5" name="Google Shape;8505;p37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6" name="Google Shape;8506;p37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7" name="Google Shape;8507;p37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8" name="Google Shape;8508;p37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9" name="Google Shape;8509;p37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0" name="Google Shape;8510;p37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1" name="Google Shape;8511;p37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2" name="Google Shape;8512;p37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3" name="Google Shape;8513;p37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4" name="Google Shape;8514;p37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5" name="Google Shape;8515;p37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8516" name="Google Shape;8516;p375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517" name="Google Shape;8517;p375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518" name="Google Shape;8518;p375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519" name="Google Shape;8519;p375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520" name="Google Shape;8520;p375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521" name="Google Shape;8521;p37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8522" name="Google Shape;8522;p375"/>
          <p:cNvSpPr txBox="1"/>
          <p:nvPr>
            <p:ph idx="1" type="subTitle"/>
          </p:nvPr>
        </p:nvSpPr>
        <p:spPr>
          <a:xfrm>
            <a:off x="906900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23" name="Google Shape;8523;p375"/>
          <p:cNvSpPr txBox="1"/>
          <p:nvPr>
            <p:ph idx="2" type="subTitle"/>
          </p:nvPr>
        </p:nvSpPr>
        <p:spPr>
          <a:xfrm>
            <a:off x="5565696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24" name="Google Shape;8524;p375"/>
          <p:cNvSpPr txBox="1"/>
          <p:nvPr>
            <p:ph idx="3" type="subTitle"/>
          </p:nvPr>
        </p:nvSpPr>
        <p:spPr>
          <a:xfrm>
            <a:off x="906900" y="208403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25" name="Google Shape;8525;p375"/>
          <p:cNvSpPr txBox="1"/>
          <p:nvPr>
            <p:ph idx="4" type="subTitle"/>
          </p:nvPr>
        </p:nvSpPr>
        <p:spPr>
          <a:xfrm>
            <a:off x="5565688" y="2094806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26" name="Google Shape;8526;p375"/>
          <p:cNvSpPr txBox="1"/>
          <p:nvPr>
            <p:ph idx="5" type="subTitle"/>
          </p:nvPr>
        </p:nvSpPr>
        <p:spPr>
          <a:xfrm>
            <a:off x="906900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27" name="Google Shape;8527;p375"/>
          <p:cNvSpPr txBox="1"/>
          <p:nvPr>
            <p:ph idx="6" type="subTitle"/>
          </p:nvPr>
        </p:nvSpPr>
        <p:spPr>
          <a:xfrm>
            <a:off x="5565688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28" name="Google Shape;8528;p375"/>
          <p:cNvSpPr txBox="1"/>
          <p:nvPr>
            <p:ph idx="7" type="subTitle"/>
          </p:nvPr>
        </p:nvSpPr>
        <p:spPr>
          <a:xfrm>
            <a:off x="906900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29" name="Google Shape;8529;p375"/>
          <p:cNvSpPr txBox="1"/>
          <p:nvPr>
            <p:ph idx="8" type="subTitle"/>
          </p:nvPr>
        </p:nvSpPr>
        <p:spPr>
          <a:xfrm>
            <a:off x="5565688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30" name="Google Shape;8530;p375"/>
          <p:cNvSpPr txBox="1"/>
          <p:nvPr>
            <p:ph type="title"/>
          </p:nvPr>
        </p:nvSpPr>
        <p:spPr>
          <a:xfrm>
            <a:off x="720000" y="540000"/>
            <a:ext cx="33300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7">
    <p:spTree>
      <p:nvGrpSpPr>
        <p:cNvPr id="8531" name="Shape 8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32" name="Google Shape;8532;p37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533" name="Google Shape;8533;p37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p37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p37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p37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p37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p37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p37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p37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p37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p37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p37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p37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p37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p37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p37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p37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p37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p37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p37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p37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p37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37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55" name="Google Shape;8555;p376"/>
          <p:cNvSpPr txBox="1"/>
          <p:nvPr>
            <p:ph type="ctrTitle"/>
          </p:nvPr>
        </p:nvSpPr>
        <p:spPr>
          <a:xfrm>
            <a:off x="5295149" y="1449725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556" name="Google Shape;8556;p376"/>
          <p:cNvSpPr txBox="1"/>
          <p:nvPr>
            <p:ph idx="1" type="subTitle"/>
          </p:nvPr>
        </p:nvSpPr>
        <p:spPr>
          <a:xfrm>
            <a:off x="5295149" y="1731948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57" name="Google Shape;8557;p376"/>
          <p:cNvSpPr txBox="1"/>
          <p:nvPr>
            <p:ph idx="2" type="subTitle"/>
          </p:nvPr>
        </p:nvSpPr>
        <p:spPr>
          <a:xfrm>
            <a:off x="5295149" y="3281876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58" name="Google Shape;8558;p376"/>
          <p:cNvSpPr txBox="1"/>
          <p:nvPr>
            <p:ph idx="3" type="ctrTitle"/>
          </p:nvPr>
        </p:nvSpPr>
        <p:spPr>
          <a:xfrm>
            <a:off x="5295153" y="2989856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559" name="Google Shape;8559;p376"/>
          <p:cNvSpPr txBox="1"/>
          <p:nvPr>
            <p:ph idx="4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8">
    <p:spTree>
      <p:nvGrpSpPr>
        <p:cNvPr id="8560" name="Shape 8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61" name="Google Shape;8561;p37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562" name="Google Shape;8562;p37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p37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p37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p37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p37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p37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37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p37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p37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p37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p37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p37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p37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p37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p37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p37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p37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37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p37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p37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p37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p37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84" name="Google Shape;8584;p377"/>
          <p:cNvSpPr txBox="1"/>
          <p:nvPr>
            <p:ph type="title"/>
          </p:nvPr>
        </p:nvSpPr>
        <p:spPr>
          <a:xfrm>
            <a:off x="720000" y="540000"/>
            <a:ext cx="55107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4">
    <p:spTree>
      <p:nvGrpSpPr>
        <p:cNvPr id="8585" name="Shape 8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86" name="Google Shape;8586;p37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587" name="Google Shape;8587;p37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p37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p37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37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p37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p37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p37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p37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p37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p37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p37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p37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37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p37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p37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p37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p37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p37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p37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p37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37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p37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09" name="Google Shape;8609;p378"/>
          <p:cNvSpPr txBox="1"/>
          <p:nvPr>
            <p:ph type="title"/>
          </p:nvPr>
        </p:nvSpPr>
        <p:spPr>
          <a:xfrm>
            <a:off x="720000" y="540000"/>
            <a:ext cx="5399100" cy="8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9">
    <p:spTree>
      <p:nvGrpSpPr>
        <p:cNvPr id="8610" name="Shape 8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11" name="Google Shape;8611;p37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612" name="Google Shape;8612;p37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p37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p37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p37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p37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p37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p37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p37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p37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p37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p37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p37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p37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p37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p37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p37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p37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p37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p37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p37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p37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p37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34" name="Google Shape;8634;p379"/>
          <p:cNvSpPr txBox="1"/>
          <p:nvPr>
            <p:ph idx="1" type="subTitle"/>
          </p:nvPr>
        </p:nvSpPr>
        <p:spPr>
          <a:xfrm>
            <a:off x="8041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35" name="Google Shape;8635;p379"/>
          <p:cNvSpPr txBox="1"/>
          <p:nvPr>
            <p:ph idx="2" type="subTitle"/>
          </p:nvPr>
        </p:nvSpPr>
        <p:spPr>
          <a:xfrm>
            <a:off x="58336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36" name="Google Shape;8636;p379"/>
          <p:cNvSpPr txBox="1"/>
          <p:nvPr>
            <p:ph idx="3" type="subTitle"/>
          </p:nvPr>
        </p:nvSpPr>
        <p:spPr>
          <a:xfrm>
            <a:off x="8041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37" name="Google Shape;8637;p379"/>
          <p:cNvSpPr txBox="1"/>
          <p:nvPr>
            <p:ph idx="4" type="subTitle"/>
          </p:nvPr>
        </p:nvSpPr>
        <p:spPr>
          <a:xfrm>
            <a:off x="58336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38" name="Google Shape;8638;p379"/>
          <p:cNvSpPr txBox="1"/>
          <p:nvPr>
            <p:ph idx="5" type="subTitle"/>
          </p:nvPr>
        </p:nvSpPr>
        <p:spPr>
          <a:xfrm>
            <a:off x="331890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39" name="Google Shape;8639;p379"/>
          <p:cNvSpPr txBox="1"/>
          <p:nvPr>
            <p:ph idx="6" type="subTitle"/>
          </p:nvPr>
        </p:nvSpPr>
        <p:spPr>
          <a:xfrm>
            <a:off x="331890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40" name="Google Shape;8640;p379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641" name="Google Shape;8641;p379"/>
          <p:cNvSpPr txBox="1"/>
          <p:nvPr>
            <p:ph idx="7" type="subTitle"/>
          </p:nvPr>
        </p:nvSpPr>
        <p:spPr>
          <a:xfrm>
            <a:off x="8041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42" name="Google Shape;8642;p379"/>
          <p:cNvSpPr txBox="1"/>
          <p:nvPr>
            <p:ph idx="8" type="subTitle"/>
          </p:nvPr>
        </p:nvSpPr>
        <p:spPr>
          <a:xfrm>
            <a:off x="58336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43" name="Google Shape;8643;p379"/>
          <p:cNvSpPr txBox="1"/>
          <p:nvPr>
            <p:ph idx="9" type="subTitle"/>
          </p:nvPr>
        </p:nvSpPr>
        <p:spPr>
          <a:xfrm>
            <a:off x="8041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44" name="Google Shape;8644;p379"/>
          <p:cNvSpPr txBox="1"/>
          <p:nvPr>
            <p:ph idx="13" type="subTitle"/>
          </p:nvPr>
        </p:nvSpPr>
        <p:spPr>
          <a:xfrm>
            <a:off x="58336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45" name="Google Shape;8645;p379"/>
          <p:cNvSpPr txBox="1"/>
          <p:nvPr>
            <p:ph idx="14" type="subTitle"/>
          </p:nvPr>
        </p:nvSpPr>
        <p:spPr>
          <a:xfrm>
            <a:off x="331890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46" name="Google Shape;8646;p379"/>
          <p:cNvSpPr txBox="1"/>
          <p:nvPr>
            <p:ph idx="15" type="subTitle"/>
          </p:nvPr>
        </p:nvSpPr>
        <p:spPr>
          <a:xfrm>
            <a:off x="331890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7">
    <p:spTree>
      <p:nvGrpSpPr>
        <p:cNvPr id="8647" name="Shape 8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48" name="Google Shape;8648;p38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649" name="Google Shape;8649;p38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p38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p38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2" name="Google Shape;8652;p38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p38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p38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p38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p38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p38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p38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p38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p38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p38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p38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p38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p38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p38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p38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p38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p38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p38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p38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71" name="Google Shape;8671;p380"/>
          <p:cNvSpPr txBox="1"/>
          <p:nvPr>
            <p:ph idx="1" type="subTitle"/>
          </p:nvPr>
        </p:nvSpPr>
        <p:spPr>
          <a:xfrm>
            <a:off x="8041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72" name="Google Shape;8672;p380"/>
          <p:cNvSpPr txBox="1"/>
          <p:nvPr>
            <p:ph idx="2" type="subTitle"/>
          </p:nvPr>
        </p:nvSpPr>
        <p:spPr>
          <a:xfrm>
            <a:off x="58336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73" name="Google Shape;8673;p380"/>
          <p:cNvSpPr txBox="1"/>
          <p:nvPr>
            <p:ph idx="3" type="subTitle"/>
          </p:nvPr>
        </p:nvSpPr>
        <p:spPr>
          <a:xfrm>
            <a:off x="3318900" y="20030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674" name="Google Shape;8674;p380"/>
          <p:cNvSpPr txBox="1"/>
          <p:nvPr>
            <p:ph type="title"/>
          </p:nvPr>
        </p:nvSpPr>
        <p:spPr>
          <a:xfrm>
            <a:off x="5917800" y="540000"/>
            <a:ext cx="25062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675" name="Google Shape;8675;p380"/>
          <p:cNvSpPr txBox="1"/>
          <p:nvPr>
            <p:ph idx="4" type="subTitle"/>
          </p:nvPr>
        </p:nvSpPr>
        <p:spPr>
          <a:xfrm>
            <a:off x="8041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76" name="Google Shape;8676;p380"/>
          <p:cNvSpPr txBox="1"/>
          <p:nvPr>
            <p:ph idx="5" type="subTitle"/>
          </p:nvPr>
        </p:nvSpPr>
        <p:spPr>
          <a:xfrm>
            <a:off x="58336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77" name="Google Shape;8677;p380"/>
          <p:cNvSpPr txBox="1"/>
          <p:nvPr>
            <p:ph idx="6" type="subTitle"/>
          </p:nvPr>
        </p:nvSpPr>
        <p:spPr>
          <a:xfrm>
            <a:off x="3318900" y="2389956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28">
    <p:spTree>
      <p:nvGrpSpPr>
        <p:cNvPr id="8678" name="Shape 8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79" name="Google Shape;8679;p38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680" name="Google Shape;8680;p38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p38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p38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p38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p38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p38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p38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38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p38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p38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38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p38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p38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p38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p38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p38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p38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p38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p38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p38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p38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p38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02" name="Google Shape;8702;p381"/>
          <p:cNvSpPr txBox="1"/>
          <p:nvPr>
            <p:ph idx="1" type="subTitle"/>
          </p:nvPr>
        </p:nvSpPr>
        <p:spPr>
          <a:xfrm>
            <a:off x="1342450" y="3241403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703" name="Google Shape;8703;p381"/>
          <p:cNvSpPr txBox="1"/>
          <p:nvPr>
            <p:ph idx="2" type="subTitle"/>
          </p:nvPr>
        </p:nvSpPr>
        <p:spPr>
          <a:xfrm>
            <a:off x="5295350" y="3232090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8704" name="Google Shape;8704;p381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705" name="Google Shape;8705;p381"/>
          <p:cNvSpPr txBox="1"/>
          <p:nvPr>
            <p:ph idx="3" type="subTitle"/>
          </p:nvPr>
        </p:nvSpPr>
        <p:spPr>
          <a:xfrm>
            <a:off x="1342450" y="3615440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706" name="Google Shape;8706;p381"/>
          <p:cNvSpPr txBox="1"/>
          <p:nvPr>
            <p:ph idx="4" type="subTitle"/>
          </p:nvPr>
        </p:nvSpPr>
        <p:spPr>
          <a:xfrm>
            <a:off x="5295350" y="3606127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20">
    <p:spTree>
      <p:nvGrpSpPr>
        <p:cNvPr id="8707" name="Shape 8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8" name="Google Shape;8708;p38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709" name="Google Shape;8709;p38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p38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p38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p38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p38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p38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p38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p38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p38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38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p38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p38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p38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38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p38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p38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p38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p38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p38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p38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p38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p38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31" name="Google Shape;8731;p382"/>
          <p:cNvSpPr txBox="1"/>
          <p:nvPr>
            <p:ph type="ctrTitle"/>
          </p:nvPr>
        </p:nvSpPr>
        <p:spPr>
          <a:xfrm>
            <a:off x="3443847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732" name="Google Shape;8732;p382"/>
          <p:cNvSpPr txBox="1"/>
          <p:nvPr>
            <p:ph idx="1" type="subTitle"/>
          </p:nvPr>
        </p:nvSpPr>
        <p:spPr>
          <a:xfrm>
            <a:off x="3443847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733" name="Google Shape;8733;p382"/>
          <p:cNvSpPr txBox="1"/>
          <p:nvPr>
            <p:ph idx="2" type="subTitle"/>
          </p:nvPr>
        </p:nvSpPr>
        <p:spPr>
          <a:xfrm>
            <a:off x="475992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734" name="Google Shape;8734;p382"/>
          <p:cNvSpPr txBox="1"/>
          <p:nvPr>
            <p:ph idx="3" type="ctrTitle"/>
          </p:nvPr>
        </p:nvSpPr>
        <p:spPr>
          <a:xfrm>
            <a:off x="475992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735" name="Google Shape;8735;p382"/>
          <p:cNvSpPr txBox="1"/>
          <p:nvPr>
            <p:ph idx="4" type="ctrTitle"/>
          </p:nvPr>
        </p:nvSpPr>
        <p:spPr>
          <a:xfrm>
            <a:off x="81170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736" name="Google Shape;8736;p382"/>
          <p:cNvSpPr txBox="1"/>
          <p:nvPr>
            <p:ph idx="5" type="subTitle"/>
          </p:nvPr>
        </p:nvSpPr>
        <p:spPr>
          <a:xfrm>
            <a:off x="81170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737" name="Google Shape;8737;p382"/>
          <p:cNvSpPr txBox="1"/>
          <p:nvPr>
            <p:ph idx="6" type="subTitle"/>
          </p:nvPr>
        </p:nvSpPr>
        <p:spPr>
          <a:xfrm>
            <a:off x="212778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738" name="Google Shape;8738;p382"/>
          <p:cNvSpPr txBox="1"/>
          <p:nvPr>
            <p:ph idx="7" type="ctrTitle"/>
          </p:nvPr>
        </p:nvSpPr>
        <p:spPr>
          <a:xfrm>
            <a:off x="212778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739" name="Google Shape;8739;p382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740" name="Google Shape;8740;p382"/>
          <p:cNvSpPr txBox="1"/>
          <p:nvPr>
            <p:ph idx="9" type="ctrTitle"/>
          </p:nvPr>
        </p:nvSpPr>
        <p:spPr>
          <a:xfrm>
            <a:off x="607599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8741" name="Google Shape;8741;p382"/>
          <p:cNvSpPr txBox="1"/>
          <p:nvPr>
            <p:ph idx="13" type="subTitle"/>
          </p:nvPr>
        </p:nvSpPr>
        <p:spPr>
          <a:xfrm>
            <a:off x="607599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21">
    <p:spTree>
      <p:nvGrpSpPr>
        <p:cNvPr id="8742" name="Shape 8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43" name="Google Shape;8743;p38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744" name="Google Shape;8744;p38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p38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p38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38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p38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p38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p38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p38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p38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p38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p38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p38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38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p38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p38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38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p38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38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p38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63" name="Google Shape;8763;p383"/>
          <p:cNvSpPr txBox="1"/>
          <p:nvPr>
            <p:ph type="title"/>
          </p:nvPr>
        </p:nvSpPr>
        <p:spPr>
          <a:xfrm>
            <a:off x="715349" y="1829975"/>
            <a:ext cx="52644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764" name="Google Shape;8764;p383"/>
          <p:cNvSpPr txBox="1"/>
          <p:nvPr>
            <p:ph idx="1" type="body"/>
          </p:nvPr>
        </p:nvSpPr>
        <p:spPr>
          <a:xfrm>
            <a:off x="715350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33">
    <p:spTree>
      <p:nvGrpSpPr>
        <p:cNvPr id="8765" name="Shape 8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66" name="Google Shape;8766;p38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767" name="Google Shape;8767;p38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38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p38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p38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p38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p38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p38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p38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p38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p38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p38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p38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p38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0" name="Google Shape;8780;p38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p38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p38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3" name="Google Shape;8783;p38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4" name="Google Shape;8784;p38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p38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86" name="Google Shape;8786;p384"/>
          <p:cNvSpPr txBox="1"/>
          <p:nvPr>
            <p:ph type="title"/>
          </p:nvPr>
        </p:nvSpPr>
        <p:spPr>
          <a:xfrm>
            <a:off x="3772625" y="1829975"/>
            <a:ext cx="45693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787" name="Google Shape;8787;p384"/>
          <p:cNvSpPr txBox="1"/>
          <p:nvPr>
            <p:ph idx="1" type="body"/>
          </p:nvPr>
        </p:nvSpPr>
        <p:spPr>
          <a:xfrm>
            <a:off x="3772649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2">
    <p:spTree>
      <p:nvGrpSpPr>
        <p:cNvPr id="8788" name="Shape 8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9" name="Google Shape;8789;p385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8790" name="Google Shape;8790;p385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791" name="Google Shape;8791;p38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8792" name="Google Shape;8792;p385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8793" name="Google Shape;8793;p38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4" name="Google Shape;8794;p38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5" name="Google Shape;8795;p38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6" name="Google Shape;8796;p38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7" name="Google Shape;8797;p38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8" name="Google Shape;8798;p38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9" name="Google Shape;8799;p38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0" name="Google Shape;8800;p38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1" name="Google Shape;8801;p38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2" name="Google Shape;8802;p38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3" name="Google Shape;8803;p38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4" name="Google Shape;8804;p38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5" name="Google Shape;8805;p38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6" name="Google Shape;8806;p38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7" name="Google Shape;8807;p38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08" name="Google Shape;8808;p385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8809" name="Google Shape;8809;p385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0" name="Google Shape;8810;p385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1" name="Google Shape;8811;p385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2" name="Google Shape;8812;p385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3" name="Google Shape;8813;p385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4" name="Google Shape;8814;p385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5" name="Google Shape;8815;p385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6" name="Google Shape;8816;p385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7" name="Google Shape;8817;p385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8" name="Google Shape;8818;p385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9" name="Google Shape;8819;p385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0" name="Google Shape;8820;p385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1" name="Google Shape;8821;p385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2" name="Google Shape;8822;p385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3" name="Google Shape;8823;p385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8824" name="Google Shape;8824;p385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825" name="Google Shape;8825;p385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826" name="Google Shape;8826;p385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827" name="Google Shape;8827;p385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828" name="Google Shape;8828;p385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829" name="Google Shape;8829;p385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8830" name="Google Shape;8830;p385"/>
          <p:cNvSpPr txBox="1"/>
          <p:nvPr>
            <p:ph type="title"/>
          </p:nvPr>
        </p:nvSpPr>
        <p:spPr>
          <a:xfrm>
            <a:off x="720000" y="1143700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831" name="Google Shape;8831;p385"/>
          <p:cNvSpPr txBox="1"/>
          <p:nvPr>
            <p:ph idx="2" type="title"/>
          </p:nvPr>
        </p:nvSpPr>
        <p:spPr>
          <a:xfrm>
            <a:off x="720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832" name="Google Shape;8832;p385"/>
          <p:cNvSpPr txBox="1"/>
          <p:nvPr>
            <p:ph idx="3" type="title"/>
          </p:nvPr>
        </p:nvSpPr>
        <p:spPr>
          <a:xfrm>
            <a:off x="5094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833" name="Google Shape;8833;p385"/>
          <p:cNvSpPr txBox="1"/>
          <p:nvPr>
            <p:ph idx="1" type="subTitle"/>
          </p:nvPr>
        </p:nvSpPr>
        <p:spPr>
          <a:xfrm>
            <a:off x="915300" y="1964863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834" name="Google Shape;8834;p385"/>
          <p:cNvSpPr txBox="1"/>
          <p:nvPr>
            <p:ph idx="4" type="subTitle"/>
          </p:nvPr>
        </p:nvSpPr>
        <p:spPr>
          <a:xfrm>
            <a:off x="915300" y="3754738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835" name="Google Shape;8835;p385"/>
          <p:cNvSpPr txBox="1"/>
          <p:nvPr>
            <p:ph idx="5" type="subTitle"/>
          </p:nvPr>
        </p:nvSpPr>
        <p:spPr>
          <a:xfrm>
            <a:off x="5192850" y="3754772"/>
            <a:ext cx="3132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3">
    <p:spTree>
      <p:nvGrpSpPr>
        <p:cNvPr id="8836" name="Shape 8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37" name="Google Shape;8837;p38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838" name="Google Shape;8838;p38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38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38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p38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p38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p38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38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p38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p38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p38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p38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p38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p38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p38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p38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p38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p38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p38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p38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57" name="Google Shape;8857;p386"/>
          <p:cNvSpPr txBox="1"/>
          <p:nvPr>
            <p:ph type="title"/>
          </p:nvPr>
        </p:nvSpPr>
        <p:spPr>
          <a:xfrm>
            <a:off x="3285938" y="11437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858" name="Google Shape;8858;p386"/>
          <p:cNvSpPr txBox="1"/>
          <p:nvPr>
            <p:ph idx="1" type="subTitle"/>
          </p:nvPr>
        </p:nvSpPr>
        <p:spPr>
          <a:xfrm>
            <a:off x="3285938" y="1964876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859" name="Google Shape;8859;p386"/>
          <p:cNvSpPr txBox="1"/>
          <p:nvPr>
            <p:ph idx="2" type="title"/>
          </p:nvPr>
        </p:nvSpPr>
        <p:spPr>
          <a:xfrm>
            <a:off x="3285938" y="29701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860" name="Google Shape;8860;p386"/>
          <p:cNvSpPr txBox="1"/>
          <p:nvPr>
            <p:ph idx="3" type="subTitle"/>
          </p:nvPr>
        </p:nvSpPr>
        <p:spPr>
          <a:xfrm>
            <a:off x="3285938" y="3791277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861" name="Google Shape;8861;p386"/>
          <p:cNvSpPr txBox="1"/>
          <p:nvPr>
            <p:ph idx="4" type="title"/>
          </p:nvPr>
        </p:nvSpPr>
        <p:spPr>
          <a:xfrm>
            <a:off x="6030113" y="11563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862" name="Google Shape;8862;p386"/>
          <p:cNvSpPr txBox="1"/>
          <p:nvPr>
            <p:ph idx="5" type="subTitle"/>
          </p:nvPr>
        </p:nvSpPr>
        <p:spPr>
          <a:xfrm>
            <a:off x="6030113" y="19775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863" name="Google Shape;8863;p386"/>
          <p:cNvSpPr txBox="1"/>
          <p:nvPr>
            <p:ph idx="6" type="title"/>
          </p:nvPr>
        </p:nvSpPr>
        <p:spPr>
          <a:xfrm>
            <a:off x="6030113" y="29827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8864" name="Google Shape;8864;p386"/>
          <p:cNvSpPr txBox="1"/>
          <p:nvPr>
            <p:ph idx="7" type="subTitle"/>
          </p:nvPr>
        </p:nvSpPr>
        <p:spPr>
          <a:xfrm>
            <a:off x="6030113" y="38039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5">
    <p:spTree>
      <p:nvGrpSpPr>
        <p:cNvPr id="8865" name="Shape 8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66" name="Google Shape;8866;p387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8867" name="Google Shape;8867;p387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868" name="Google Shape;8868;p38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8869" name="Google Shape;8869;p387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8870" name="Google Shape;8870;p38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1" name="Google Shape;8871;p38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2" name="Google Shape;8872;p38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3" name="Google Shape;8873;p38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4" name="Google Shape;8874;p38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5" name="Google Shape;8875;p38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6" name="Google Shape;8876;p38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7" name="Google Shape;8877;p38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8" name="Google Shape;8878;p38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9" name="Google Shape;8879;p38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0" name="Google Shape;8880;p38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1" name="Google Shape;8881;p38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2" name="Google Shape;8882;p38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3" name="Google Shape;8883;p38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4" name="Google Shape;8884;p38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85" name="Google Shape;8885;p387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8886" name="Google Shape;8886;p38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7" name="Google Shape;8887;p38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8" name="Google Shape;8888;p38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9" name="Google Shape;8889;p38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0" name="Google Shape;8890;p38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1" name="Google Shape;8891;p38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2" name="Google Shape;8892;p38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3" name="Google Shape;8893;p38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4" name="Google Shape;8894;p38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5" name="Google Shape;8895;p38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6" name="Google Shape;8896;p38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7" name="Google Shape;8897;p38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8" name="Google Shape;8898;p38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9" name="Google Shape;8899;p38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00" name="Google Shape;8900;p38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8901" name="Google Shape;8901;p387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02" name="Google Shape;8902;p387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03" name="Google Shape;8903;p387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04" name="Google Shape;8904;p387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05" name="Google Shape;8905;p387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06" name="Google Shape;8906;p38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8907" name="Google Shape;8907;p387"/>
          <p:cNvSpPr txBox="1"/>
          <p:nvPr>
            <p:ph idx="1" type="subTitle"/>
          </p:nvPr>
        </p:nvSpPr>
        <p:spPr>
          <a:xfrm>
            <a:off x="720000" y="2532242"/>
            <a:ext cx="23004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908" name="Google Shape;8908;p387"/>
          <p:cNvSpPr txBox="1"/>
          <p:nvPr>
            <p:ph type="title"/>
          </p:nvPr>
        </p:nvSpPr>
        <p:spPr>
          <a:xfrm>
            <a:off x="720000" y="1452200"/>
            <a:ext cx="15549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6">
    <p:spTree>
      <p:nvGrpSpPr>
        <p:cNvPr id="8909" name="Shape 8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10" name="Google Shape;8910;p388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8911" name="Google Shape;8911;p388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912" name="Google Shape;8912;p38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8913" name="Google Shape;8913;p388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8914" name="Google Shape;8914;p38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5" name="Google Shape;8915;p38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6" name="Google Shape;8916;p38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7" name="Google Shape;8917;p38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8" name="Google Shape;8918;p38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9" name="Google Shape;8919;p38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0" name="Google Shape;8920;p38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1" name="Google Shape;8921;p38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2" name="Google Shape;8922;p38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3" name="Google Shape;8923;p38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4" name="Google Shape;8924;p38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5" name="Google Shape;8925;p38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6" name="Google Shape;8926;p38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7" name="Google Shape;8927;p38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8" name="Google Shape;8928;p38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929" name="Google Shape;8929;p388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8930" name="Google Shape;8930;p388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1" name="Google Shape;8931;p388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2" name="Google Shape;8932;p388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3" name="Google Shape;8933;p388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4" name="Google Shape;8934;p388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5" name="Google Shape;8935;p388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6" name="Google Shape;8936;p388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7" name="Google Shape;8937;p388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8" name="Google Shape;8938;p388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9" name="Google Shape;8939;p388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0" name="Google Shape;8940;p388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1" name="Google Shape;8941;p388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2" name="Google Shape;8942;p388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3" name="Google Shape;8943;p388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4" name="Google Shape;8944;p388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8945" name="Google Shape;8945;p388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46" name="Google Shape;8946;p388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47" name="Google Shape;8947;p388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48" name="Google Shape;8948;p388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49" name="Google Shape;8949;p388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50" name="Google Shape;8950;p388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8951" name="Google Shape;8951;p388"/>
          <p:cNvSpPr txBox="1"/>
          <p:nvPr>
            <p:ph idx="1" type="subTitle"/>
          </p:nvPr>
        </p:nvSpPr>
        <p:spPr>
          <a:xfrm>
            <a:off x="6302975" y="2571750"/>
            <a:ext cx="21213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952" name="Google Shape;8952;p388"/>
          <p:cNvSpPr txBox="1"/>
          <p:nvPr>
            <p:ph type="title"/>
          </p:nvPr>
        </p:nvSpPr>
        <p:spPr>
          <a:xfrm>
            <a:off x="6682500" y="1452213"/>
            <a:ext cx="17415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30">
    <p:spTree>
      <p:nvGrpSpPr>
        <p:cNvPr id="8953" name="Shape 8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54" name="Google Shape;8954;p389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955" name="Google Shape;8955;p38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p38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p38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p38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9" name="Google Shape;8959;p38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0" name="Google Shape;8960;p38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p38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p38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3" name="Google Shape;8963;p38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p38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p38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p38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p38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p38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p38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p38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p38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p38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p38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p38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p38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p38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77" name="Google Shape;8977;p389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978" name="Google Shape;8978;p389"/>
          <p:cNvSpPr txBox="1"/>
          <p:nvPr>
            <p:ph idx="1" type="body"/>
          </p:nvPr>
        </p:nvSpPr>
        <p:spPr>
          <a:xfrm>
            <a:off x="720000" y="1246924"/>
            <a:ext cx="7704000" cy="3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29">
    <p:spTree>
      <p:nvGrpSpPr>
        <p:cNvPr id="8979" name="Shape 8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80" name="Google Shape;8980;p39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8981" name="Google Shape;8981;p39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p39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p39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p39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p39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p39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p39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p39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p39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p39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p39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p39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p39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p39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p39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p39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p39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p39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p39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9000" name="Google Shape;9000;p390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9001" name="Google Shape;9001;p390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02" name="Google Shape;9002;p390"/>
          <p:cNvSpPr txBox="1"/>
          <p:nvPr>
            <p:ph type="ctrTitle"/>
          </p:nvPr>
        </p:nvSpPr>
        <p:spPr>
          <a:xfrm>
            <a:off x="2351875" y="540000"/>
            <a:ext cx="44403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9003" name="Google Shape;9003;p390"/>
          <p:cNvSpPr txBox="1"/>
          <p:nvPr/>
        </p:nvSpPr>
        <p:spPr>
          <a:xfrm>
            <a:off x="2422213" y="3592175"/>
            <a:ext cx="4299600" cy="6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CREDITS: This presentation template was created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, including icons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 and infographics &amp; images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0" i="0" sz="12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 b="0" i="0" sz="12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04" name="Google Shape;9004;p390"/>
          <p:cNvSpPr txBox="1"/>
          <p:nvPr>
            <p:ph idx="1" type="subTitle"/>
          </p:nvPr>
        </p:nvSpPr>
        <p:spPr>
          <a:xfrm>
            <a:off x="2955600" y="2255325"/>
            <a:ext cx="3232800" cy="13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9005" name="Google Shape;9005;p390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9006" name="Google Shape;9006;p390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p390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p390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p390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p390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p390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p390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p390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p390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p390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p390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35">
    <p:spTree>
      <p:nvGrpSpPr>
        <p:cNvPr id="9017" name="Shape 9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18" name="Google Shape;9018;p391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9019" name="Google Shape;9019;p391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020" name="Google Shape;9020;p391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9021" name="Google Shape;9021;p391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9022" name="Google Shape;9022;p391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3" name="Google Shape;9023;p391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4" name="Google Shape;9024;p391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5" name="Google Shape;9025;p391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6" name="Google Shape;9026;p391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7" name="Google Shape;9027;p391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8" name="Google Shape;9028;p391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9" name="Google Shape;9029;p391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0" name="Google Shape;9030;p391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1" name="Google Shape;9031;p391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2" name="Google Shape;9032;p391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3" name="Google Shape;9033;p391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4" name="Google Shape;9034;p391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5" name="Google Shape;9035;p391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6" name="Google Shape;9036;p391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7" name="Google Shape;9037;p391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9038" name="Google Shape;9038;p391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9" name="Google Shape;9039;p391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0" name="Google Shape;9040;p391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1" name="Google Shape;9041;p391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2" name="Google Shape;9042;p391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3" name="Google Shape;9043;p391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4" name="Google Shape;9044;p391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5" name="Google Shape;9045;p391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6" name="Google Shape;9046;p391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7" name="Google Shape;9047;p391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8" name="Google Shape;9048;p391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9" name="Google Shape;9049;p391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0" name="Google Shape;9050;p391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1" name="Google Shape;9051;p391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2" name="Google Shape;9052;p391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9053" name="Google Shape;9053;p391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54" name="Google Shape;9054;p391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55" name="Google Shape;9055;p391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56" name="Google Shape;9056;p391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57" name="Google Shape;9057;p391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58" name="Google Shape;9058;p391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36">
    <p:spTree>
      <p:nvGrpSpPr>
        <p:cNvPr id="9059" name="Shape 9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60" name="Google Shape;9060;p39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061" name="Google Shape;9061;p39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p39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p39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p39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p39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p39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p39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p39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p39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p39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p39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p39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p39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p39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p39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p39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p39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p39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p39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9080" name="Google Shape;9080;p392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9081" name="Google Shape;9081;p392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082" name="Google Shape;9082;p392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9083" name="Google Shape;9083;p392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p392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p392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p392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p392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p392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p392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p392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p392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p392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p392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37">
    <p:spTree>
      <p:nvGrpSpPr>
        <p:cNvPr id="9094" name="Shape 9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95" name="Google Shape;9095;p39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096" name="Google Shape;9096;p39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p39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p39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p39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p39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p39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p39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p39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p39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p39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p39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p39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p39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p39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p39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p39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p39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p39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p39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p39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p39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p39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8">
    <p:spTree>
      <p:nvGrpSpPr>
        <p:cNvPr id="9118" name="Shape 9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9" name="Google Shape;9119;p39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120" name="Google Shape;9120;p39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p39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p39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p39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p39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p39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p39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p39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p39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p39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p39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p39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p39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p39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p39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p39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p39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p39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p39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p39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p39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p39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42" name="Google Shape;9142;p394"/>
          <p:cNvGrpSpPr/>
          <p:nvPr/>
        </p:nvGrpSpPr>
        <p:grpSpPr>
          <a:xfrm>
            <a:off x="2995920" y="1056023"/>
            <a:ext cx="3152176" cy="3031462"/>
            <a:chOff x="1857000" y="3245400"/>
            <a:chExt cx="1233825" cy="1186575"/>
          </a:xfrm>
        </p:grpSpPr>
        <p:sp>
          <p:nvSpPr>
            <p:cNvPr id="9143" name="Google Shape;9143;p394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p394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p394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p394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p394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p394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9">
    <p:spTree>
      <p:nvGrpSpPr>
        <p:cNvPr id="9149" name="Shape 9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50" name="Google Shape;9150;p39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151" name="Google Shape;9151;p39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2" name="Google Shape;9152;p39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3" name="Google Shape;9153;p39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4" name="Google Shape;9154;p39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5" name="Google Shape;9155;p39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p39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p39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p39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p39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p39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p39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p39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p39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p39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p39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p39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p39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p39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p39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p39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p39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2" name="Google Shape;9172;p39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73" name="Google Shape;9173;p395"/>
          <p:cNvGrpSpPr/>
          <p:nvPr/>
        </p:nvGrpSpPr>
        <p:grpSpPr>
          <a:xfrm>
            <a:off x="262" y="2729663"/>
            <a:ext cx="2995174" cy="2414035"/>
            <a:chOff x="6562292" y="3785209"/>
            <a:chExt cx="1875030" cy="1511227"/>
          </a:xfrm>
        </p:grpSpPr>
        <p:grpSp>
          <p:nvGrpSpPr>
            <p:cNvPr id="9174" name="Google Shape;9174;p395"/>
            <p:cNvGrpSpPr/>
            <p:nvPr/>
          </p:nvGrpSpPr>
          <p:grpSpPr>
            <a:xfrm>
              <a:off x="7717466" y="3785209"/>
              <a:ext cx="719856" cy="680112"/>
              <a:chOff x="7717200" y="3905550"/>
              <a:chExt cx="592377" cy="559671"/>
            </a:xfrm>
          </p:grpSpPr>
          <p:sp>
            <p:nvSpPr>
              <p:cNvPr id="9175" name="Google Shape;9175;p395"/>
              <p:cNvSpPr/>
              <p:nvPr/>
            </p:nvSpPr>
            <p:spPr>
              <a:xfrm>
                <a:off x="7724869" y="3917054"/>
                <a:ext cx="581268" cy="532152"/>
              </a:xfrm>
              <a:custGeom>
                <a:rect b="b" l="l" r="r" t="t"/>
                <a:pathLst>
                  <a:path extrusionOk="0" h="9437" w="10308">
                    <a:moveTo>
                      <a:pt x="10129" y="1"/>
                    </a:moveTo>
                    <a:cubicBezTo>
                      <a:pt x="9518" y="1"/>
                      <a:pt x="4203" y="2425"/>
                      <a:pt x="3814" y="2672"/>
                    </a:cubicBezTo>
                    <a:cubicBezTo>
                      <a:pt x="3407" y="2932"/>
                      <a:pt x="0" y="4549"/>
                      <a:pt x="0" y="4684"/>
                    </a:cubicBezTo>
                    <a:cubicBezTo>
                      <a:pt x="0" y="4808"/>
                      <a:pt x="2382" y="5425"/>
                      <a:pt x="2382" y="5425"/>
                    </a:cubicBezTo>
                    <a:cubicBezTo>
                      <a:pt x="2382" y="5425"/>
                      <a:pt x="2456" y="6129"/>
                      <a:pt x="2580" y="6771"/>
                    </a:cubicBezTo>
                    <a:cubicBezTo>
                      <a:pt x="2703" y="7400"/>
                      <a:pt x="2963" y="8511"/>
                      <a:pt x="2963" y="8511"/>
                    </a:cubicBezTo>
                    <a:cubicBezTo>
                      <a:pt x="3308" y="8474"/>
                      <a:pt x="4901" y="7104"/>
                      <a:pt x="4901" y="7104"/>
                    </a:cubicBezTo>
                    <a:cubicBezTo>
                      <a:pt x="4901" y="7104"/>
                      <a:pt x="6308" y="9424"/>
                      <a:pt x="6542" y="9437"/>
                    </a:cubicBezTo>
                    <a:cubicBezTo>
                      <a:pt x="6543" y="9437"/>
                      <a:pt x="6543" y="9437"/>
                      <a:pt x="6543" y="9437"/>
                    </a:cubicBezTo>
                    <a:cubicBezTo>
                      <a:pt x="6786" y="9437"/>
                      <a:pt x="10307" y="265"/>
                      <a:pt x="10184" y="18"/>
                    </a:cubicBezTo>
                    <a:cubicBezTo>
                      <a:pt x="10177" y="6"/>
                      <a:pt x="10159" y="1"/>
                      <a:pt x="10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76" name="Google Shape;9176;p395"/>
              <p:cNvSpPr/>
              <p:nvPr/>
            </p:nvSpPr>
            <p:spPr>
              <a:xfrm>
                <a:off x="7717200" y="3905550"/>
                <a:ext cx="592377" cy="559671"/>
              </a:xfrm>
              <a:custGeom>
                <a:rect b="b" l="l" r="r" t="t"/>
                <a:pathLst>
                  <a:path extrusionOk="0" h="9925" w="10505">
                    <a:moveTo>
                      <a:pt x="9764" y="420"/>
                    </a:moveTo>
                    <a:cubicBezTo>
                      <a:pt x="9147" y="827"/>
                      <a:pt x="8518" y="1247"/>
                      <a:pt x="7913" y="1654"/>
                    </a:cubicBezTo>
                    <a:cubicBezTo>
                      <a:pt x="7715" y="1802"/>
                      <a:pt x="7505" y="1938"/>
                      <a:pt x="7283" y="2086"/>
                    </a:cubicBezTo>
                    <a:cubicBezTo>
                      <a:pt x="6111" y="2889"/>
                      <a:pt x="4728" y="3839"/>
                      <a:pt x="3382" y="4851"/>
                    </a:cubicBezTo>
                    <a:cubicBezTo>
                      <a:pt x="3148" y="5037"/>
                      <a:pt x="2926" y="5209"/>
                      <a:pt x="2728" y="5382"/>
                    </a:cubicBezTo>
                    <a:lnTo>
                      <a:pt x="2679" y="5419"/>
                    </a:lnTo>
                    <a:lnTo>
                      <a:pt x="2605" y="5493"/>
                    </a:lnTo>
                    <a:cubicBezTo>
                      <a:pt x="2506" y="5432"/>
                      <a:pt x="2407" y="5382"/>
                      <a:pt x="2296" y="5370"/>
                    </a:cubicBezTo>
                    <a:lnTo>
                      <a:pt x="2197" y="5345"/>
                    </a:lnTo>
                    <a:cubicBezTo>
                      <a:pt x="1963" y="5259"/>
                      <a:pt x="1728" y="5197"/>
                      <a:pt x="1482" y="5123"/>
                    </a:cubicBezTo>
                    <a:cubicBezTo>
                      <a:pt x="1087" y="5000"/>
                      <a:pt x="716" y="4913"/>
                      <a:pt x="358" y="4839"/>
                    </a:cubicBezTo>
                    <a:lnTo>
                      <a:pt x="371" y="4839"/>
                    </a:lnTo>
                    <a:lnTo>
                      <a:pt x="420" y="4802"/>
                    </a:lnTo>
                    <a:cubicBezTo>
                      <a:pt x="506" y="4740"/>
                      <a:pt x="605" y="4679"/>
                      <a:pt x="704" y="4629"/>
                    </a:cubicBezTo>
                    <a:cubicBezTo>
                      <a:pt x="815" y="4568"/>
                      <a:pt x="938" y="4518"/>
                      <a:pt x="1062" y="4456"/>
                    </a:cubicBezTo>
                    <a:lnTo>
                      <a:pt x="1210" y="4382"/>
                    </a:lnTo>
                    <a:cubicBezTo>
                      <a:pt x="1802" y="4098"/>
                      <a:pt x="2407" y="3790"/>
                      <a:pt x="3062" y="3457"/>
                    </a:cubicBezTo>
                    <a:cubicBezTo>
                      <a:pt x="3432" y="3259"/>
                      <a:pt x="3827" y="3062"/>
                      <a:pt x="4296" y="2827"/>
                    </a:cubicBezTo>
                    <a:cubicBezTo>
                      <a:pt x="5975" y="1988"/>
                      <a:pt x="7382" y="1309"/>
                      <a:pt x="8876" y="729"/>
                    </a:cubicBezTo>
                    <a:cubicBezTo>
                      <a:pt x="9159" y="605"/>
                      <a:pt x="9468" y="506"/>
                      <a:pt x="9764" y="420"/>
                    </a:cubicBezTo>
                    <a:close/>
                    <a:moveTo>
                      <a:pt x="9949" y="494"/>
                    </a:moveTo>
                    <a:lnTo>
                      <a:pt x="9949" y="494"/>
                    </a:lnTo>
                    <a:cubicBezTo>
                      <a:pt x="9814" y="630"/>
                      <a:pt x="9678" y="790"/>
                      <a:pt x="9542" y="938"/>
                    </a:cubicBezTo>
                    <a:cubicBezTo>
                      <a:pt x="9468" y="1037"/>
                      <a:pt x="9394" y="1124"/>
                      <a:pt x="9320" y="1198"/>
                    </a:cubicBezTo>
                    <a:cubicBezTo>
                      <a:pt x="8900" y="1654"/>
                      <a:pt x="8468" y="2111"/>
                      <a:pt x="8049" y="2568"/>
                    </a:cubicBezTo>
                    <a:cubicBezTo>
                      <a:pt x="7296" y="3358"/>
                      <a:pt x="6543" y="4148"/>
                      <a:pt x="5790" y="4938"/>
                    </a:cubicBezTo>
                    <a:lnTo>
                      <a:pt x="5283" y="5469"/>
                    </a:lnTo>
                    <a:lnTo>
                      <a:pt x="4913" y="5864"/>
                    </a:lnTo>
                    <a:cubicBezTo>
                      <a:pt x="4777" y="6012"/>
                      <a:pt x="4642" y="6160"/>
                      <a:pt x="4493" y="6308"/>
                    </a:cubicBezTo>
                    <a:lnTo>
                      <a:pt x="4469" y="6308"/>
                    </a:lnTo>
                    <a:cubicBezTo>
                      <a:pt x="4358" y="6370"/>
                      <a:pt x="4259" y="6456"/>
                      <a:pt x="4197" y="6567"/>
                    </a:cubicBezTo>
                    <a:cubicBezTo>
                      <a:pt x="4173" y="6580"/>
                      <a:pt x="4160" y="6604"/>
                      <a:pt x="4148" y="6617"/>
                    </a:cubicBezTo>
                    <a:cubicBezTo>
                      <a:pt x="4061" y="6740"/>
                      <a:pt x="3987" y="6863"/>
                      <a:pt x="3913" y="6987"/>
                    </a:cubicBezTo>
                    <a:lnTo>
                      <a:pt x="3864" y="7086"/>
                    </a:lnTo>
                    <a:cubicBezTo>
                      <a:pt x="3790" y="7209"/>
                      <a:pt x="3716" y="7320"/>
                      <a:pt x="3642" y="7431"/>
                    </a:cubicBezTo>
                    <a:cubicBezTo>
                      <a:pt x="3580" y="7555"/>
                      <a:pt x="3518" y="7641"/>
                      <a:pt x="3444" y="7752"/>
                    </a:cubicBezTo>
                    <a:lnTo>
                      <a:pt x="3173" y="8221"/>
                    </a:lnTo>
                    <a:lnTo>
                      <a:pt x="3123" y="8295"/>
                    </a:lnTo>
                    <a:cubicBezTo>
                      <a:pt x="3025" y="7876"/>
                      <a:pt x="2950" y="7444"/>
                      <a:pt x="2889" y="7024"/>
                    </a:cubicBezTo>
                    <a:cubicBezTo>
                      <a:pt x="2827" y="6592"/>
                      <a:pt x="2765" y="6148"/>
                      <a:pt x="2654" y="5728"/>
                    </a:cubicBezTo>
                    <a:cubicBezTo>
                      <a:pt x="2679" y="5678"/>
                      <a:pt x="2691" y="5629"/>
                      <a:pt x="2679" y="5580"/>
                    </a:cubicBezTo>
                    <a:cubicBezTo>
                      <a:pt x="2827" y="5456"/>
                      <a:pt x="2975" y="5333"/>
                      <a:pt x="3136" y="5222"/>
                    </a:cubicBezTo>
                    <a:cubicBezTo>
                      <a:pt x="3210" y="5172"/>
                      <a:pt x="3284" y="5123"/>
                      <a:pt x="3358" y="5074"/>
                    </a:cubicBezTo>
                    <a:cubicBezTo>
                      <a:pt x="3950" y="4629"/>
                      <a:pt x="4568" y="4197"/>
                      <a:pt x="5098" y="3815"/>
                    </a:cubicBezTo>
                    <a:cubicBezTo>
                      <a:pt x="6333" y="2950"/>
                      <a:pt x="7666" y="2025"/>
                      <a:pt x="9024" y="1111"/>
                    </a:cubicBezTo>
                    <a:lnTo>
                      <a:pt x="9196" y="988"/>
                    </a:lnTo>
                    <a:cubicBezTo>
                      <a:pt x="9443" y="827"/>
                      <a:pt x="9703" y="654"/>
                      <a:pt x="9949" y="494"/>
                    </a:cubicBezTo>
                    <a:close/>
                    <a:moveTo>
                      <a:pt x="4530" y="6530"/>
                    </a:moveTo>
                    <a:cubicBezTo>
                      <a:pt x="4555" y="6555"/>
                      <a:pt x="4580" y="6580"/>
                      <a:pt x="4592" y="6617"/>
                    </a:cubicBezTo>
                    <a:lnTo>
                      <a:pt x="4617" y="6641"/>
                    </a:lnTo>
                    <a:cubicBezTo>
                      <a:pt x="4679" y="6777"/>
                      <a:pt x="4753" y="6901"/>
                      <a:pt x="4802" y="7036"/>
                    </a:cubicBezTo>
                    <a:lnTo>
                      <a:pt x="4839" y="7110"/>
                    </a:lnTo>
                    <a:cubicBezTo>
                      <a:pt x="4864" y="7160"/>
                      <a:pt x="4888" y="7221"/>
                      <a:pt x="4925" y="7283"/>
                    </a:cubicBezTo>
                    <a:cubicBezTo>
                      <a:pt x="4802" y="7345"/>
                      <a:pt x="4691" y="7419"/>
                      <a:pt x="4580" y="7505"/>
                    </a:cubicBezTo>
                    <a:cubicBezTo>
                      <a:pt x="4555" y="7530"/>
                      <a:pt x="4530" y="7542"/>
                      <a:pt x="4493" y="7567"/>
                    </a:cubicBezTo>
                    <a:cubicBezTo>
                      <a:pt x="4333" y="7691"/>
                      <a:pt x="4160" y="7826"/>
                      <a:pt x="4000" y="7950"/>
                    </a:cubicBezTo>
                    <a:cubicBezTo>
                      <a:pt x="3901" y="8024"/>
                      <a:pt x="3815" y="8098"/>
                      <a:pt x="3728" y="8172"/>
                    </a:cubicBezTo>
                    <a:lnTo>
                      <a:pt x="3580" y="8308"/>
                    </a:lnTo>
                    <a:lnTo>
                      <a:pt x="3518" y="8357"/>
                    </a:lnTo>
                    <a:cubicBezTo>
                      <a:pt x="3457" y="8406"/>
                      <a:pt x="3395" y="8456"/>
                      <a:pt x="3321" y="8505"/>
                    </a:cubicBezTo>
                    <a:cubicBezTo>
                      <a:pt x="3407" y="8382"/>
                      <a:pt x="3481" y="8258"/>
                      <a:pt x="3555" y="8135"/>
                    </a:cubicBezTo>
                    <a:cubicBezTo>
                      <a:pt x="3703" y="7876"/>
                      <a:pt x="3864" y="7629"/>
                      <a:pt x="4000" y="7370"/>
                    </a:cubicBezTo>
                    <a:cubicBezTo>
                      <a:pt x="4049" y="7296"/>
                      <a:pt x="4086" y="7209"/>
                      <a:pt x="4135" y="7123"/>
                    </a:cubicBezTo>
                    <a:cubicBezTo>
                      <a:pt x="4222" y="6925"/>
                      <a:pt x="4333" y="6752"/>
                      <a:pt x="4469" y="6592"/>
                    </a:cubicBezTo>
                    <a:cubicBezTo>
                      <a:pt x="4493" y="6567"/>
                      <a:pt x="4506" y="6543"/>
                      <a:pt x="4530" y="6530"/>
                    </a:cubicBezTo>
                    <a:close/>
                    <a:moveTo>
                      <a:pt x="9912" y="877"/>
                    </a:moveTo>
                    <a:lnTo>
                      <a:pt x="9912" y="877"/>
                    </a:lnTo>
                    <a:cubicBezTo>
                      <a:pt x="9826" y="1087"/>
                      <a:pt x="9752" y="1296"/>
                      <a:pt x="9690" y="1469"/>
                    </a:cubicBezTo>
                    <a:cubicBezTo>
                      <a:pt x="9431" y="2222"/>
                      <a:pt x="9147" y="2963"/>
                      <a:pt x="8876" y="3654"/>
                    </a:cubicBezTo>
                    <a:cubicBezTo>
                      <a:pt x="8567" y="4444"/>
                      <a:pt x="8258" y="5246"/>
                      <a:pt x="7950" y="6049"/>
                    </a:cubicBezTo>
                    <a:cubicBezTo>
                      <a:pt x="7654" y="6802"/>
                      <a:pt x="7357" y="7567"/>
                      <a:pt x="7073" y="8320"/>
                    </a:cubicBezTo>
                    <a:cubicBezTo>
                      <a:pt x="7012" y="8456"/>
                      <a:pt x="6962" y="8604"/>
                      <a:pt x="6913" y="8740"/>
                    </a:cubicBezTo>
                    <a:cubicBezTo>
                      <a:pt x="6839" y="8962"/>
                      <a:pt x="6752" y="9196"/>
                      <a:pt x="6666" y="9406"/>
                    </a:cubicBezTo>
                    <a:cubicBezTo>
                      <a:pt x="6580" y="9258"/>
                      <a:pt x="6506" y="9110"/>
                      <a:pt x="6407" y="8974"/>
                    </a:cubicBezTo>
                    <a:lnTo>
                      <a:pt x="6333" y="8863"/>
                    </a:lnTo>
                    <a:lnTo>
                      <a:pt x="6197" y="8666"/>
                    </a:lnTo>
                    <a:cubicBezTo>
                      <a:pt x="6073" y="8468"/>
                      <a:pt x="5938" y="8258"/>
                      <a:pt x="5814" y="8061"/>
                    </a:cubicBezTo>
                    <a:cubicBezTo>
                      <a:pt x="5580" y="7715"/>
                      <a:pt x="5345" y="7345"/>
                      <a:pt x="5086" y="6851"/>
                    </a:cubicBezTo>
                    <a:lnTo>
                      <a:pt x="5061" y="6814"/>
                    </a:lnTo>
                    <a:cubicBezTo>
                      <a:pt x="4975" y="6666"/>
                      <a:pt x="4839" y="6407"/>
                      <a:pt x="4654" y="6333"/>
                    </a:cubicBezTo>
                    <a:cubicBezTo>
                      <a:pt x="5197" y="5839"/>
                      <a:pt x="5703" y="5308"/>
                      <a:pt x="6197" y="4790"/>
                    </a:cubicBezTo>
                    <a:cubicBezTo>
                      <a:pt x="6320" y="4654"/>
                      <a:pt x="6444" y="4530"/>
                      <a:pt x="6567" y="4395"/>
                    </a:cubicBezTo>
                    <a:cubicBezTo>
                      <a:pt x="7394" y="3531"/>
                      <a:pt x="8382" y="2494"/>
                      <a:pt x="9345" y="1469"/>
                    </a:cubicBezTo>
                    <a:cubicBezTo>
                      <a:pt x="9419" y="1383"/>
                      <a:pt x="9493" y="1309"/>
                      <a:pt x="9579" y="1222"/>
                    </a:cubicBezTo>
                    <a:cubicBezTo>
                      <a:pt x="9690" y="1111"/>
                      <a:pt x="9801" y="1000"/>
                      <a:pt x="9912" y="877"/>
                    </a:cubicBezTo>
                    <a:close/>
                    <a:moveTo>
                      <a:pt x="10172" y="0"/>
                    </a:moveTo>
                    <a:cubicBezTo>
                      <a:pt x="10085" y="0"/>
                      <a:pt x="10011" y="13"/>
                      <a:pt x="9937" y="25"/>
                    </a:cubicBezTo>
                    <a:cubicBezTo>
                      <a:pt x="9653" y="99"/>
                      <a:pt x="9369" y="185"/>
                      <a:pt x="9098" y="297"/>
                    </a:cubicBezTo>
                    <a:cubicBezTo>
                      <a:pt x="8258" y="605"/>
                      <a:pt x="7444" y="988"/>
                      <a:pt x="6691" y="1346"/>
                    </a:cubicBezTo>
                    <a:cubicBezTo>
                      <a:pt x="5506" y="1914"/>
                      <a:pt x="4271" y="2543"/>
                      <a:pt x="2913" y="3247"/>
                    </a:cubicBezTo>
                    <a:cubicBezTo>
                      <a:pt x="2407" y="3518"/>
                      <a:pt x="1889" y="3777"/>
                      <a:pt x="1370" y="4024"/>
                    </a:cubicBezTo>
                    <a:lnTo>
                      <a:pt x="667" y="4382"/>
                    </a:lnTo>
                    <a:cubicBezTo>
                      <a:pt x="482" y="4469"/>
                      <a:pt x="309" y="4568"/>
                      <a:pt x="161" y="4703"/>
                    </a:cubicBezTo>
                    <a:cubicBezTo>
                      <a:pt x="136" y="4728"/>
                      <a:pt x="111" y="4765"/>
                      <a:pt x="99" y="4802"/>
                    </a:cubicBezTo>
                    <a:cubicBezTo>
                      <a:pt x="50" y="4814"/>
                      <a:pt x="25" y="4851"/>
                      <a:pt x="13" y="4888"/>
                    </a:cubicBezTo>
                    <a:cubicBezTo>
                      <a:pt x="0" y="4938"/>
                      <a:pt x="25" y="4975"/>
                      <a:pt x="62" y="5000"/>
                    </a:cubicBezTo>
                    <a:cubicBezTo>
                      <a:pt x="482" y="5172"/>
                      <a:pt x="914" y="5333"/>
                      <a:pt x="1346" y="5456"/>
                    </a:cubicBezTo>
                    <a:cubicBezTo>
                      <a:pt x="1593" y="5530"/>
                      <a:pt x="1827" y="5617"/>
                      <a:pt x="2074" y="5691"/>
                    </a:cubicBezTo>
                    <a:cubicBezTo>
                      <a:pt x="2160" y="5715"/>
                      <a:pt x="2235" y="5740"/>
                      <a:pt x="2321" y="5765"/>
                    </a:cubicBezTo>
                    <a:lnTo>
                      <a:pt x="2395" y="5790"/>
                    </a:lnTo>
                    <a:lnTo>
                      <a:pt x="2407" y="5802"/>
                    </a:lnTo>
                    <a:cubicBezTo>
                      <a:pt x="2432" y="5814"/>
                      <a:pt x="2444" y="5827"/>
                      <a:pt x="2469" y="5827"/>
                    </a:cubicBezTo>
                    <a:cubicBezTo>
                      <a:pt x="2494" y="6061"/>
                      <a:pt x="2518" y="6283"/>
                      <a:pt x="2543" y="6518"/>
                    </a:cubicBezTo>
                    <a:cubicBezTo>
                      <a:pt x="2617" y="7246"/>
                      <a:pt x="2691" y="7999"/>
                      <a:pt x="2950" y="8690"/>
                    </a:cubicBezTo>
                    <a:lnTo>
                      <a:pt x="2950" y="8703"/>
                    </a:lnTo>
                    <a:cubicBezTo>
                      <a:pt x="2950" y="8740"/>
                      <a:pt x="2963" y="8764"/>
                      <a:pt x="2987" y="8789"/>
                    </a:cubicBezTo>
                    <a:cubicBezTo>
                      <a:pt x="3012" y="8838"/>
                      <a:pt x="3062" y="8876"/>
                      <a:pt x="3111" y="8876"/>
                    </a:cubicBezTo>
                    <a:lnTo>
                      <a:pt x="3148" y="8876"/>
                    </a:lnTo>
                    <a:cubicBezTo>
                      <a:pt x="3457" y="8764"/>
                      <a:pt x="3728" y="8604"/>
                      <a:pt x="3975" y="8382"/>
                    </a:cubicBezTo>
                    <a:cubicBezTo>
                      <a:pt x="4012" y="8345"/>
                      <a:pt x="4061" y="8308"/>
                      <a:pt x="4111" y="8271"/>
                    </a:cubicBezTo>
                    <a:cubicBezTo>
                      <a:pt x="4222" y="8184"/>
                      <a:pt x="4333" y="8098"/>
                      <a:pt x="4444" y="8024"/>
                    </a:cubicBezTo>
                    <a:lnTo>
                      <a:pt x="4617" y="7900"/>
                    </a:lnTo>
                    <a:lnTo>
                      <a:pt x="4765" y="7789"/>
                    </a:lnTo>
                    <a:cubicBezTo>
                      <a:pt x="4864" y="7728"/>
                      <a:pt x="4963" y="7653"/>
                      <a:pt x="5049" y="7579"/>
                    </a:cubicBezTo>
                    <a:cubicBezTo>
                      <a:pt x="5160" y="7777"/>
                      <a:pt x="5296" y="7999"/>
                      <a:pt x="5444" y="8258"/>
                    </a:cubicBezTo>
                    <a:cubicBezTo>
                      <a:pt x="5617" y="8530"/>
                      <a:pt x="5790" y="8814"/>
                      <a:pt x="5950" y="9061"/>
                    </a:cubicBezTo>
                    <a:cubicBezTo>
                      <a:pt x="6012" y="9147"/>
                      <a:pt x="6061" y="9246"/>
                      <a:pt x="6123" y="9345"/>
                    </a:cubicBezTo>
                    <a:cubicBezTo>
                      <a:pt x="6222" y="9530"/>
                      <a:pt x="6345" y="9703"/>
                      <a:pt x="6468" y="9875"/>
                    </a:cubicBezTo>
                    <a:cubicBezTo>
                      <a:pt x="6493" y="9900"/>
                      <a:pt x="6543" y="9925"/>
                      <a:pt x="6580" y="9925"/>
                    </a:cubicBezTo>
                    <a:cubicBezTo>
                      <a:pt x="6629" y="9925"/>
                      <a:pt x="6666" y="9900"/>
                      <a:pt x="6703" y="9875"/>
                    </a:cubicBezTo>
                    <a:cubicBezTo>
                      <a:pt x="6728" y="9838"/>
                      <a:pt x="6752" y="9789"/>
                      <a:pt x="6752" y="9740"/>
                    </a:cubicBezTo>
                    <a:cubicBezTo>
                      <a:pt x="6925" y="9431"/>
                      <a:pt x="7073" y="9110"/>
                      <a:pt x="7209" y="8801"/>
                    </a:cubicBezTo>
                    <a:lnTo>
                      <a:pt x="7258" y="8703"/>
                    </a:lnTo>
                    <a:cubicBezTo>
                      <a:pt x="7555" y="8024"/>
                      <a:pt x="7851" y="7333"/>
                      <a:pt x="8123" y="6666"/>
                    </a:cubicBezTo>
                    <a:lnTo>
                      <a:pt x="8147" y="6592"/>
                    </a:lnTo>
                    <a:cubicBezTo>
                      <a:pt x="8740" y="5185"/>
                      <a:pt x="9406" y="3518"/>
                      <a:pt x="10024" y="1827"/>
                    </a:cubicBezTo>
                    <a:cubicBezTo>
                      <a:pt x="10135" y="1519"/>
                      <a:pt x="10258" y="1210"/>
                      <a:pt x="10357" y="877"/>
                    </a:cubicBezTo>
                    <a:lnTo>
                      <a:pt x="10369" y="827"/>
                    </a:lnTo>
                    <a:cubicBezTo>
                      <a:pt x="10443" y="654"/>
                      <a:pt x="10480" y="469"/>
                      <a:pt x="10468" y="284"/>
                    </a:cubicBezTo>
                    <a:cubicBezTo>
                      <a:pt x="10505" y="222"/>
                      <a:pt x="10493" y="148"/>
                      <a:pt x="10443" y="111"/>
                    </a:cubicBezTo>
                    <a:cubicBezTo>
                      <a:pt x="10369" y="37"/>
                      <a:pt x="10270" y="0"/>
                      <a:pt x="101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77" name="Google Shape;9177;p395"/>
            <p:cNvSpPr/>
            <p:nvPr/>
          </p:nvSpPr>
          <p:spPr>
            <a:xfrm>
              <a:off x="6562292" y="4354432"/>
              <a:ext cx="1368335" cy="942004"/>
            </a:xfrm>
            <a:custGeom>
              <a:rect b="b" l="l" r="r" t="t"/>
              <a:pathLst>
                <a:path extrusionOk="0" h="11703" w="16999">
                  <a:moveTo>
                    <a:pt x="16961" y="211"/>
                  </a:moveTo>
                  <a:cubicBezTo>
                    <a:pt x="16998" y="87"/>
                    <a:pt x="16850" y="1"/>
                    <a:pt x="16764" y="100"/>
                  </a:cubicBezTo>
                  <a:cubicBezTo>
                    <a:pt x="16752" y="112"/>
                    <a:pt x="16752" y="124"/>
                    <a:pt x="16739" y="137"/>
                  </a:cubicBezTo>
                  <a:lnTo>
                    <a:pt x="16727" y="186"/>
                  </a:lnTo>
                  <a:lnTo>
                    <a:pt x="16715" y="235"/>
                  </a:lnTo>
                  <a:lnTo>
                    <a:pt x="16690" y="285"/>
                  </a:lnTo>
                  <a:lnTo>
                    <a:pt x="16665" y="346"/>
                  </a:lnTo>
                  <a:cubicBezTo>
                    <a:pt x="16616" y="495"/>
                    <a:pt x="16826" y="569"/>
                    <a:pt x="16887" y="433"/>
                  </a:cubicBezTo>
                  <a:lnTo>
                    <a:pt x="16912" y="359"/>
                  </a:lnTo>
                  <a:lnTo>
                    <a:pt x="16924" y="309"/>
                  </a:lnTo>
                  <a:lnTo>
                    <a:pt x="16949" y="260"/>
                  </a:lnTo>
                  <a:close/>
                  <a:moveTo>
                    <a:pt x="260" y="10197"/>
                  </a:moveTo>
                  <a:cubicBezTo>
                    <a:pt x="137" y="10110"/>
                    <a:pt x="1" y="10283"/>
                    <a:pt x="112" y="10382"/>
                  </a:cubicBezTo>
                  <a:lnTo>
                    <a:pt x="186" y="10444"/>
                  </a:lnTo>
                  <a:lnTo>
                    <a:pt x="248" y="10481"/>
                  </a:lnTo>
                  <a:lnTo>
                    <a:pt x="309" y="10530"/>
                  </a:lnTo>
                  <a:cubicBezTo>
                    <a:pt x="433" y="10617"/>
                    <a:pt x="569" y="10431"/>
                    <a:pt x="445" y="10345"/>
                  </a:cubicBezTo>
                  <a:lnTo>
                    <a:pt x="384" y="10296"/>
                  </a:lnTo>
                  <a:lnTo>
                    <a:pt x="334" y="10259"/>
                  </a:lnTo>
                  <a:close/>
                  <a:moveTo>
                    <a:pt x="1013" y="10728"/>
                  </a:moveTo>
                  <a:cubicBezTo>
                    <a:pt x="890" y="10617"/>
                    <a:pt x="741" y="10789"/>
                    <a:pt x="853" y="10900"/>
                  </a:cubicBezTo>
                  <a:cubicBezTo>
                    <a:pt x="865" y="10900"/>
                    <a:pt x="877" y="10913"/>
                    <a:pt x="890" y="10925"/>
                  </a:cubicBezTo>
                  <a:lnTo>
                    <a:pt x="951" y="10962"/>
                  </a:lnTo>
                  <a:lnTo>
                    <a:pt x="1013" y="10999"/>
                  </a:lnTo>
                  <a:lnTo>
                    <a:pt x="1087" y="11036"/>
                  </a:lnTo>
                  <a:cubicBezTo>
                    <a:pt x="1211" y="11135"/>
                    <a:pt x="1359" y="10962"/>
                    <a:pt x="1248" y="10863"/>
                  </a:cubicBezTo>
                  <a:cubicBezTo>
                    <a:pt x="1235" y="10851"/>
                    <a:pt x="1223" y="10839"/>
                    <a:pt x="1211" y="10839"/>
                  </a:cubicBezTo>
                  <a:lnTo>
                    <a:pt x="1136" y="10802"/>
                  </a:lnTo>
                  <a:lnTo>
                    <a:pt x="1075" y="10765"/>
                  </a:lnTo>
                  <a:close/>
                  <a:moveTo>
                    <a:pt x="1828" y="11123"/>
                  </a:moveTo>
                  <a:cubicBezTo>
                    <a:pt x="1680" y="11073"/>
                    <a:pt x="1593" y="11283"/>
                    <a:pt x="1741" y="11345"/>
                  </a:cubicBezTo>
                  <a:lnTo>
                    <a:pt x="1791" y="11370"/>
                  </a:lnTo>
                  <a:lnTo>
                    <a:pt x="1852" y="11382"/>
                  </a:lnTo>
                  <a:lnTo>
                    <a:pt x="1914" y="11407"/>
                  </a:lnTo>
                  <a:lnTo>
                    <a:pt x="1964" y="11431"/>
                  </a:lnTo>
                  <a:cubicBezTo>
                    <a:pt x="2001" y="11444"/>
                    <a:pt x="2050" y="11431"/>
                    <a:pt x="2075" y="11394"/>
                  </a:cubicBezTo>
                  <a:cubicBezTo>
                    <a:pt x="2136" y="11345"/>
                    <a:pt x="2124" y="11234"/>
                    <a:pt x="2038" y="11209"/>
                  </a:cubicBezTo>
                  <a:lnTo>
                    <a:pt x="1988" y="11184"/>
                  </a:lnTo>
                  <a:lnTo>
                    <a:pt x="1927" y="11172"/>
                  </a:lnTo>
                  <a:lnTo>
                    <a:pt x="1877" y="11147"/>
                  </a:lnTo>
                  <a:close/>
                  <a:moveTo>
                    <a:pt x="2692" y="11382"/>
                  </a:moveTo>
                  <a:cubicBezTo>
                    <a:pt x="2568" y="11370"/>
                    <a:pt x="2507" y="11518"/>
                    <a:pt x="2605" y="11592"/>
                  </a:cubicBezTo>
                  <a:cubicBezTo>
                    <a:pt x="2618" y="11604"/>
                    <a:pt x="2630" y="11616"/>
                    <a:pt x="2642" y="11616"/>
                  </a:cubicBezTo>
                  <a:lnTo>
                    <a:pt x="2717" y="11629"/>
                  </a:lnTo>
                  <a:lnTo>
                    <a:pt x="2778" y="11641"/>
                  </a:lnTo>
                  <a:lnTo>
                    <a:pt x="2840" y="11653"/>
                  </a:lnTo>
                  <a:lnTo>
                    <a:pt x="2877" y="11653"/>
                  </a:lnTo>
                  <a:cubicBezTo>
                    <a:pt x="3013" y="11666"/>
                    <a:pt x="3062" y="11481"/>
                    <a:pt x="2939" y="11431"/>
                  </a:cubicBezTo>
                  <a:lnTo>
                    <a:pt x="2914" y="11431"/>
                  </a:lnTo>
                  <a:lnTo>
                    <a:pt x="2865" y="11431"/>
                  </a:lnTo>
                  <a:lnTo>
                    <a:pt x="2815" y="11419"/>
                  </a:lnTo>
                  <a:lnTo>
                    <a:pt x="2766" y="11407"/>
                  </a:lnTo>
                  <a:lnTo>
                    <a:pt x="2692" y="11394"/>
                  </a:lnTo>
                  <a:close/>
                  <a:moveTo>
                    <a:pt x="3593" y="11468"/>
                  </a:moveTo>
                  <a:cubicBezTo>
                    <a:pt x="3457" y="11481"/>
                    <a:pt x="3432" y="11653"/>
                    <a:pt x="3556" y="11690"/>
                  </a:cubicBezTo>
                  <a:cubicBezTo>
                    <a:pt x="3568" y="11703"/>
                    <a:pt x="3581" y="11703"/>
                    <a:pt x="3593" y="11690"/>
                  </a:cubicBezTo>
                  <a:lnTo>
                    <a:pt x="3679" y="11690"/>
                  </a:lnTo>
                  <a:lnTo>
                    <a:pt x="3741" y="11690"/>
                  </a:lnTo>
                  <a:lnTo>
                    <a:pt x="3790" y="11690"/>
                  </a:lnTo>
                  <a:lnTo>
                    <a:pt x="3827" y="11690"/>
                  </a:lnTo>
                  <a:cubicBezTo>
                    <a:pt x="3963" y="11690"/>
                    <a:pt x="3988" y="11518"/>
                    <a:pt x="3865" y="11468"/>
                  </a:cubicBezTo>
                  <a:cubicBezTo>
                    <a:pt x="3852" y="11468"/>
                    <a:pt x="3840" y="11468"/>
                    <a:pt x="3815" y="11468"/>
                  </a:cubicBezTo>
                  <a:lnTo>
                    <a:pt x="3778" y="11468"/>
                  </a:lnTo>
                  <a:lnTo>
                    <a:pt x="3729" y="11468"/>
                  </a:lnTo>
                  <a:lnTo>
                    <a:pt x="3593" y="11468"/>
                  </a:lnTo>
                  <a:close/>
                  <a:moveTo>
                    <a:pt x="4482" y="11357"/>
                  </a:moveTo>
                  <a:cubicBezTo>
                    <a:pt x="4371" y="11394"/>
                    <a:pt x="4371" y="11567"/>
                    <a:pt x="4482" y="11592"/>
                  </a:cubicBezTo>
                  <a:cubicBezTo>
                    <a:pt x="4506" y="11592"/>
                    <a:pt x="4519" y="11592"/>
                    <a:pt x="4531" y="11592"/>
                  </a:cubicBezTo>
                  <a:lnTo>
                    <a:pt x="4593" y="11579"/>
                  </a:lnTo>
                  <a:lnTo>
                    <a:pt x="4642" y="11567"/>
                  </a:lnTo>
                  <a:lnTo>
                    <a:pt x="4704" y="11555"/>
                  </a:lnTo>
                  <a:lnTo>
                    <a:pt x="4766" y="11530"/>
                  </a:lnTo>
                  <a:cubicBezTo>
                    <a:pt x="4864" y="11505"/>
                    <a:pt x="4877" y="11370"/>
                    <a:pt x="4790" y="11320"/>
                  </a:cubicBezTo>
                  <a:cubicBezTo>
                    <a:pt x="4766" y="11308"/>
                    <a:pt x="4729" y="11295"/>
                    <a:pt x="4704" y="11308"/>
                  </a:cubicBezTo>
                  <a:lnTo>
                    <a:pt x="4642" y="11320"/>
                  </a:lnTo>
                  <a:lnTo>
                    <a:pt x="4593" y="11333"/>
                  </a:lnTo>
                  <a:lnTo>
                    <a:pt x="4543" y="11345"/>
                  </a:lnTo>
                  <a:lnTo>
                    <a:pt x="4482" y="11370"/>
                  </a:lnTo>
                  <a:close/>
                  <a:moveTo>
                    <a:pt x="5346" y="11073"/>
                  </a:moveTo>
                  <a:cubicBezTo>
                    <a:pt x="5222" y="11123"/>
                    <a:pt x="5272" y="11308"/>
                    <a:pt x="5395" y="11295"/>
                  </a:cubicBezTo>
                  <a:cubicBezTo>
                    <a:pt x="5408" y="11295"/>
                    <a:pt x="5432" y="11295"/>
                    <a:pt x="5445" y="11283"/>
                  </a:cubicBezTo>
                  <a:lnTo>
                    <a:pt x="5469" y="11271"/>
                  </a:lnTo>
                  <a:lnTo>
                    <a:pt x="5519" y="11258"/>
                  </a:lnTo>
                  <a:lnTo>
                    <a:pt x="5568" y="11234"/>
                  </a:lnTo>
                  <a:lnTo>
                    <a:pt x="5617" y="11209"/>
                  </a:lnTo>
                  <a:lnTo>
                    <a:pt x="5654" y="11184"/>
                  </a:lnTo>
                  <a:cubicBezTo>
                    <a:pt x="5741" y="11147"/>
                    <a:pt x="5741" y="11012"/>
                    <a:pt x="5642" y="10975"/>
                  </a:cubicBezTo>
                  <a:cubicBezTo>
                    <a:pt x="5617" y="10962"/>
                    <a:pt x="5580" y="10962"/>
                    <a:pt x="5556" y="10975"/>
                  </a:cubicBezTo>
                  <a:lnTo>
                    <a:pt x="5469" y="11012"/>
                  </a:lnTo>
                  <a:lnTo>
                    <a:pt x="5420" y="11036"/>
                  </a:lnTo>
                  <a:lnTo>
                    <a:pt x="5346" y="11073"/>
                  </a:lnTo>
                  <a:close/>
                  <a:moveTo>
                    <a:pt x="6136" y="10641"/>
                  </a:moveTo>
                  <a:cubicBezTo>
                    <a:pt x="6099" y="10666"/>
                    <a:pt x="6086" y="10703"/>
                    <a:pt x="6086" y="10752"/>
                  </a:cubicBezTo>
                  <a:cubicBezTo>
                    <a:pt x="6111" y="10839"/>
                    <a:pt x="6198" y="10876"/>
                    <a:pt x="6272" y="10839"/>
                  </a:cubicBezTo>
                  <a:lnTo>
                    <a:pt x="6333" y="10789"/>
                  </a:lnTo>
                  <a:lnTo>
                    <a:pt x="6370" y="10765"/>
                  </a:lnTo>
                  <a:lnTo>
                    <a:pt x="6420" y="10728"/>
                  </a:lnTo>
                  <a:lnTo>
                    <a:pt x="6469" y="10703"/>
                  </a:lnTo>
                  <a:cubicBezTo>
                    <a:pt x="6580" y="10617"/>
                    <a:pt x="6481" y="10444"/>
                    <a:pt x="6358" y="10493"/>
                  </a:cubicBezTo>
                  <a:lnTo>
                    <a:pt x="6333" y="10505"/>
                  </a:lnTo>
                  <a:lnTo>
                    <a:pt x="6247" y="10567"/>
                  </a:lnTo>
                  <a:cubicBezTo>
                    <a:pt x="6210" y="10592"/>
                    <a:pt x="6173" y="10617"/>
                    <a:pt x="6136" y="10641"/>
                  </a:cubicBezTo>
                  <a:close/>
                  <a:moveTo>
                    <a:pt x="6864" y="10086"/>
                  </a:moveTo>
                  <a:cubicBezTo>
                    <a:pt x="6753" y="10160"/>
                    <a:pt x="6864" y="10333"/>
                    <a:pt x="6988" y="10271"/>
                  </a:cubicBezTo>
                  <a:cubicBezTo>
                    <a:pt x="7000" y="10271"/>
                    <a:pt x="7000" y="10259"/>
                    <a:pt x="7012" y="10259"/>
                  </a:cubicBezTo>
                  <a:lnTo>
                    <a:pt x="7185" y="10098"/>
                  </a:lnTo>
                  <a:cubicBezTo>
                    <a:pt x="7222" y="10061"/>
                    <a:pt x="7234" y="10012"/>
                    <a:pt x="7210" y="9962"/>
                  </a:cubicBezTo>
                  <a:cubicBezTo>
                    <a:pt x="7173" y="9888"/>
                    <a:pt x="7086" y="9876"/>
                    <a:pt x="7025" y="9925"/>
                  </a:cubicBezTo>
                  <a:cubicBezTo>
                    <a:pt x="6975" y="9987"/>
                    <a:pt x="6913" y="10036"/>
                    <a:pt x="6864" y="10086"/>
                  </a:cubicBezTo>
                  <a:close/>
                  <a:moveTo>
                    <a:pt x="7494" y="9432"/>
                  </a:moveTo>
                  <a:cubicBezTo>
                    <a:pt x="7395" y="9543"/>
                    <a:pt x="7568" y="9703"/>
                    <a:pt x="7679" y="9580"/>
                  </a:cubicBezTo>
                  <a:lnTo>
                    <a:pt x="7827" y="9407"/>
                  </a:lnTo>
                  <a:cubicBezTo>
                    <a:pt x="7926" y="9296"/>
                    <a:pt x="7790" y="9148"/>
                    <a:pt x="7679" y="9222"/>
                  </a:cubicBezTo>
                  <a:cubicBezTo>
                    <a:pt x="7666" y="9234"/>
                    <a:pt x="7654" y="9246"/>
                    <a:pt x="7642" y="9259"/>
                  </a:cubicBezTo>
                  <a:cubicBezTo>
                    <a:pt x="7592" y="9320"/>
                    <a:pt x="7543" y="9370"/>
                    <a:pt x="7494" y="9432"/>
                  </a:cubicBezTo>
                  <a:close/>
                  <a:moveTo>
                    <a:pt x="8049" y="8703"/>
                  </a:moveTo>
                  <a:cubicBezTo>
                    <a:pt x="7963" y="8827"/>
                    <a:pt x="8160" y="8975"/>
                    <a:pt x="8247" y="8827"/>
                  </a:cubicBezTo>
                  <a:cubicBezTo>
                    <a:pt x="8296" y="8765"/>
                    <a:pt x="8333" y="8703"/>
                    <a:pt x="8382" y="8629"/>
                  </a:cubicBezTo>
                  <a:cubicBezTo>
                    <a:pt x="8456" y="8518"/>
                    <a:pt x="8308" y="8382"/>
                    <a:pt x="8210" y="8481"/>
                  </a:cubicBezTo>
                  <a:cubicBezTo>
                    <a:pt x="8197" y="8493"/>
                    <a:pt x="8185" y="8493"/>
                    <a:pt x="8185" y="8506"/>
                  </a:cubicBezTo>
                  <a:cubicBezTo>
                    <a:pt x="8136" y="8567"/>
                    <a:pt x="8098" y="8642"/>
                    <a:pt x="8061" y="8703"/>
                  </a:cubicBezTo>
                  <a:close/>
                  <a:moveTo>
                    <a:pt x="8518" y="7913"/>
                  </a:moveTo>
                  <a:cubicBezTo>
                    <a:pt x="8493" y="7963"/>
                    <a:pt x="8506" y="8024"/>
                    <a:pt x="8543" y="8061"/>
                  </a:cubicBezTo>
                  <a:cubicBezTo>
                    <a:pt x="8605" y="8111"/>
                    <a:pt x="8691" y="8086"/>
                    <a:pt x="8728" y="8024"/>
                  </a:cubicBezTo>
                  <a:cubicBezTo>
                    <a:pt x="8765" y="7950"/>
                    <a:pt x="8802" y="7889"/>
                    <a:pt x="8827" y="7814"/>
                  </a:cubicBezTo>
                  <a:cubicBezTo>
                    <a:pt x="8888" y="7703"/>
                    <a:pt x="8740" y="7592"/>
                    <a:pt x="8654" y="7679"/>
                  </a:cubicBezTo>
                  <a:cubicBezTo>
                    <a:pt x="8642" y="7691"/>
                    <a:pt x="8629" y="7703"/>
                    <a:pt x="8629" y="7716"/>
                  </a:cubicBezTo>
                  <a:cubicBezTo>
                    <a:pt x="8592" y="7777"/>
                    <a:pt x="8555" y="7852"/>
                    <a:pt x="8518" y="7913"/>
                  </a:cubicBezTo>
                  <a:close/>
                  <a:moveTo>
                    <a:pt x="8901" y="7086"/>
                  </a:moveTo>
                  <a:cubicBezTo>
                    <a:pt x="8851" y="7197"/>
                    <a:pt x="9000" y="7296"/>
                    <a:pt x="9098" y="7210"/>
                  </a:cubicBezTo>
                  <a:cubicBezTo>
                    <a:pt x="9111" y="7197"/>
                    <a:pt x="9111" y="7185"/>
                    <a:pt x="9123" y="7173"/>
                  </a:cubicBezTo>
                  <a:cubicBezTo>
                    <a:pt x="9148" y="7099"/>
                    <a:pt x="9172" y="7024"/>
                    <a:pt x="9197" y="6950"/>
                  </a:cubicBezTo>
                  <a:cubicBezTo>
                    <a:pt x="9246" y="6827"/>
                    <a:pt x="9086" y="6728"/>
                    <a:pt x="9012" y="6839"/>
                  </a:cubicBezTo>
                  <a:cubicBezTo>
                    <a:pt x="9000" y="6839"/>
                    <a:pt x="8987" y="6852"/>
                    <a:pt x="8987" y="6876"/>
                  </a:cubicBezTo>
                  <a:cubicBezTo>
                    <a:pt x="8963" y="6938"/>
                    <a:pt x="8926" y="7012"/>
                    <a:pt x="8901" y="7086"/>
                  </a:cubicBezTo>
                  <a:close/>
                  <a:moveTo>
                    <a:pt x="9197" y="6222"/>
                  </a:moveTo>
                  <a:cubicBezTo>
                    <a:pt x="9160" y="6370"/>
                    <a:pt x="9382" y="6432"/>
                    <a:pt x="9419" y="6284"/>
                  </a:cubicBezTo>
                  <a:cubicBezTo>
                    <a:pt x="9444" y="6197"/>
                    <a:pt x="9456" y="6123"/>
                    <a:pt x="9481" y="6049"/>
                  </a:cubicBezTo>
                  <a:cubicBezTo>
                    <a:pt x="9506" y="5951"/>
                    <a:pt x="9395" y="5864"/>
                    <a:pt x="9308" y="5926"/>
                  </a:cubicBezTo>
                  <a:cubicBezTo>
                    <a:pt x="9284" y="5938"/>
                    <a:pt x="9259" y="5963"/>
                    <a:pt x="9246" y="6000"/>
                  </a:cubicBezTo>
                  <a:cubicBezTo>
                    <a:pt x="9234" y="6074"/>
                    <a:pt x="9209" y="6148"/>
                    <a:pt x="9197" y="6222"/>
                  </a:cubicBezTo>
                  <a:close/>
                  <a:moveTo>
                    <a:pt x="9382" y="5321"/>
                  </a:moveTo>
                  <a:cubicBezTo>
                    <a:pt x="9358" y="5444"/>
                    <a:pt x="9530" y="5506"/>
                    <a:pt x="9592" y="5407"/>
                  </a:cubicBezTo>
                  <a:cubicBezTo>
                    <a:pt x="9604" y="5395"/>
                    <a:pt x="9617" y="5370"/>
                    <a:pt x="9617" y="5358"/>
                  </a:cubicBezTo>
                  <a:cubicBezTo>
                    <a:pt x="9629" y="5284"/>
                    <a:pt x="9629" y="5198"/>
                    <a:pt x="9641" y="5124"/>
                  </a:cubicBezTo>
                  <a:cubicBezTo>
                    <a:pt x="9641" y="5099"/>
                    <a:pt x="9641" y="5087"/>
                    <a:pt x="9641" y="5062"/>
                  </a:cubicBezTo>
                  <a:cubicBezTo>
                    <a:pt x="9666" y="5000"/>
                    <a:pt x="9629" y="4938"/>
                    <a:pt x="9567" y="4926"/>
                  </a:cubicBezTo>
                  <a:cubicBezTo>
                    <a:pt x="9555" y="4914"/>
                    <a:pt x="9543" y="4914"/>
                    <a:pt x="9530" y="4926"/>
                  </a:cubicBezTo>
                  <a:cubicBezTo>
                    <a:pt x="9456" y="4926"/>
                    <a:pt x="9370" y="4926"/>
                    <a:pt x="9296" y="4926"/>
                  </a:cubicBezTo>
                  <a:cubicBezTo>
                    <a:pt x="9172" y="4926"/>
                    <a:pt x="9135" y="5111"/>
                    <a:pt x="9259" y="5148"/>
                  </a:cubicBezTo>
                  <a:cubicBezTo>
                    <a:pt x="9271" y="5161"/>
                    <a:pt x="9284" y="5161"/>
                    <a:pt x="9308" y="5161"/>
                  </a:cubicBezTo>
                  <a:lnTo>
                    <a:pt x="9419" y="5161"/>
                  </a:lnTo>
                  <a:cubicBezTo>
                    <a:pt x="9419" y="5222"/>
                    <a:pt x="9395" y="5272"/>
                    <a:pt x="9395" y="5333"/>
                  </a:cubicBezTo>
                  <a:close/>
                  <a:moveTo>
                    <a:pt x="9456" y="4420"/>
                  </a:moveTo>
                  <a:cubicBezTo>
                    <a:pt x="9469" y="4556"/>
                    <a:pt x="9666" y="4556"/>
                    <a:pt x="9679" y="4420"/>
                  </a:cubicBezTo>
                  <a:lnTo>
                    <a:pt x="9679" y="4358"/>
                  </a:lnTo>
                  <a:lnTo>
                    <a:pt x="9679" y="4173"/>
                  </a:lnTo>
                  <a:cubicBezTo>
                    <a:pt x="9679" y="4050"/>
                    <a:pt x="9506" y="4025"/>
                    <a:pt x="9456" y="4136"/>
                  </a:cubicBezTo>
                  <a:cubicBezTo>
                    <a:pt x="9456" y="4161"/>
                    <a:pt x="9456" y="4173"/>
                    <a:pt x="9456" y="4185"/>
                  </a:cubicBezTo>
                  <a:lnTo>
                    <a:pt x="9456" y="4420"/>
                  </a:lnTo>
                  <a:close/>
                  <a:moveTo>
                    <a:pt x="9395" y="3506"/>
                  </a:moveTo>
                  <a:cubicBezTo>
                    <a:pt x="9407" y="3642"/>
                    <a:pt x="9604" y="3642"/>
                    <a:pt x="9617" y="3506"/>
                  </a:cubicBezTo>
                  <a:lnTo>
                    <a:pt x="9617" y="3482"/>
                  </a:lnTo>
                  <a:cubicBezTo>
                    <a:pt x="9604" y="3395"/>
                    <a:pt x="9592" y="3321"/>
                    <a:pt x="9580" y="3235"/>
                  </a:cubicBezTo>
                  <a:cubicBezTo>
                    <a:pt x="9555" y="3111"/>
                    <a:pt x="9370" y="3111"/>
                    <a:pt x="9358" y="3235"/>
                  </a:cubicBezTo>
                  <a:cubicBezTo>
                    <a:pt x="9345" y="3260"/>
                    <a:pt x="9345" y="3272"/>
                    <a:pt x="9358" y="3284"/>
                  </a:cubicBezTo>
                  <a:cubicBezTo>
                    <a:pt x="9370" y="3358"/>
                    <a:pt x="9382" y="3432"/>
                    <a:pt x="9395" y="3506"/>
                  </a:cubicBezTo>
                  <a:close/>
                  <a:moveTo>
                    <a:pt x="9111" y="2692"/>
                  </a:moveTo>
                  <a:cubicBezTo>
                    <a:pt x="9197" y="2791"/>
                    <a:pt x="9358" y="2716"/>
                    <a:pt x="9321" y="2593"/>
                  </a:cubicBezTo>
                  <a:cubicBezTo>
                    <a:pt x="9308" y="2568"/>
                    <a:pt x="9308" y="2556"/>
                    <a:pt x="9296" y="2544"/>
                  </a:cubicBezTo>
                  <a:cubicBezTo>
                    <a:pt x="9234" y="2482"/>
                    <a:pt x="9172" y="2420"/>
                    <a:pt x="9098" y="2371"/>
                  </a:cubicBezTo>
                  <a:cubicBezTo>
                    <a:pt x="8987" y="2297"/>
                    <a:pt x="8851" y="2433"/>
                    <a:pt x="8938" y="2544"/>
                  </a:cubicBezTo>
                  <a:cubicBezTo>
                    <a:pt x="8950" y="2544"/>
                    <a:pt x="8963" y="2556"/>
                    <a:pt x="8975" y="2568"/>
                  </a:cubicBezTo>
                  <a:cubicBezTo>
                    <a:pt x="9024" y="2593"/>
                    <a:pt x="9074" y="2642"/>
                    <a:pt x="9111" y="2692"/>
                  </a:cubicBezTo>
                  <a:close/>
                  <a:moveTo>
                    <a:pt x="8395" y="2544"/>
                  </a:moveTo>
                  <a:cubicBezTo>
                    <a:pt x="8531" y="2507"/>
                    <a:pt x="8493" y="2309"/>
                    <a:pt x="8358" y="2321"/>
                  </a:cubicBezTo>
                  <a:cubicBezTo>
                    <a:pt x="8345" y="2321"/>
                    <a:pt x="8333" y="2321"/>
                    <a:pt x="8321" y="2321"/>
                  </a:cubicBezTo>
                  <a:cubicBezTo>
                    <a:pt x="8247" y="2346"/>
                    <a:pt x="8173" y="2383"/>
                    <a:pt x="8098" y="2420"/>
                  </a:cubicBezTo>
                  <a:cubicBezTo>
                    <a:pt x="8074" y="2433"/>
                    <a:pt x="8049" y="2445"/>
                    <a:pt x="8037" y="2470"/>
                  </a:cubicBezTo>
                  <a:cubicBezTo>
                    <a:pt x="8000" y="2568"/>
                    <a:pt x="8098" y="2679"/>
                    <a:pt x="8197" y="2630"/>
                  </a:cubicBezTo>
                  <a:cubicBezTo>
                    <a:pt x="8259" y="2593"/>
                    <a:pt x="8333" y="2568"/>
                    <a:pt x="8395" y="2544"/>
                  </a:cubicBezTo>
                  <a:close/>
                  <a:moveTo>
                    <a:pt x="7642" y="3000"/>
                  </a:moveTo>
                  <a:cubicBezTo>
                    <a:pt x="7666" y="2976"/>
                    <a:pt x="7679" y="2951"/>
                    <a:pt x="7679" y="2926"/>
                  </a:cubicBezTo>
                  <a:cubicBezTo>
                    <a:pt x="7691" y="2815"/>
                    <a:pt x="7568" y="2754"/>
                    <a:pt x="7494" y="2815"/>
                  </a:cubicBezTo>
                  <a:cubicBezTo>
                    <a:pt x="7420" y="2877"/>
                    <a:pt x="7370" y="2926"/>
                    <a:pt x="7308" y="3000"/>
                  </a:cubicBezTo>
                  <a:cubicBezTo>
                    <a:pt x="7284" y="3037"/>
                    <a:pt x="7271" y="3087"/>
                    <a:pt x="7296" y="3136"/>
                  </a:cubicBezTo>
                  <a:cubicBezTo>
                    <a:pt x="7346" y="3198"/>
                    <a:pt x="7432" y="3210"/>
                    <a:pt x="7481" y="3149"/>
                  </a:cubicBezTo>
                  <a:cubicBezTo>
                    <a:pt x="7531" y="3087"/>
                    <a:pt x="7580" y="3037"/>
                    <a:pt x="7642" y="2988"/>
                  </a:cubicBezTo>
                  <a:close/>
                  <a:moveTo>
                    <a:pt x="7259" y="3692"/>
                  </a:moveTo>
                  <a:cubicBezTo>
                    <a:pt x="7259" y="3655"/>
                    <a:pt x="7234" y="3605"/>
                    <a:pt x="7185" y="3593"/>
                  </a:cubicBezTo>
                  <a:cubicBezTo>
                    <a:pt x="7111" y="3568"/>
                    <a:pt x="7025" y="3630"/>
                    <a:pt x="7037" y="3704"/>
                  </a:cubicBezTo>
                  <a:cubicBezTo>
                    <a:pt x="7037" y="3790"/>
                    <a:pt x="7049" y="3877"/>
                    <a:pt x="7086" y="3963"/>
                  </a:cubicBezTo>
                  <a:cubicBezTo>
                    <a:pt x="7123" y="4099"/>
                    <a:pt x="7321" y="4050"/>
                    <a:pt x="7308" y="3914"/>
                  </a:cubicBezTo>
                  <a:cubicBezTo>
                    <a:pt x="7308" y="3914"/>
                    <a:pt x="7308" y="3901"/>
                    <a:pt x="7308" y="3889"/>
                  </a:cubicBezTo>
                  <a:cubicBezTo>
                    <a:pt x="7284" y="3827"/>
                    <a:pt x="7271" y="3766"/>
                    <a:pt x="7271" y="3692"/>
                  </a:cubicBezTo>
                  <a:close/>
                  <a:moveTo>
                    <a:pt x="7666" y="4408"/>
                  </a:moveTo>
                  <a:cubicBezTo>
                    <a:pt x="7568" y="4321"/>
                    <a:pt x="7420" y="4432"/>
                    <a:pt x="7481" y="4556"/>
                  </a:cubicBezTo>
                  <a:cubicBezTo>
                    <a:pt x="7481" y="4556"/>
                    <a:pt x="7494" y="4568"/>
                    <a:pt x="7506" y="4580"/>
                  </a:cubicBezTo>
                  <a:cubicBezTo>
                    <a:pt x="7555" y="4642"/>
                    <a:pt x="7617" y="4691"/>
                    <a:pt x="7679" y="4741"/>
                  </a:cubicBezTo>
                  <a:cubicBezTo>
                    <a:pt x="7802" y="4840"/>
                    <a:pt x="7950" y="4667"/>
                    <a:pt x="7839" y="4568"/>
                  </a:cubicBezTo>
                  <a:cubicBezTo>
                    <a:pt x="7778" y="4519"/>
                    <a:pt x="7728" y="4469"/>
                    <a:pt x="7666" y="4408"/>
                  </a:cubicBezTo>
                  <a:close/>
                  <a:moveTo>
                    <a:pt x="8395" y="4852"/>
                  </a:moveTo>
                  <a:cubicBezTo>
                    <a:pt x="8271" y="4815"/>
                    <a:pt x="8197" y="4988"/>
                    <a:pt x="8308" y="5062"/>
                  </a:cubicBezTo>
                  <a:cubicBezTo>
                    <a:pt x="8321" y="5062"/>
                    <a:pt x="8333" y="5074"/>
                    <a:pt x="8345" y="5074"/>
                  </a:cubicBezTo>
                  <a:cubicBezTo>
                    <a:pt x="8419" y="5099"/>
                    <a:pt x="8493" y="5111"/>
                    <a:pt x="8580" y="5124"/>
                  </a:cubicBezTo>
                  <a:cubicBezTo>
                    <a:pt x="8703" y="5136"/>
                    <a:pt x="8765" y="4963"/>
                    <a:pt x="8654" y="4901"/>
                  </a:cubicBezTo>
                  <a:cubicBezTo>
                    <a:pt x="8642" y="4901"/>
                    <a:pt x="8629" y="4889"/>
                    <a:pt x="8617" y="4889"/>
                  </a:cubicBezTo>
                  <a:cubicBezTo>
                    <a:pt x="8543" y="4877"/>
                    <a:pt x="8469" y="4864"/>
                    <a:pt x="8395" y="4852"/>
                  </a:cubicBezTo>
                  <a:close/>
                  <a:moveTo>
                    <a:pt x="10197" y="4852"/>
                  </a:moveTo>
                  <a:cubicBezTo>
                    <a:pt x="10074" y="4864"/>
                    <a:pt x="10074" y="5049"/>
                    <a:pt x="10197" y="5074"/>
                  </a:cubicBezTo>
                  <a:cubicBezTo>
                    <a:pt x="10209" y="5074"/>
                    <a:pt x="10222" y="5074"/>
                    <a:pt x="10234" y="5074"/>
                  </a:cubicBezTo>
                  <a:lnTo>
                    <a:pt x="10469" y="5037"/>
                  </a:lnTo>
                  <a:cubicBezTo>
                    <a:pt x="10592" y="5012"/>
                    <a:pt x="10592" y="4827"/>
                    <a:pt x="10469" y="4815"/>
                  </a:cubicBezTo>
                  <a:cubicBezTo>
                    <a:pt x="10456" y="4803"/>
                    <a:pt x="10431" y="4803"/>
                    <a:pt x="10419" y="4815"/>
                  </a:cubicBezTo>
                  <a:cubicBezTo>
                    <a:pt x="10345" y="4827"/>
                    <a:pt x="10271" y="4840"/>
                    <a:pt x="10197" y="4852"/>
                  </a:cubicBezTo>
                  <a:close/>
                  <a:moveTo>
                    <a:pt x="11098" y="4667"/>
                  </a:moveTo>
                  <a:cubicBezTo>
                    <a:pt x="11012" y="4691"/>
                    <a:pt x="10975" y="4803"/>
                    <a:pt x="11049" y="4864"/>
                  </a:cubicBezTo>
                  <a:cubicBezTo>
                    <a:pt x="11073" y="4889"/>
                    <a:pt x="11123" y="4901"/>
                    <a:pt x="11160" y="4901"/>
                  </a:cubicBezTo>
                  <a:lnTo>
                    <a:pt x="11382" y="4840"/>
                  </a:lnTo>
                  <a:cubicBezTo>
                    <a:pt x="11518" y="4803"/>
                    <a:pt x="11493" y="4593"/>
                    <a:pt x="11345" y="4605"/>
                  </a:cubicBezTo>
                  <a:lnTo>
                    <a:pt x="11320" y="4605"/>
                  </a:lnTo>
                  <a:lnTo>
                    <a:pt x="11098" y="4667"/>
                  </a:lnTo>
                  <a:close/>
                  <a:moveTo>
                    <a:pt x="11987" y="4408"/>
                  </a:moveTo>
                  <a:cubicBezTo>
                    <a:pt x="11851" y="4457"/>
                    <a:pt x="11888" y="4642"/>
                    <a:pt x="12024" y="4642"/>
                  </a:cubicBezTo>
                  <a:cubicBezTo>
                    <a:pt x="12036" y="4642"/>
                    <a:pt x="12049" y="4642"/>
                    <a:pt x="12061" y="4642"/>
                  </a:cubicBezTo>
                  <a:lnTo>
                    <a:pt x="12283" y="4556"/>
                  </a:lnTo>
                  <a:cubicBezTo>
                    <a:pt x="12394" y="4519"/>
                    <a:pt x="12369" y="4334"/>
                    <a:pt x="12246" y="4334"/>
                  </a:cubicBezTo>
                  <a:cubicBezTo>
                    <a:pt x="12221" y="4334"/>
                    <a:pt x="12209" y="4334"/>
                    <a:pt x="12197" y="4346"/>
                  </a:cubicBezTo>
                  <a:lnTo>
                    <a:pt x="11987" y="4420"/>
                  </a:lnTo>
                  <a:close/>
                  <a:moveTo>
                    <a:pt x="12839" y="4074"/>
                  </a:moveTo>
                  <a:cubicBezTo>
                    <a:pt x="12727" y="4124"/>
                    <a:pt x="12764" y="4296"/>
                    <a:pt x="12888" y="4296"/>
                  </a:cubicBezTo>
                  <a:cubicBezTo>
                    <a:pt x="12900" y="4296"/>
                    <a:pt x="12913" y="4296"/>
                    <a:pt x="12925" y="4284"/>
                  </a:cubicBezTo>
                  <a:lnTo>
                    <a:pt x="13147" y="4185"/>
                  </a:lnTo>
                  <a:cubicBezTo>
                    <a:pt x="13258" y="4136"/>
                    <a:pt x="13209" y="3951"/>
                    <a:pt x="13085" y="3963"/>
                  </a:cubicBezTo>
                  <a:cubicBezTo>
                    <a:pt x="13073" y="3963"/>
                    <a:pt x="13061" y="3976"/>
                    <a:pt x="13048" y="3976"/>
                  </a:cubicBezTo>
                  <a:close/>
                  <a:moveTo>
                    <a:pt x="13653" y="3655"/>
                  </a:moveTo>
                  <a:cubicBezTo>
                    <a:pt x="13542" y="3729"/>
                    <a:pt x="13604" y="3889"/>
                    <a:pt x="13727" y="3877"/>
                  </a:cubicBezTo>
                  <a:cubicBezTo>
                    <a:pt x="13740" y="3877"/>
                    <a:pt x="13752" y="3864"/>
                    <a:pt x="13764" y="3864"/>
                  </a:cubicBezTo>
                  <a:cubicBezTo>
                    <a:pt x="13838" y="3827"/>
                    <a:pt x="13900" y="3778"/>
                    <a:pt x="13974" y="3741"/>
                  </a:cubicBezTo>
                  <a:cubicBezTo>
                    <a:pt x="14098" y="3655"/>
                    <a:pt x="13987" y="3457"/>
                    <a:pt x="13851" y="3544"/>
                  </a:cubicBezTo>
                  <a:close/>
                  <a:moveTo>
                    <a:pt x="14419" y="3161"/>
                  </a:moveTo>
                  <a:cubicBezTo>
                    <a:pt x="14320" y="3235"/>
                    <a:pt x="14394" y="3395"/>
                    <a:pt x="14517" y="3371"/>
                  </a:cubicBezTo>
                  <a:cubicBezTo>
                    <a:pt x="14530" y="3371"/>
                    <a:pt x="14554" y="3358"/>
                    <a:pt x="14567" y="3358"/>
                  </a:cubicBezTo>
                  <a:cubicBezTo>
                    <a:pt x="14628" y="3309"/>
                    <a:pt x="14690" y="3260"/>
                    <a:pt x="14752" y="3210"/>
                  </a:cubicBezTo>
                  <a:cubicBezTo>
                    <a:pt x="14826" y="3149"/>
                    <a:pt x="14801" y="3013"/>
                    <a:pt x="14690" y="3000"/>
                  </a:cubicBezTo>
                  <a:cubicBezTo>
                    <a:pt x="14665" y="3000"/>
                    <a:pt x="14628" y="3013"/>
                    <a:pt x="14604" y="3025"/>
                  </a:cubicBezTo>
                  <a:close/>
                  <a:moveTo>
                    <a:pt x="15135" y="2581"/>
                  </a:moveTo>
                  <a:cubicBezTo>
                    <a:pt x="15097" y="2605"/>
                    <a:pt x="15085" y="2655"/>
                    <a:pt x="15097" y="2692"/>
                  </a:cubicBezTo>
                  <a:cubicBezTo>
                    <a:pt x="15110" y="2778"/>
                    <a:pt x="15221" y="2815"/>
                    <a:pt x="15295" y="2754"/>
                  </a:cubicBezTo>
                  <a:cubicBezTo>
                    <a:pt x="15344" y="2704"/>
                    <a:pt x="15406" y="2642"/>
                    <a:pt x="15455" y="2593"/>
                  </a:cubicBezTo>
                  <a:cubicBezTo>
                    <a:pt x="15579" y="2482"/>
                    <a:pt x="15418" y="2309"/>
                    <a:pt x="15307" y="2420"/>
                  </a:cubicBezTo>
                  <a:cubicBezTo>
                    <a:pt x="15246" y="2470"/>
                    <a:pt x="15196" y="2531"/>
                    <a:pt x="15135" y="2581"/>
                  </a:cubicBezTo>
                  <a:close/>
                  <a:moveTo>
                    <a:pt x="15752" y="1926"/>
                  </a:moveTo>
                  <a:cubicBezTo>
                    <a:pt x="15715" y="1951"/>
                    <a:pt x="15715" y="2001"/>
                    <a:pt x="15739" y="2050"/>
                  </a:cubicBezTo>
                  <a:cubicBezTo>
                    <a:pt x="15776" y="2124"/>
                    <a:pt x="15875" y="2124"/>
                    <a:pt x="15925" y="2062"/>
                  </a:cubicBezTo>
                  <a:cubicBezTo>
                    <a:pt x="15974" y="2001"/>
                    <a:pt x="16023" y="1939"/>
                    <a:pt x="16073" y="1877"/>
                  </a:cubicBezTo>
                  <a:cubicBezTo>
                    <a:pt x="16134" y="1778"/>
                    <a:pt x="16023" y="1655"/>
                    <a:pt x="15925" y="1717"/>
                  </a:cubicBezTo>
                  <a:cubicBezTo>
                    <a:pt x="15912" y="1717"/>
                    <a:pt x="15900" y="1729"/>
                    <a:pt x="15900" y="1741"/>
                  </a:cubicBezTo>
                  <a:cubicBezTo>
                    <a:pt x="15850" y="1803"/>
                    <a:pt x="15801" y="1865"/>
                    <a:pt x="15752" y="1926"/>
                  </a:cubicBezTo>
                  <a:close/>
                  <a:moveTo>
                    <a:pt x="16270" y="1173"/>
                  </a:moveTo>
                  <a:cubicBezTo>
                    <a:pt x="16159" y="1285"/>
                    <a:pt x="16332" y="1445"/>
                    <a:pt x="16443" y="1322"/>
                  </a:cubicBezTo>
                  <a:cubicBezTo>
                    <a:pt x="16455" y="1322"/>
                    <a:pt x="16455" y="1309"/>
                    <a:pt x="16468" y="1297"/>
                  </a:cubicBezTo>
                  <a:lnTo>
                    <a:pt x="16492" y="1248"/>
                  </a:lnTo>
                  <a:lnTo>
                    <a:pt x="16542" y="1149"/>
                  </a:lnTo>
                  <a:lnTo>
                    <a:pt x="16579" y="1087"/>
                  </a:lnTo>
                  <a:cubicBezTo>
                    <a:pt x="16653" y="964"/>
                    <a:pt x="16480" y="853"/>
                    <a:pt x="16394" y="951"/>
                  </a:cubicBezTo>
                  <a:cubicBezTo>
                    <a:pt x="16381" y="964"/>
                    <a:pt x="16381" y="976"/>
                    <a:pt x="16381" y="976"/>
                  </a:cubicBezTo>
                  <a:lnTo>
                    <a:pt x="16344" y="1038"/>
                  </a:lnTo>
                  <a:lnTo>
                    <a:pt x="16295" y="1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183" name="Shape 9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4" name="Google Shape;9184;p4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9185" name="Google Shape;9185;p44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9186" name="Google Shape;9186;p44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187" name="Google Shape;9187;p4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9188" name="Google Shape;9188;p44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9189" name="Google Shape;9189;p4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0" name="Google Shape;9190;p4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1" name="Google Shape;9191;p4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2" name="Google Shape;9192;p4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3" name="Google Shape;9193;p4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4" name="Google Shape;9194;p4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5" name="Google Shape;9195;p4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6" name="Google Shape;9196;p4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7" name="Google Shape;9197;p4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8" name="Google Shape;9198;p4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9" name="Google Shape;9199;p4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0" name="Google Shape;9200;p4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1" name="Google Shape;9201;p4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2" name="Google Shape;9202;p4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3" name="Google Shape;9203;p4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04" name="Google Shape;9204;p44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9205" name="Google Shape;9205;p44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6" name="Google Shape;9206;p44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7" name="Google Shape;9207;p44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8" name="Google Shape;9208;p44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9" name="Google Shape;9209;p44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0" name="Google Shape;9210;p44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1" name="Google Shape;9211;p44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2" name="Google Shape;9212;p44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3" name="Google Shape;9213;p44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4" name="Google Shape;9214;p44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5" name="Google Shape;9215;p44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6" name="Google Shape;9216;p44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7" name="Google Shape;9217;p44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8" name="Google Shape;9218;p44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9" name="Google Shape;9219;p44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9220" name="Google Shape;9220;p44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21" name="Google Shape;9221;p44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22" name="Google Shape;9222;p44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23" name="Google Shape;9223;p44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24" name="Google Shape;9224;p44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25" name="Google Shape;9225;p44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9226" name="Google Shape;9226;p44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227" name="Google Shape;9227;p44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9228" name="Google Shape;9228;p44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9229" name="Google Shape;9229;p44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230" name="Google Shape;9230;p44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231" name="Shape 9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2" name="Google Shape;9232;p249"/>
          <p:cNvSpPr/>
          <p:nvPr/>
        </p:nvSpPr>
        <p:spPr>
          <a:xfrm>
            <a:off x="716575" y="0"/>
            <a:ext cx="8579795" cy="5143484"/>
          </a:xfrm>
          <a:custGeom>
            <a:rect b="b" l="l" r="r" t="t"/>
            <a:pathLst>
              <a:path extrusionOk="0" h="78770" w="128517">
                <a:moveTo>
                  <a:pt x="35" y="1"/>
                </a:moveTo>
                <a:lnTo>
                  <a:pt x="0" y="78769"/>
                </a:lnTo>
                <a:lnTo>
                  <a:pt x="128517" y="78769"/>
                </a:lnTo>
                <a:cubicBezTo>
                  <a:pt x="61260" y="76442"/>
                  <a:pt x="7739" y="332"/>
                  <a:pt x="7739" y="332"/>
                </a:cubicBezTo>
                <a:lnTo>
                  <a:pt x="35" y="1"/>
                </a:lnTo>
                <a:close/>
              </a:path>
            </a:pathLst>
          </a:custGeom>
          <a:solidFill>
            <a:srgbClr val="B0D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3" name="Google Shape;9233;p249"/>
          <p:cNvSpPr/>
          <p:nvPr/>
        </p:nvSpPr>
        <p:spPr>
          <a:xfrm>
            <a:off x="1754550" y="1135650"/>
            <a:ext cx="5634900" cy="2872200"/>
          </a:xfrm>
          <a:prstGeom prst="plaque">
            <a:avLst>
              <a:gd fmla="val 11691" name="adj"/>
            </a:avLst>
          </a:prstGeom>
          <a:solidFill>
            <a:srgbClr val="FFFFFF"/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234" name="Google Shape;9234;p249"/>
          <p:cNvCxnSpPr/>
          <p:nvPr/>
        </p:nvCxnSpPr>
        <p:spPr>
          <a:xfrm>
            <a:off x="2572800" y="31168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9235" name="Google Shape;9235;p249"/>
          <p:cNvCxnSpPr/>
          <p:nvPr/>
        </p:nvCxnSpPr>
        <p:spPr>
          <a:xfrm>
            <a:off x="2572800" y="2222750"/>
            <a:ext cx="3998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9236" name="Google Shape;9236;p249"/>
          <p:cNvGrpSpPr/>
          <p:nvPr/>
        </p:nvGrpSpPr>
        <p:grpSpPr>
          <a:xfrm rot="697126">
            <a:off x="8280187" y="-46678"/>
            <a:ext cx="1305393" cy="1346461"/>
            <a:chOff x="1492000" y="427450"/>
            <a:chExt cx="1188000" cy="1225375"/>
          </a:xfrm>
        </p:grpSpPr>
        <p:sp>
          <p:nvSpPr>
            <p:cNvPr id="9237" name="Google Shape;9237;p249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p249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p249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p249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p249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p249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p249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p249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p249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p249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p249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48" name="Google Shape;9248;p249"/>
          <p:cNvSpPr/>
          <p:nvPr/>
        </p:nvSpPr>
        <p:spPr>
          <a:xfrm>
            <a:off x="-50900" y="-21500"/>
            <a:ext cx="771000" cy="51651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249" name="Google Shape;9249;p249"/>
          <p:cNvGrpSpPr/>
          <p:nvPr/>
        </p:nvGrpSpPr>
        <p:grpSpPr>
          <a:xfrm flipH="1" rot="-1976796">
            <a:off x="5917481" y="3990133"/>
            <a:ext cx="3474354" cy="888893"/>
            <a:chOff x="3809875" y="1963175"/>
            <a:chExt cx="1923600" cy="492150"/>
          </a:xfrm>
        </p:grpSpPr>
        <p:sp>
          <p:nvSpPr>
            <p:cNvPr id="9250" name="Google Shape;9250;p249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p249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p249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p249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p249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p249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p249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p249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p249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p249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p249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61" name="Google Shape;9261;p249"/>
          <p:cNvGrpSpPr/>
          <p:nvPr/>
        </p:nvGrpSpPr>
        <p:grpSpPr>
          <a:xfrm rot="-375097">
            <a:off x="1228557" y="-253382"/>
            <a:ext cx="711742" cy="793298"/>
            <a:chOff x="6554696" y="509501"/>
            <a:chExt cx="711709" cy="793261"/>
          </a:xfrm>
        </p:grpSpPr>
        <p:sp>
          <p:nvSpPr>
            <p:cNvPr id="9262" name="Google Shape;9262;p249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p249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64" name="Google Shape;9264;p249"/>
          <p:cNvGrpSpPr/>
          <p:nvPr/>
        </p:nvGrpSpPr>
        <p:grpSpPr>
          <a:xfrm rot="807122">
            <a:off x="809300" y="4708652"/>
            <a:ext cx="2497551" cy="2401906"/>
            <a:chOff x="1857000" y="3245400"/>
            <a:chExt cx="1233825" cy="1186575"/>
          </a:xfrm>
        </p:grpSpPr>
        <p:sp>
          <p:nvSpPr>
            <p:cNvPr id="9265" name="Google Shape;9265;p249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6" name="Google Shape;9266;p249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p249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p249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p249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p249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71" name="Google Shape;9271;p249"/>
          <p:cNvSpPr/>
          <p:nvPr/>
        </p:nvSpPr>
        <p:spPr>
          <a:xfrm rot="-381518">
            <a:off x="1317430" y="-146232"/>
            <a:ext cx="102933" cy="551241"/>
          </a:xfrm>
          <a:prstGeom prst="roundRect">
            <a:avLst>
              <a:gd fmla="val 50000" name="adj"/>
            </a:avLst>
          </a:prstGeom>
          <a:solidFill>
            <a:srgbClr val="EEEEEE">
              <a:alpha val="47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2" name="Google Shape;9272;p249"/>
          <p:cNvSpPr txBox="1"/>
          <p:nvPr>
            <p:ph type="ctrTitle"/>
          </p:nvPr>
        </p:nvSpPr>
        <p:spPr>
          <a:xfrm>
            <a:off x="2351850" y="1460922"/>
            <a:ext cx="44403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tim"/>
              <a:buNone/>
              <a:defRPr b="1" sz="6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9273" name="Google Shape;9273;p249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9274" name="Shape 9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75" name="Google Shape;9275;p25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276" name="Google Shape;9276;p25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p25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p25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p25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p25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1" name="Google Shape;9281;p25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2" name="Google Shape;9282;p25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3" name="Google Shape;9283;p25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4" name="Google Shape;9284;p25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5" name="Google Shape;9285;p25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6" name="Google Shape;9286;p25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7" name="Google Shape;9287;p25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8" name="Google Shape;9288;p25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9" name="Google Shape;9289;p25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0" name="Google Shape;9290;p25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1" name="Google Shape;9291;p25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2" name="Google Shape;9292;p25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3" name="Google Shape;9293;p25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4" name="Google Shape;9294;p25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5" name="Google Shape;9295;p25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6" name="Google Shape;9296;p25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7" name="Google Shape;9297;p25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98" name="Google Shape;9298;p250"/>
          <p:cNvSpPr txBox="1"/>
          <p:nvPr>
            <p:ph idx="1" type="subTitle"/>
          </p:nvPr>
        </p:nvSpPr>
        <p:spPr>
          <a:xfrm>
            <a:off x="3117150" y="3530226"/>
            <a:ext cx="29097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299" name="Google Shape;9299;p250"/>
          <p:cNvSpPr txBox="1"/>
          <p:nvPr>
            <p:ph type="title"/>
          </p:nvPr>
        </p:nvSpPr>
        <p:spPr>
          <a:xfrm>
            <a:off x="1918650" y="1613852"/>
            <a:ext cx="5306700" cy="17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300" name="Google Shape;9300;p250"/>
          <p:cNvSpPr txBox="1"/>
          <p:nvPr>
            <p:ph idx="2" type="title"/>
          </p:nvPr>
        </p:nvSpPr>
        <p:spPr>
          <a:xfrm>
            <a:off x="3843750" y="591078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9301" name="Google Shape;9301;p250"/>
          <p:cNvGrpSpPr/>
          <p:nvPr/>
        </p:nvGrpSpPr>
        <p:grpSpPr>
          <a:xfrm flipH="1" rot="-697126">
            <a:off x="569287" y="-351303"/>
            <a:ext cx="1305393" cy="1346461"/>
            <a:chOff x="1492000" y="427450"/>
            <a:chExt cx="1188000" cy="1225375"/>
          </a:xfrm>
        </p:grpSpPr>
        <p:sp>
          <p:nvSpPr>
            <p:cNvPr id="9302" name="Google Shape;9302;p250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p250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p250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p250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p250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p250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p250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p250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p250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p250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p250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9313" name="Shape 9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4" name="Google Shape;9314;p251"/>
          <p:cNvSpPr/>
          <p:nvPr/>
        </p:nvSpPr>
        <p:spPr>
          <a:xfrm>
            <a:off x="8740343" y="1780347"/>
            <a:ext cx="20479" cy="58449"/>
          </a:xfrm>
          <a:custGeom>
            <a:rect b="b" l="l" r="r" t="t"/>
            <a:pathLst>
              <a:path extrusionOk="0" h="1403" w="488">
                <a:moveTo>
                  <a:pt x="249" y="0"/>
                </a:moveTo>
                <a:cubicBezTo>
                  <a:pt x="193" y="0"/>
                  <a:pt x="139" y="35"/>
                  <a:pt x="118" y="90"/>
                </a:cubicBezTo>
                <a:cubicBezTo>
                  <a:pt x="73" y="190"/>
                  <a:pt x="46" y="289"/>
                  <a:pt x="28" y="397"/>
                </a:cubicBezTo>
                <a:cubicBezTo>
                  <a:pt x="19" y="442"/>
                  <a:pt x="1" y="496"/>
                  <a:pt x="19" y="541"/>
                </a:cubicBezTo>
                <a:cubicBezTo>
                  <a:pt x="19" y="559"/>
                  <a:pt x="28" y="568"/>
                  <a:pt x="37" y="586"/>
                </a:cubicBezTo>
                <a:cubicBezTo>
                  <a:pt x="64" y="595"/>
                  <a:pt x="145" y="613"/>
                  <a:pt x="145" y="622"/>
                </a:cubicBezTo>
                <a:cubicBezTo>
                  <a:pt x="145" y="631"/>
                  <a:pt x="100" y="649"/>
                  <a:pt x="73" y="658"/>
                </a:cubicBezTo>
                <a:cubicBezTo>
                  <a:pt x="37" y="667"/>
                  <a:pt x="46" y="685"/>
                  <a:pt x="46" y="694"/>
                </a:cubicBezTo>
                <a:cubicBezTo>
                  <a:pt x="37" y="902"/>
                  <a:pt x="46" y="1100"/>
                  <a:pt x="109" y="1307"/>
                </a:cubicBezTo>
                <a:cubicBezTo>
                  <a:pt x="118" y="1343"/>
                  <a:pt x="154" y="1379"/>
                  <a:pt x="190" y="1397"/>
                </a:cubicBezTo>
                <a:cubicBezTo>
                  <a:pt x="203" y="1401"/>
                  <a:pt x="215" y="1402"/>
                  <a:pt x="228" y="1402"/>
                </a:cubicBezTo>
                <a:cubicBezTo>
                  <a:pt x="289" y="1402"/>
                  <a:pt x="348" y="1367"/>
                  <a:pt x="371" y="1307"/>
                </a:cubicBezTo>
                <a:cubicBezTo>
                  <a:pt x="434" y="1109"/>
                  <a:pt x="443" y="902"/>
                  <a:pt x="443" y="703"/>
                </a:cubicBezTo>
                <a:cubicBezTo>
                  <a:pt x="443" y="685"/>
                  <a:pt x="452" y="676"/>
                  <a:pt x="416" y="658"/>
                </a:cubicBezTo>
                <a:cubicBezTo>
                  <a:pt x="389" y="649"/>
                  <a:pt x="344" y="640"/>
                  <a:pt x="344" y="622"/>
                </a:cubicBezTo>
                <a:cubicBezTo>
                  <a:pt x="344" y="613"/>
                  <a:pt x="425" y="595"/>
                  <a:pt x="443" y="586"/>
                </a:cubicBezTo>
                <a:cubicBezTo>
                  <a:pt x="461" y="577"/>
                  <a:pt x="470" y="559"/>
                  <a:pt x="470" y="550"/>
                </a:cubicBezTo>
                <a:cubicBezTo>
                  <a:pt x="488" y="496"/>
                  <a:pt x="470" y="451"/>
                  <a:pt x="461" y="397"/>
                </a:cubicBezTo>
                <a:cubicBezTo>
                  <a:pt x="443" y="298"/>
                  <a:pt x="416" y="190"/>
                  <a:pt x="380" y="90"/>
                </a:cubicBezTo>
                <a:cubicBezTo>
                  <a:pt x="362" y="54"/>
                  <a:pt x="335" y="27"/>
                  <a:pt x="298" y="9"/>
                </a:cubicBezTo>
                <a:cubicBezTo>
                  <a:pt x="282" y="3"/>
                  <a:pt x="266" y="0"/>
                  <a:pt x="2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15" name="Google Shape;9315;p25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316" name="Google Shape;9316;p25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p25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8" name="Google Shape;9318;p25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9" name="Google Shape;9319;p25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p25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p25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p25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p25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p25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5" name="Google Shape;9325;p25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6" name="Google Shape;9326;p25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p25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p25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p25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0" name="Google Shape;9330;p25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1" name="Google Shape;9331;p25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p25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p25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p25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5" name="Google Shape;9335;p25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6" name="Google Shape;9336;p25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7" name="Google Shape;9337;p25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338" name="Google Shape;9338;p251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339" name="Google Shape;9339;p251"/>
          <p:cNvSpPr txBox="1"/>
          <p:nvPr>
            <p:ph idx="1" type="body"/>
          </p:nvPr>
        </p:nvSpPr>
        <p:spPr>
          <a:xfrm>
            <a:off x="720000" y="1170724"/>
            <a:ext cx="7704000" cy="389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1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AutoNum type="romanLcPeriod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9340" name="Shape 9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41" name="Google Shape;9341;p252"/>
          <p:cNvGrpSpPr/>
          <p:nvPr/>
        </p:nvGrpSpPr>
        <p:grpSpPr>
          <a:xfrm>
            <a:off x="352670" y="6764"/>
            <a:ext cx="8793030" cy="5129556"/>
            <a:chOff x="514825" y="859725"/>
            <a:chExt cx="6865800" cy="4005275"/>
          </a:xfrm>
        </p:grpSpPr>
        <p:sp>
          <p:nvSpPr>
            <p:cNvPr id="9342" name="Google Shape;9342;p25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p25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p25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p25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p25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p25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p25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p25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p25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p25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p25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p25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p25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p25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p25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p25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p25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p25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p25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p25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p25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363" name="Google Shape;9363;p252"/>
          <p:cNvSpPr txBox="1"/>
          <p:nvPr>
            <p:ph type="title"/>
          </p:nvPr>
        </p:nvSpPr>
        <p:spPr>
          <a:xfrm>
            <a:off x="4572000" y="540000"/>
            <a:ext cx="3852000" cy="4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9364" name="Shape 9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65" name="Google Shape;9365;p25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366" name="Google Shape;9366;p25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p25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p25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p25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p25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p25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p25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p25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p25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p25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p25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p25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p25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p25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p25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p25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p25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p25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p25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385" name="Google Shape;9385;p253"/>
          <p:cNvSpPr txBox="1"/>
          <p:nvPr>
            <p:ph idx="1" type="subTitle"/>
          </p:nvPr>
        </p:nvSpPr>
        <p:spPr>
          <a:xfrm>
            <a:off x="890100" y="1760244"/>
            <a:ext cx="7533900" cy="27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●"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○"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Char char="■"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386" name="Google Shape;9386;p253"/>
          <p:cNvSpPr txBox="1"/>
          <p:nvPr>
            <p:ph type="title"/>
          </p:nvPr>
        </p:nvSpPr>
        <p:spPr>
          <a:xfrm>
            <a:off x="4572000" y="540000"/>
            <a:ext cx="3852000" cy="103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9387" name="Shape 9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88" name="Google Shape;9388;p25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389" name="Google Shape;9389;p25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p25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p25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p25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p25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p25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p25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p25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p25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p25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p25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p25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p25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p25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p25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p25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p25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p25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p25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9408" name="Google Shape;9408;p254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9409" name="Google Shape;9409;p254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0" name="Google Shape;9410;p254"/>
          <p:cNvSpPr txBox="1"/>
          <p:nvPr>
            <p:ph type="title"/>
          </p:nvPr>
        </p:nvSpPr>
        <p:spPr>
          <a:xfrm>
            <a:off x="720000" y="1560650"/>
            <a:ext cx="3519300" cy="167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9411" name="Google Shape;9411;p254"/>
          <p:cNvSpPr txBox="1"/>
          <p:nvPr>
            <p:ph idx="1" type="subTitle"/>
          </p:nvPr>
        </p:nvSpPr>
        <p:spPr>
          <a:xfrm rot="684086">
            <a:off x="5771626" y="1941489"/>
            <a:ext cx="1878775" cy="1549123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9412" name="Shape 9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13" name="Google Shape;9413;p25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414" name="Google Shape;9414;p25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p25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p25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p25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p25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p25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p25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p25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p25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p25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p25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p25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p25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p25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p25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p25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p25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p25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p25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433" name="Google Shape;9433;p255"/>
          <p:cNvSpPr txBox="1"/>
          <p:nvPr>
            <p:ph type="title"/>
          </p:nvPr>
        </p:nvSpPr>
        <p:spPr>
          <a:xfrm>
            <a:off x="1061575" y="1472687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434" name="Google Shape;9434;p255"/>
          <p:cNvSpPr txBox="1"/>
          <p:nvPr>
            <p:ph idx="1" type="body"/>
          </p:nvPr>
        </p:nvSpPr>
        <p:spPr>
          <a:xfrm>
            <a:off x="1061575" y="2468991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cxnSp>
        <p:nvCxnSpPr>
          <p:cNvPr id="9435" name="Google Shape;9435;p255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9436" name="Google Shape;9436;p255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9437" name="Shape 9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8" name="Google Shape;9438;p256"/>
          <p:cNvSpPr txBox="1"/>
          <p:nvPr>
            <p:ph type="title"/>
          </p:nvPr>
        </p:nvSpPr>
        <p:spPr>
          <a:xfrm>
            <a:off x="3223200" y="1570950"/>
            <a:ext cx="2697600" cy="20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9439" name="Shape 9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40" name="Google Shape;9440;p257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441" name="Google Shape;9441;p25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p25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p25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p25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p25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p25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7" name="Google Shape;9447;p25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8" name="Google Shape;9448;p25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p25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p25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p25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p25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p25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p25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p25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p25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p25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p25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p25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9460" name="Google Shape;9460;p257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9461" name="Google Shape;9461;p257"/>
          <p:cNvSpPr txBox="1"/>
          <p:nvPr>
            <p:ph hasCustomPrompt="1" type="title"/>
          </p:nvPr>
        </p:nvSpPr>
        <p:spPr>
          <a:xfrm>
            <a:off x="1768200" y="1654521"/>
            <a:ext cx="5607600" cy="8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9462" name="Google Shape;9462;p257"/>
          <p:cNvSpPr txBox="1"/>
          <p:nvPr>
            <p:ph idx="1" type="body"/>
          </p:nvPr>
        </p:nvSpPr>
        <p:spPr>
          <a:xfrm>
            <a:off x="2710050" y="2650221"/>
            <a:ext cx="3723900" cy="6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9463" name="Shape 9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4" name="Google Shape;9464;p25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9465" name="Shape 9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66" name="Google Shape;9466;p259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9467" name="Google Shape;9467;p259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468" name="Google Shape;9468;p259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9469" name="Google Shape;9469;p259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9470" name="Google Shape;9470;p259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1" name="Google Shape;9471;p259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2" name="Google Shape;9472;p259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3" name="Google Shape;9473;p259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4" name="Google Shape;9474;p259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5" name="Google Shape;9475;p259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6" name="Google Shape;9476;p259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7" name="Google Shape;9477;p259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8" name="Google Shape;9478;p259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9" name="Google Shape;9479;p259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0" name="Google Shape;9480;p259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1" name="Google Shape;9481;p259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2" name="Google Shape;9482;p259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3" name="Google Shape;9483;p259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4" name="Google Shape;9484;p259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485" name="Google Shape;9485;p259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9486" name="Google Shape;9486;p259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7" name="Google Shape;9487;p259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8" name="Google Shape;9488;p259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9" name="Google Shape;9489;p259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0" name="Google Shape;9490;p259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1" name="Google Shape;9491;p259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2" name="Google Shape;9492;p259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3" name="Google Shape;9493;p259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4" name="Google Shape;9494;p259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5" name="Google Shape;9495;p259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6" name="Google Shape;9496;p259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7" name="Google Shape;9497;p259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8" name="Google Shape;9498;p259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9" name="Google Shape;9499;p259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0" name="Google Shape;9500;p259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9501" name="Google Shape;9501;p259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2" name="Google Shape;9502;p259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3" name="Google Shape;9503;p259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4" name="Google Shape;9504;p259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5" name="Google Shape;9505;p259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6" name="Google Shape;9506;p259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9507" name="Google Shape;9507;p259"/>
          <p:cNvSpPr txBox="1"/>
          <p:nvPr>
            <p:ph type="title"/>
          </p:nvPr>
        </p:nvSpPr>
        <p:spPr>
          <a:xfrm>
            <a:off x="720000" y="540000"/>
            <a:ext cx="336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508" name="Google Shape;9508;p259"/>
          <p:cNvSpPr txBox="1"/>
          <p:nvPr>
            <p:ph idx="1" type="subTitle"/>
          </p:nvPr>
        </p:nvSpPr>
        <p:spPr>
          <a:xfrm>
            <a:off x="90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09" name="Google Shape;9509;p259"/>
          <p:cNvSpPr txBox="1"/>
          <p:nvPr>
            <p:ph idx="2" type="subTitle"/>
          </p:nvPr>
        </p:nvSpPr>
        <p:spPr>
          <a:xfrm>
            <a:off x="5676900" y="3292127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10" name="Google Shape;9510;p259"/>
          <p:cNvSpPr txBox="1"/>
          <p:nvPr>
            <p:ph idx="3" type="subTitle"/>
          </p:nvPr>
        </p:nvSpPr>
        <p:spPr>
          <a:xfrm>
            <a:off x="90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11" name="Google Shape;9511;p259"/>
          <p:cNvSpPr txBox="1"/>
          <p:nvPr>
            <p:ph idx="4" type="subTitle"/>
          </p:nvPr>
        </p:nvSpPr>
        <p:spPr>
          <a:xfrm>
            <a:off x="5676900" y="15845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12" name="Google Shape;9512;p259"/>
          <p:cNvSpPr txBox="1"/>
          <p:nvPr>
            <p:ph idx="5" type="subTitle"/>
          </p:nvPr>
        </p:nvSpPr>
        <p:spPr>
          <a:xfrm>
            <a:off x="90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13" name="Google Shape;9513;p259"/>
          <p:cNvSpPr txBox="1"/>
          <p:nvPr>
            <p:ph idx="6" type="subTitle"/>
          </p:nvPr>
        </p:nvSpPr>
        <p:spPr>
          <a:xfrm>
            <a:off x="5676900" y="2048743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14" name="Google Shape;9514;p259"/>
          <p:cNvSpPr txBox="1"/>
          <p:nvPr>
            <p:ph idx="7" type="subTitle"/>
          </p:nvPr>
        </p:nvSpPr>
        <p:spPr>
          <a:xfrm>
            <a:off x="90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15" name="Google Shape;9515;p259"/>
          <p:cNvSpPr txBox="1"/>
          <p:nvPr>
            <p:ph idx="8" type="subTitle"/>
          </p:nvPr>
        </p:nvSpPr>
        <p:spPr>
          <a:xfrm>
            <a:off x="5676900" y="3755202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1">
    <p:spTree>
      <p:nvGrpSpPr>
        <p:cNvPr id="9516" name="Shape 9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17" name="Google Shape;9517;p26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518" name="Google Shape;9518;p26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p26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p26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p26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p26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p26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p26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p26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p26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p26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p26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p26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p26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p26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p26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p26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p26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p26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p26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p26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p26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9" name="Google Shape;9539;p26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540" name="Google Shape;9540;p260"/>
          <p:cNvSpPr txBox="1"/>
          <p:nvPr>
            <p:ph type="ctrTitle"/>
          </p:nvPr>
        </p:nvSpPr>
        <p:spPr>
          <a:xfrm>
            <a:off x="5908324" y="1290427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41" name="Google Shape;9541;p260"/>
          <p:cNvSpPr txBox="1"/>
          <p:nvPr>
            <p:ph idx="1" type="subTitle"/>
          </p:nvPr>
        </p:nvSpPr>
        <p:spPr>
          <a:xfrm>
            <a:off x="590832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42" name="Google Shape;9542;p260"/>
          <p:cNvSpPr txBox="1"/>
          <p:nvPr>
            <p:ph idx="2" type="title"/>
          </p:nvPr>
        </p:nvSpPr>
        <p:spPr>
          <a:xfrm>
            <a:off x="4903953" y="1280000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43" name="Google Shape;9543;p260"/>
          <p:cNvSpPr txBox="1"/>
          <p:nvPr>
            <p:ph idx="3" type="subTitle"/>
          </p:nvPr>
        </p:nvSpPr>
        <p:spPr>
          <a:xfrm>
            <a:off x="590832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44" name="Google Shape;9544;p260"/>
          <p:cNvSpPr txBox="1"/>
          <p:nvPr>
            <p:ph idx="4" type="title"/>
          </p:nvPr>
        </p:nvSpPr>
        <p:spPr>
          <a:xfrm>
            <a:off x="4903953" y="327730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45" name="Google Shape;9545;p260"/>
          <p:cNvSpPr txBox="1"/>
          <p:nvPr>
            <p:ph idx="5" type="subTitle"/>
          </p:nvPr>
        </p:nvSpPr>
        <p:spPr>
          <a:xfrm>
            <a:off x="5908324" y="2589180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46" name="Google Shape;9546;p260"/>
          <p:cNvSpPr txBox="1"/>
          <p:nvPr>
            <p:ph idx="6" type="title"/>
          </p:nvPr>
        </p:nvSpPr>
        <p:spPr>
          <a:xfrm>
            <a:off x="4903953" y="2306644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47" name="Google Shape;9547;p260"/>
          <p:cNvSpPr txBox="1"/>
          <p:nvPr>
            <p:ph idx="7" type="ctrTitle"/>
          </p:nvPr>
        </p:nvSpPr>
        <p:spPr>
          <a:xfrm>
            <a:off x="5908324" y="231110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48" name="Google Shape;9548;p260"/>
          <p:cNvSpPr txBox="1"/>
          <p:nvPr>
            <p:ph idx="8" type="ctrTitle"/>
          </p:nvPr>
        </p:nvSpPr>
        <p:spPr>
          <a:xfrm>
            <a:off x="5908324" y="328299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49" name="Google Shape;9549;p260"/>
          <p:cNvSpPr txBox="1"/>
          <p:nvPr>
            <p:ph idx="9" type="ctrTitle"/>
          </p:nvPr>
        </p:nvSpPr>
        <p:spPr>
          <a:xfrm>
            <a:off x="1912664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50" name="Google Shape;9550;p260"/>
          <p:cNvSpPr txBox="1"/>
          <p:nvPr>
            <p:ph idx="13" type="subTitle"/>
          </p:nvPr>
        </p:nvSpPr>
        <p:spPr>
          <a:xfrm>
            <a:off x="1912664" y="157301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51" name="Google Shape;9551;p260"/>
          <p:cNvSpPr txBox="1"/>
          <p:nvPr>
            <p:ph idx="14" type="title"/>
          </p:nvPr>
        </p:nvSpPr>
        <p:spPr>
          <a:xfrm>
            <a:off x="784376" y="1286887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52" name="Google Shape;9552;p260"/>
          <p:cNvSpPr txBox="1"/>
          <p:nvPr>
            <p:ph idx="15" type="subTitle"/>
          </p:nvPr>
        </p:nvSpPr>
        <p:spPr>
          <a:xfrm>
            <a:off x="1912664" y="3563486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53" name="Google Shape;9553;p260"/>
          <p:cNvSpPr txBox="1"/>
          <p:nvPr>
            <p:ph idx="16" type="title"/>
          </p:nvPr>
        </p:nvSpPr>
        <p:spPr>
          <a:xfrm>
            <a:off x="784376" y="3284192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54" name="Google Shape;9554;p260"/>
          <p:cNvSpPr txBox="1"/>
          <p:nvPr>
            <p:ph idx="17" type="subTitle"/>
          </p:nvPr>
        </p:nvSpPr>
        <p:spPr>
          <a:xfrm>
            <a:off x="1912664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55" name="Google Shape;9555;p260"/>
          <p:cNvSpPr txBox="1"/>
          <p:nvPr>
            <p:ph idx="18" type="title"/>
          </p:nvPr>
        </p:nvSpPr>
        <p:spPr>
          <a:xfrm>
            <a:off x="784376" y="2313531"/>
            <a:ext cx="8145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5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Font typeface="Permanent Marker"/>
              <a:buNone/>
              <a:defRPr sz="35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56" name="Google Shape;9556;p260"/>
          <p:cNvSpPr txBox="1"/>
          <p:nvPr>
            <p:ph idx="19" type="ctrTitle"/>
          </p:nvPr>
        </p:nvSpPr>
        <p:spPr>
          <a:xfrm>
            <a:off x="1912664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57" name="Google Shape;9557;p260"/>
          <p:cNvSpPr txBox="1"/>
          <p:nvPr>
            <p:ph idx="20" type="ctrTitle"/>
          </p:nvPr>
        </p:nvSpPr>
        <p:spPr>
          <a:xfrm>
            <a:off x="1912664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558" name="Google Shape;9558;p260"/>
          <p:cNvSpPr txBox="1"/>
          <p:nvPr>
            <p:ph idx="21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">
    <p:spTree>
      <p:nvGrpSpPr>
        <p:cNvPr id="9559" name="Shape 9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60" name="Google Shape;9560;p26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561" name="Google Shape;9561;p26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2" name="Google Shape;9562;p26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3" name="Google Shape;9563;p26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4" name="Google Shape;9564;p26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p26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p26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p26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p26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p26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p26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p26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p26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p26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p26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p26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p26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p26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p26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p26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p26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p26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p26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583" name="Google Shape;9583;p261"/>
          <p:cNvSpPr txBox="1"/>
          <p:nvPr>
            <p:ph idx="1" type="subTitle"/>
          </p:nvPr>
        </p:nvSpPr>
        <p:spPr>
          <a:xfrm>
            <a:off x="2059950" y="2514140"/>
            <a:ext cx="4327200" cy="107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100"/>
              <a:buNone/>
              <a:defRPr sz="21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584" name="Google Shape;9584;p261"/>
          <p:cNvSpPr txBox="1"/>
          <p:nvPr>
            <p:ph type="title"/>
          </p:nvPr>
        </p:nvSpPr>
        <p:spPr>
          <a:xfrm>
            <a:off x="1080450" y="1555960"/>
            <a:ext cx="5306700" cy="89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585" name="Google Shape;9585;p261"/>
          <p:cNvSpPr txBox="1"/>
          <p:nvPr>
            <p:ph idx="2" type="title"/>
          </p:nvPr>
        </p:nvSpPr>
        <p:spPr>
          <a:xfrm>
            <a:off x="6853050" y="2092943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9586" name="Google Shape;9586;p261"/>
          <p:cNvGrpSpPr/>
          <p:nvPr/>
        </p:nvGrpSpPr>
        <p:grpSpPr>
          <a:xfrm flipH="1" rot="-5072894">
            <a:off x="-1007770" y="1789630"/>
            <a:ext cx="3474349" cy="888902"/>
            <a:chOff x="3809875" y="1963175"/>
            <a:chExt cx="1923600" cy="492150"/>
          </a:xfrm>
        </p:grpSpPr>
        <p:sp>
          <p:nvSpPr>
            <p:cNvPr id="9587" name="Google Shape;9587;p261"/>
            <p:cNvSpPr/>
            <p:nvPr/>
          </p:nvSpPr>
          <p:spPr>
            <a:xfrm>
              <a:off x="3902950" y="2044375"/>
              <a:ext cx="620050" cy="185725"/>
            </a:xfrm>
            <a:custGeom>
              <a:rect b="b" l="l" r="r" t="t"/>
              <a:pathLst>
                <a:path extrusionOk="0" h="7429" w="24802">
                  <a:moveTo>
                    <a:pt x="855" y="1"/>
                  </a:moveTo>
                  <a:cubicBezTo>
                    <a:pt x="361" y="1"/>
                    <a:pt x="75" y="222"/>
                    <a:pt x="0" y="665"/>
                  </a:cubicBezTo>
                  <a:cubicBezTo>
                    <a:pt x="0" y="674"/>
                    <a:pt x="9" y="818"/>
                    <a:pt x="27" y="1080"/>
                  </a:cubicBezTo>
                  <a:cubicBezTo>
                    <a:pt x="172" y="1359"/>
                    <a:pt x="541" y="1539"/>
                    <a:pt x="1136" y="1638"/>
                  </a:cubicBezTo>
                  <a:cubicBezTo>
                    <a:pt x="1347" y="1673"/>
                    <a:pt x="1535" y="1690"/>
                    <a:pt x="1698" y="1690"/>
                  </a:cubicBezTo>
                  <a:cubicBezTo>
                    <a:pt x="1959" y="1690"/>
                    <a:pt x="2157" y="1646"/>
                    <a:pt x="2290" y="1557"/>
                  </a:cubicBezTo>
                  <a:cubicBezTo>
                    <a:pt x="2407" y="1485"/>
                    <a:pt x="2488" y="1350"/>
                    <a:pt x="2515" y="1143"/>
                  </a:cubicBezTo>
                  <a:cubicBezTo>
                    <a:pt x="2605" y="638"/>
                    <a:pt x="2236" y="277"/>
                    <a:pt x="1397" y="70"/>
                  </a:cubicBezTo>
                  <a:cubicBezTo>
                    <a:pt x="1195" y="24"/>
                    <a:pt x="1014" y="1"/>
                    <a:pt x="855" y="1"/>
                  </a:cubicBezTo>
                  <a:close/>
                  <a:moveTo>
                    <a:pt x="24530" y="3727"/>
                  </a:moveTo>
                  <a:cubicBezTo>
                    <a:pt x="24518" y="3727"/>
                    <a:pt x="24505" y="3728"/>
                    <a:pt x="24491" y="3730"/>
                  </a:cubicBezTo>
                  <a:cubicBezTo>
                    <a:pt x="24320" y="3757"/>
                    <a:pt x="24176" y="4018"/>
                    <a:pt x="24067" y="4523"/>
                  </a:cubicBezTo>
                  <a:cubicBezTo>
                    <a:pt x="24040" y="4613"/>
                    <a:pt x="23977" y="4937"/>
                    <a:pt x="23878" y="5514"/>
                  </a:cubicBezTo>
                  <a:cubicBezTo>
                    <a:pt x="23860" y="5614"/>
                    <a:pt x="23833" y="5713"/>
                    <a:pt x="23815" y="5803"/>
                  </a:cubicBezTo>
                  <a:cubicBezTo>
                    <a:pt x="23599" y="6839"/>
                    <a:pt x="23617" y="7380"/>
                    <a:pt x="23878" y="7425"/>
                  </a:cubicBezTo>
                  <a:cubicBezTo>
                    <a:pt x="23888" y="7427"/>
                    <a:pt x="23899" y="7428"/>
                    <a:pt x="23909" y="7428"/>
                  </a:cubicBezTo>
                  <a:cubicBezTo>
                    <a:pt x="24147" y="7428"/>
                    <a:pt x="24334" y="6922"/>
                    <a:pt x="24464" y="5911"/>
                  </a:cubicBezTo>
                  <a:cubicBezTo>
                    <a:pt x="24482" y="5821"/>
                    <a:pt x="24500" y="5722"/>
                    <a:pt x="24509" y="5623"/>
                  </a:cubicBezTo>
                  <a:cubicBezTo>
                    <a:pt x="24608" y="5244"/>
                    <a:pt x="24680" y="4901"/>
                    <a:pt x="24716" y="4595"/>
                  </a:cubicBezTo>
                  <a:cubicBezTo>
                    <a:pt x="24802" y="4016"/>
                    <a:pt x="24742" y="3727"/>
                    <a:pt x="24530" y="3727"/>
                  </a:cubicBezTo>
                  <a:close/>
                </a:path>
              </a:pathLst>
            </a:custGeom>
            <a:solidFill>
              <a:srgbClr val="489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p261"/>
            <p:cNvSpPr/>
            <p:nvPr/>
          </p:nvSpPr>
          <p:spPr>
            <a:xfrm>
              <a:off x="3866425" y="2007800"/>
              <a:ext cx="1864125" cy="387400"/>
            </a:xfrm>
            <a:custGeom>
              <a:rect b="b" l="l" r="r" t="t"/>
              <a:pathLst>
                <a:path extrusionOk="0" h="15496" w="74565">
                  <a:moveTo>
                    <a:pt x="2322" y="1540"/>
                  </a:moveTo>
                  <a:cubicBezTo>
                    <a:pt x="2425" y="1540"/>
                    <a:pt x="2537" y="1549"/>
                    <a:pt x="2660" y="1569"/>
                  </a:cubicBezTo>
                  <a:cubicBezTo>
                    <a:pt x="2714" y="1587"/>
                    <a:pt x="2777" y="1596"/>
                    <a:pt x="2840" y="1614"/>
                  </a:cubicBezTo>
                  <a:cubicBezTo>
                    <a:pt x="3634" y="1803"/>
                    <a:pt x="3985" y="2128"/>
                    <a:pt x="3904" y="2597"/>
                  </a:cubicBezTo>
                  <a:cubicBezTo>
                    <a:pt x="3877" y="2777"/>
                    <a:pt x="3814" y="2894"/>
                    <a:pt x="3715" y="2957"/>
                  </a:cubicBezTo>
                  <a:cubicBezTo>
                    <a:pt x="3588" y="3040"/>
                    <a:pt x="3402" y="3082"/>
                    <a:pt x="3157" y="3082"/>
                  </a:cubicBezTo>
                  <a:cubicBezTo>
                    <a:pt x="3000" y="3082"/>
                    <a:pt x="2819" y="3064"/>
                    <a:pt x="2615" y="3029"/>
                  </a:cubicBezTo>
                  <a:cubicBezTo>
                    <a:pt x="2038" y="2930"/>
                    <a:pt x="1687" y="2759"/>
                    <a:pt x="1569" y="2543"/>
                  </a:cubicBezTo>
                  <a:cubicBezTo>
                    <a:pt x="1551" y="2290"/>
                    <a:pt x="1542" y="2155"/>
                    <a:pt x="1542" y="2137"/>
                  </a:cubicBezTo>
                  <a:cubicBezTo>
                    <a:pt x="1609" y="1739"/>
                    <a:pt x="1862" y="1540"/>
                    <a:pt x="2322" y="1540"/>
                  </a:cubicBezTo>
                  <a:close/>
                  <a:moveTo>
                    <a:pt x="524" y="1"/>
                  </a:moveTo>
                  <a:lnTo>
                    <a:pt x="1" y="3119"/>
                  </a:lnTo>
                  <a:lnTo>
                    <a:pt x="25330" y="7347"/>
                  </a:lnTo>
                  <a:cubicBezTo>
                    <a:pt x="25330" y="7347"/>
                    <a:pt x="25393" y="7095"/>
                    <a:pt x="25420" y="6995"/>
                  </a:cubicBezTo>
                  <a:cubicBezTo>
                    <a:pt x="25537" y="6283"/>
                    <a:pt x="25582" y="6067"/>
                    <a:pt x="25601" y="6004"/>
                  </a:cubicBezTo>
                  <a:cubicBezTo>
                    <a:pt x="25736" y="5391"/>
                    <a:pt x="25889" y="5283"/>
                    <a:pt x="25961" y="5274"/>
                  </a:cubicBezTo>
                  <a:cubicBezTo>
                    <a:pt x="25979" y="5265"/>
                    <a:pt x="25997" y="5265"/>
                    <a:pt x="26015" y="5265"/>
                  </a:cubicBezTo>
                  <a:cubicBezTo>
                    <a:pt x="26141" y="5292"/>
                    <a:pt x="26177" y="5571"/>
                    <a:pt x="26105" y="6049"/>
                  </a:cubicBezTo>
                  <a:cubicBezTo>
                    <a:pt x="26069" y="6355"/>
                    <a:pt x="25997" y="6689"/>
                    <a:pt x="25898" y="7077"/>
                  </a:cubicBezTo>
                  <a:cubicBezTo>
                    <a:pt x="25880" y="7176"/>
                    <a:pt x="25871" y="7266"/>
                    <a:pt x="25844" y="7356"/>
                  </a:cubicBezTo>
                  <a:lnTo>
                    <a:pt x="25826" y="7437"/>
                  </a:lnTo>
                  <a:lnTo>
                    <a:pt x="26412" y="7527"/>
                  </a:lnTo>
                  <a:lnTo>
                    <a:pt x="26926" y="4408"/>
                  </a:lnTo>
                  <a:lnTo>
                    <a:pt x="524" y="1"/>
                  </a:lnTo>
                  <a:close/>
                  <a:moveTo>
                    <a:pt x="28368" y="5003"/>
                  </a:moveTo>
                  <a:lnTo>
                    <a:pt x="27899" y="7780"/>
                  </a:lnTo>
                  <a:lnTo>
                    <a:pt x="74095" y="15496"/>
                  </a:lnTo>
                  <a:lnTo>
                    <a:pt x="74564" y="12719"/>
                  </a:lnTo>
                  <a:lnTo>
                    <a:pt x="28368" y="5003"/>
                  </a:lnTo>
                  <a:close/>
                </a:path>
              </a:pathLst>
            </a:custGeom>
            <a:solidFill>
              <a:srgbClr val="286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p261"/>
            <p:cNvSpPr/>
            <p:nvPr/>
          </p:nvSpPr>
          <p:spPr>
            <a:xfrm>
              <a:off x="3813475" y="2066175"/>
              <a:ext cx="56825" cy="83625"/>
            </a:xfrm>
            <a:custGeom>
              <a:rect b="b" l="l" r="r" t="t"/>
              <a:pathLst>
                <a:path extrusionOk="0" h="3345" w="2273">
                  <a:moveTo>
                    <a:pt x="244" y="0"/>
                  </a:moveTo>
                  <a:cubicBezTo>
                    <a:pt x="109" y="884"/>
                    <a:pt x="1" y="2164"/>
                    <a:pt x="46" y="3056"/>
                  </a:cubicBezTo>
                  <a:lnTo>
                    <a:pt x="1767" y="3344"/>
                  </a:lnTo>
                  <a:lnTo>
                    <a:pt x="2272" y="33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1C2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p261"/>
            <p:cNvSpPr/>
            <p:nvPr/>
          </p:nvSpPr>
          <p:spPr>
            <a:xfrm>
              <a:off x="3818000" y="2001350"/>
              <a:ext cx="177350" cy="82875"/>
            </a:xfrm>
            <a:custGeom>
              <a:rect b="b" l="l" r="r" t="t"/>
              <a:pathLst>
                <a:path extrusionOk="0" h="3315" w="7094">
                  <a:moveTo>
                    <a:pt x="3991" y="0"/>
                  </a:moveTo>
                  <a:cubicBezTo>
                    <a:pt x="3917" y="0"/>
                    <a:pt x="3852" y="5"/>
                    <a:pt x="3795" y="15"/>
                  </a:cubicBezTo>
                  <a:cubicBezTo>
                    <a:pt x="3651" y="42"/>
                    <a:pt x="3515" y="105"/>
                    <a:pt x="3389" y="223"/>
                  </a:cubicBezTo>
                  <a:cubicBezTo>
                    <a:pt x="3299" y="286"/>
                    <a:pt x="3227" y="367"/>
                    <a:pt x="3173" y="457"/>
                  </a:cubicBezTo>
                  <a:lnTo>
                    <a:pt x="7094" y="1115"/>
                  </a:lnTo>
                  <a:cubicBezTo>
                    <a:pt x="7076" y="1007"/>
                    <a:pt x="7031" y="908"/>
                    <a:pt x="6968" y="817"/>
                  </a:cubicBezTo>
                  <a:cubicBezTo>
                    <a:pt x="6887" y="673"/>
                    <a:pt x="6778" y="565"/>
                    <a:pt x="6652" y="493"/>
                  </a:cubicBezTo>
                  <a:cubicBezTo>
                    <a:pt x="6517" y="412"/>
                    <a:pt x="6319" y="358"/>
                    <a:pt x="6048" y="313"/>
                  </a:cubicBezTo>
                  <a:lnTo>
                    <a:pt x="5471" y="214"/>
                  </a:lnTo>
                  <a:lnTo>
                    <a:pt x="4426" y="42"/>
                  </a:lnTo>
                  <a:cubicBezTo>
                    <a:pt x="4257" y="14"/>
                    <a:pt x="4112" y="0"/>
                    <a:pt x="3991" y="0"/>
                  </a:cubicBezTo>
                  <a:close/>
                  <a:moveTo>
                    <a:pt x="802" y="60"/>
                  </a:moveTo>
                  <a:cubicBezTo>
                    <a:pt x="424" y="1034"/>
                    <a:pt x="153" y="1998"/>
                    <a:pt x="0" y="2981"/>
                  </a:cubicBezTo>
                  <a:lnTo>
                    <a:pt x="2028" y="3314"/>
                  </a:lnTo>
                  <a:lnTo>
                    <a:pt x="2524" y="349"/>
                  </a:lnTo>
                  <a:lnTo>
                    <a:pt x="802" y="60"/>
                  </a:lnTo>
                  <a:close/>
                </a:path>
              </a:pathLst>
            </a:custGeom>
            <a:solidFill>
              <a:srgbClr val="2940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p261"/>
            <p:cNvSpPr/>
            <p:nvPr/>
          </p:nvSpPr>
          <p:spPr>
            <a:xfrm>
              <a:off x="3928625" y="1968150"/>
              <a:ext cx="484300" cy="104000"/>
            </a:xfrm>
            <a:custGeom>
              <a:rect b="b" l="l" r="r" t="t"/>
              <a:pathLst>
                <a:path extrusionOk="0" h="4160" w="19372">
                  <a:moveTo>
                    <a:pt x="1858" y="496"/>
                  </a:moveTo>
                  <a:cubicBezTo>
                    <a:pt x="1867" y="496"/>
                    <a:pt x="1894" y="505"/>
                    <a:pt x="1930" y="532"/>
                  </a:cubicBezTo>
                  <a:cubicBezTo>
                    <a:pt x="1993" y="541"/>
                    <a:pt x="2948" y="676"/>
                    <a:pt x="4814" y="929"/>
                  </a:cubicBezTo>
                  <a:lnTo>
                    <a:pt x="18606" y="3236"/>
                  </a:lnTo>
                  <a:lnTo>
                    <a:pt x="18741" y="3389"/>
                  </a:lnTo>
                  <a:cubicBezTo>
                    <a:pt x="18732" y="3462"/>
                    <a:pt x="18696" y="3498"/>
                    <a:pt x="18642" y="3516"/>
                  </a:cubicBezTo>
                  <a:cubicBezTo>
                    <a:pt x="18626" y="3517"/>
                    <a:pt x="18607" y="3518"/>
                    <a:pt x="18586" y="3518"/>
                  </a:cubicBezTo>
                  <a:cubicBezTo>
                    <a:pt x="18474" y="3518"/>
                    <a:pt x="18282" y="3497"/>
                    <a:pt x="18002" y="3443"/>
                  </a:cubicBezTo>
                  <a:lnTo>
                    <a:pt x="4760" y="1217"/>
                  </a:lnTo>
                  <a:cubicBezTo>
                    <a:pt x="3246" y="938"/>
                    <a:pt x="2263" y="739"/>
                    <a:pt x="1813" y="631"/>
                  </a:cubicBezTo>
                  <a:cubicBezTo>
                    <a:pt x="1808" y="636"/>
                    <a:pt x="1805" y="638"/>
                    <a:pt x="1803" y="638"/>
                  </a:cubicBezTo>
                  <a:cubicBezTo>
                    <a:pt x="1795" y="638"/>
                    <a:pt x="1797" y="616"/>
                    <a:pt x="1804" y="568"/>
                  </a:cubicBezTo>
                  <a:cubicBezTo>
                    <a:pt x="1813" y="514"/>
                    <a:pt x="1831" y="496"/>
                    <a:pt x="1858" y="496"/>
                  </a:cubicBezTo>
                  <a:close/>
                  <a:moveTo>
                    <a:pt x="1128" y="0"/>
                  </a:moveTo>
                  <a:cubicBezTo>
                    <a:pt x="614" y="189"/>
                    <a:pt x="235" y="649"/>
                    <a:pt x="1" y="1370"/>
                  </a:cubicBezTo>
                  <a:lnTo>
                    <a:pt x="1046" y="1542"/>
                  </a:lnTo>
                  <a:cubicBezTo>
                    <a:pt x="1083" y="1190"/>
                    <a:pt x="1254" y="974"/>
                    <a:pt x="1551" y="884"/>
                  </a:cubicBezTo>
                  <a:lnTo>
                    <a:pt x="17019" y="3462"/>
                  </a:lnTo>
                  <a:cubicBezTo>
                    <a:pt x="17425" y="3858"/>
                    <a:pt x="17776" y="4083"/>
                    <a:pt x="18083" y="4129"/>
                  </a:cubicBezTo>
                  <a:cubicBezTo>
                    <a:pt x="18204" y="4150"/>
                    <a:pt x="18314" y="4160"/>
                    <a:pt x="18414" y="4160"/>
                  </a:cubicBezTo>
                  <a:cubicBezTo>
                    <a:pt x="18657" y="4160"/>
                    <a:pt x="18841" y="4099"/>
                    <a:pt x="18975" y="3984"/>
                  </a:cubicBezTo>
                  <a:cubicBezTo>
                    <a:pt x="19164" y="3804"/>
                    <a:pt x="19291" y="3489"/>
                    <a:pt x="19372" y="3029"/>
                  </a:cubicBezTo>
                  <a:lnTo>
                    <a:pt x="1128" y="0"/>
                  </a:lnTo>
                  <a:close/>
                </a:path>
              </a:pathLst>
            </a:custGeom>
            <a:solidFill>
              <a:srgbClr val="B6B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p261"/>
            <p:cNvSpPr/>
            <p:nvPr/>
          </p:nvSpPr>
          <p:spPr>
            <a:xfrm>
              <a:off x="3973500" y="1980525"/>
              <a:ext cx="423650" cy="75575"/>
            </a:xfrm>
            <a:custGeom>
              <a:rect b="b" l="l" r="r" t="t"/>
              <a:pathLst>
                <a:path extrusionOk="0" h="3023" w="16946">
                  <a:moveTo>
                    <a:pt x="63" y="1"/>
                  </a:moveTo>
                  <a:cubicBezTo>
                    <a:pt x="36" y="1"/>
                    <a:pt x="18" y="19"/>
                    <a:pt x="9" y="73"/>
                  </a:cubicBezTo>
                  <a:cubicBezTo>
                    <a:pt x="2" y="121"/>
                    <a:pt x="0" y="143"/>
                    <a:pt x="8" y="143"/>
                  </a:cubicBezTo>
                  <a:cubicBezTo>
                    <a:pt x="10" y="143"/>
                    <a:pt x="13" y="141"/>
                    <a:pt x="18" y="136"/>
                  </a:cubicBezTo>
                  <a:cubicBezTo>
                    <a:pt x="468" y="244"/>
                    <a:pt x="1451" y="443"/>
                    <a:pt x="2965" y="722"/>
                  </a:cubicBezTo>
                  <a:lnTo>
                    <a:pt x="16207" y="2948"/>
                  </a:lnTo>
                  <a:cubicBezTo>
                    <a:pt x="16487" y="3002"/>
                    <a:pt x="16679" y="3023"/>
                    <a:pt x="16791" y="3023"/>
                  </a:cubicBezTo>
                  <a:cubicBezTo>
                    <a:pt x="16812" y="3023"/>
                    <a:pt x="16831" y="3022"/>
                    <a:pt x="16847" y="3021"/>
                  </a:cubicBezTo>
                  <a:cubicBezTo>
                    <a:pt x="16901" y="3003"/>
                    <a:pt x="16937" y="2967"/>
                    <a:pt x="16946" y="2894"/>
                  </a:cubicBezTo>
                  <a:lnTo>
                    <a:pt x="16811" y="2741"/>
                  </a:lnTo>
                  <a:lnTo>
                    <a:pt x="3019" y="434"/>
                  </a:lnTo>
                  <a:cubicBezTo>
                    <a:pt x="1153" y="181"/>
                    <a:pt x="198" y="46"/>
                    <a:pt x="135" y="37"/>
                  </a:cubicBezTo>
                  <a:cubicBezTo>
                    <a:pt x="99" y="10"/>
                    <a:pt x="72" y="1"/>
                    <a:pt x="6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p261"/>
            <p:cNvSpPr/>
            <p:nvPr/>
          </p:nvSpPr>
          <p:spPr>
            <a:xfrm>
              <a:off x="3855400" y="2081950"/>
              <a:ext cx="1864100" cy="370500"/>
            </a:xfrm>
            <a:custGeom>
              <a:rect b="b" l="l" r="r" t="t"/>
              <a:pathLst>
                <a:path extrusionOk="0" h="14820" w="74564">
                  <a:moveTo>
                    <a:pt x="469" y="0"/>
                  </a:moveTo>
                  <a:lnTo>
                    <a:pt x="0" y="2776"/>
                  </a:lnTo>
                  <a:lnTo>
                    <a:pt x="26411" y="7184"/>
                  </a:lnTo>
                  <a:lnTo>
                    <a:pt x="26465" y="6860"/>
                  </a:lnTo>
                  <a:lnTo>
                    <a:pt x="74158" y="14819"/>
                  </a:lnTo>
                  <a:lnTo>
                    <a:pt x="74563" y="12376"/>
                  </a:lnTo>
                  <a:lnTo>
                    <a:pt x="28520" y="4687"/>
                  </a:lnTo>
                  <a:lnTo>
                    <a:pt x="28962" y="2064"/>
                  </a:lnTo>
                  <a:lnTo>
                    <a:pt x="27159" y="1767"/>
                  </a:lnTo>
                  <a:lnTo>
                    <a:pt x="26718" y="4390"/>
                  </a:lnTo>
                  <a:lnTo>
                    <a:pt x="26294" y="4318"/>
                  </a:lnTo>
                  <a:lnTo>
                    <a:pt x="26285" y="4399"/>
                  </a:lnTo>
                  <a:cubicBezTo>
                    <a:pt x="26159" y="5418"/>
                    <a:pt x="25996" y="5733"/>
                    <a:pt x="25879" y="5823"/>
                  </a:cubicBezTo>
                  <a:cubicBezTo>
                    <a:pt x="25853" y="5836"/>
                    <a:pt x="25831" y="5845"/>
                    <a:pt x="25811" y="5845"/>
                  </a:cubicBezTo>
                  <a:cubicBezTo>
                    <a:pt x="25804" y="5845"/>
                    <a:pt x="25796" y="5844"/>
                    <a:pt x="25789" y="5841"/>
                  </a:cubicBezTo>
                  <a:cubicBezTo>
                    <a:pt x="25762" y="5841"/>
                    <a:pt x="25735" y="5823"/>
                    <a:pt x="25717" y="5796"/>
                  </a:cubicBezTo>
                  <a:cubicBezTo>
                    <a:pt x="25636" y="5670"/>
                    <a:pt x="25582" y="5318"/>
                    <a:pt x="25789" y="4309"/>
                  </a:cubicBezTo>
                  <a:lnTo>
                    <a:pt x="25807" y="4237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1D5C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p261"/>
            <p:cNvSpPr/>
            <p:nvPr/>
          </p:nvSpPr>
          <p:spPr>
            <a:xfrm>
              <a:off x="3809875" y="1963175"/>
              <a:ext cx="1923600" cy="492150"/>
            </a:xfrm>
            <a:custGeom>
              <a:rect b="b" l="l" r="r" t="t"/>
              <a:pathLst>
                <a:path extrusionOk="0" h="19686" w="76944">
                  <a:moveTo>
                    <a:pt x="5950" y="379"/>
                  </a:moveTo>
                  <a:lnTo>
                    <a:pt x="5851" y="388"/>
                  </a:lnTo>
                  <a:cubicBezTo>
                    <a:pt x="7383" y="578"/>
                    <a:pt x="8897" y="830"/>
                    <a:pt x="10421" y="1074"/>
                  </a:cubicBezTo>
                  <a:lnTo>
                    <a:pt x="14982" y="1840"/>
                  </a:lnTo>
                  <a:lnTo>
                    <a:pt x="19534" y="2615"/>
                  </a:lnTo>
                  <a:lnTo>
                    <a:pt x="23920" y="3388"/>
                  </a:lnTo>
                  <a:lnTo>
                    <a:pt x="23920" y="3388"/>
                  </a:lnTo>
                  <a:cubicBezTo>
                    <a:pt x="23900" y="3582"/>
                    <a:pt x="23858" y="3771"/>
                    <a:pt x="23770" y="3940"/>
                  </a:cubicBezTo>
                  <a:cubicBezTo>
                    <a:pt x="23743" y="3994"/>
                    <a:pt x="23707" y="4039"/>
                    <a:pt x="23671" y="4084"/>
                  </a:cubicBezTo>
                  <a:cubicBezTo>
                    <a:pt x="23635" y="4129"/>
                    <a:pt x="23590" y="4156"/>
                    <a:pt x="23536" y="4192"/>
                  </a:cubicBezTo>
                  <a:cubicBezTo>
                    <a:pt x="23437" y="4246"/>
                    <a:pt x="23310" y="4264"/>
                    <a:pt x="23184" y="4264"/>
                  </a:cubicBezTo>
                  <a:cubicBezTo>
                    <a:pt x="23162" y="4266"/>
                    <a:pt x="23139" y="4267"/>
                    <a:pt x="23117" y="4267"/>
                  </a:cubicBezTo>
                  <a:cubicBezTo>
                    <a:pt x="23011" y="4267"/>
                    <a:pt x="22902" y="4251"/>
                    <a:pt x="22806" y="4228"/>
                  </a:cubicBezTo>
                  <a:cubicBezTo>
                    <a:pt x="22680" y="4201"/>
                    <a:pt x="22571" y="4138"/>
                    <a:pt x="22463" y="4066"/>
                  </a:cubicBezTo>
                  <a:cubicBezTo>
                    <a:pt x="22247" y="3931"/>
                    <a:pt x="22058" y="3742"/>
                    <a:pt x="21904" y="3525"/>
                  </a:cubicBezTo>
                  <a:lnTo>
                    <a:pt x="21904" y="3516"/>
                  </a:lnTo>
                  <a:cubicBezTo>
                    <a:pt x="21886" y="3498"/>
                    <a:pt x="21850" y="3471"/>
                    <a:pt x="21823" y="3471"/>
                  </a:cubicBezTo>
                  <a:lnTo>
                    <a:pt x="21796" y="3471"/>
                  </a:lnTo>
                  <a:cubicBezTo>
                    <a:pt x="20507" y="3282"/>
                    <a:pt x="19209" y="3093"/>
                    <a:pt x="17920" y="2885"/>
                  </a:cubicBezTo>
                  <a:cubicBezTo>
                    <a:pt x="16631" y="2687"/>
                    <a:pt x="15342" y="2489"/>
                    <a:pt x="14053" y="2272"/>
                  </a:cubicBezTo>
                  <a:cubicBezTo>
                    <a:pt x="12764" y="2056"/>
                    <a:pt x="11475" y="1858"/>
                    <a:pt x="10186" y="1632"/>
                  </a:cubicBezTo>
                  <a:cubicBezTo>
                    <a:pt x="8897" y="1407"/>
                    <a:pt x="7617" y="1173"/>
                    <a:pt x="6337" y="884"/>
                  </a:cubicBezTo>
                  <a:cubicBezTo>
                    <a:pt x="6310" y="884"/>
                    <a:pt x="6283" y="884"/>
                    <a:pt x="6256" y="893"/>
                  </a:cubicBezTo>
                  <a:lnTo>
                    <a:pt x="6247" y="893"/>
                  </a:lnTo>
                  <a:cubicBezTo>
                    <a:pt x="6076" y="947"/>
                    <a:pt x="5896" y="1046"/>
                    <a:pt x="5787" y="1209"/>
                  </a:cubicBezTo>
                  <a:cubicBezTo>
                    <a:pt x="5670" y="1371"/>
                    <a:pt x="5625" y="1551"/>
                    <a:pt x="5607" y="1723"/>
                  </a:cubicBezTo>
                  <a:lnTo>
                    <a:pt x="5598" y="1759"/>
                  </a:lnTo>
                  <a:cubicBezTo>
                    <a:pt x="5598" y="1768"/>
                    <a:pt x="5598" y="1786"/>
                    <a:pt x="5598" y="1795"/>
                  </a:cubicBezTo>
                  <a:cubicBezTo>
                    <a:pt x="5607" y="1871"/>
                    <a:pt x="5670" y="1931"/>
                    <a:pt x="5752" y="1931"/>
                  </a:cubicBezTo>
                  <a:cubicBezTo>
                    <a:pt x="5758" y="1931"/>
                    <a:pt x="5764" y="1930"/>
                    <a:pt x="5769" y="1930"/>
                  </a:cubicBezTo>
                  <a:cubicBezTo>
                    <a:pt x="5812" y="1927"/>
                    <a:pt x="5853" y="1926"/>
                    <a:pt x="5894" y="1926"/>
                  </a:cubicBezTo>
                  <a:cubicBezTo>
                    <a:pt x="5994" y="1926"/>
                    <a:pt x="6091" y="1932"/>
                    <a:pt x="6193" y="1939"/>
                  </a:cubicBezTo>
                  <a:cubicBezTo>
                    <a:pt x="6337" y="1948"/>
                    <a:pt x="6472" y="1957"/>
                    <a:pt x="6599" y="1993"/>
                  </a:cubicBezTo>
                  <a:cubicBezTo>
                    <a:pt x="6725" y="2020"/>
                    <a:pt x="6860" y="2065"/>
                    <a:pt x="6950" y="2137"/>
                  </a:cubicBezTo>
                  <a:cubicBezTo>
                    <a:pt x="7049" y="2200"/>
                    <a:pt x="7121" y="2299"/>
                    <a:pt x="7167" y="2417"/>
                  </a:cubicBezTo>
                  <a:lnTo>
                    <a:pt x="7176" y="2426"/>
                  </a:lnTo>
                  <a:cubicBezTo>
                    <a:pt x="7212" y="2507"/>
                    <a:pt x="7239" y="2588"/>
                    <a:pt x="7230" y="2678"/>
                  </a:cubicBezTo>
                  <a:cubicBezTo>
                    <a:pt x="7230" y="2750"/>
                    <a:pt x="7284" y="2822"/>
                    <a:pt x="7365" y="2831"/>
                  </a:cubicBezTo>
                  <a:lnTo>
                    <a:pt x="7392" y="2831"/>
                  </a:lnTo>
                  <a:cubicBezTo>
                    <a:pt x="8293" y="2957"/>
                    <a:pt x="9204" y="3084"/>
                    <a:pt x="10105" y="3228"/>
                  </a:cubicBezTo>
                  <a:lnTo>
                    <a:pt x="11466" y="3435"/>
                  </a:lnTo>
                  <a:lnTo>
                    <a:pt x="12818" y="3652"/>
                  </a:lnTo>
                  <a:cubicBezTo>
                    <a:pt x="14630" y="3940"/>
                    <a:pt x="16433" y="4255"/>
                    <a:pt x="18245" y="4562"/>
                  </a:cubicBezTo>
                  <a:lnTo>
                    <a:pt x="20949" y="5022"/>
                  </a:lnTo>
                  <a:lnTo>
                    <a:pt x="23662" y="5490"/>
                  </a:lnTo>
                  <a:cubicBezTo>
                    <a:pt x="25395" y="5785"/>
                    <a:pt x="27129" y="6096"/>
                    <a:pt x="28862" y="6416"/>
                  </a:cubicBezTo>
                  <a:lnTo>
                    <a:pt x="28862" y="6416"/>
                  </a:lnTo>
                  <a:cubicBezTo>
                    <a:pt x="28668" y="7221"/>
                    <a:pt x="28519" y="8032"/>
                    <a:pt x="28376" y="8844"/>
                  </a:cubicBezTo>
                  <a:cubicBezTo>
                    <a:pt x="28304" y="9285"/>
                    <a:pt x="28232" y="9718"/>
                    <a:pt x="28178" y="10160"/>
                  </a:cubicBezTo>
                  <a:cubicBezTo>
                    <a:pt x="28116" y="10597"/>
                    <a:pt x="28062" y="11034"/>
                    <a:pt x="28035" y="11480"/>
                  </a:cubicBezTo>
                  <a:lnTo>
                    <a:pt x="28035" y="11480"/>
                  </a:lnTo>
                  <a:cubicBezTo>
                    <a:pt x="28034" y="11482"/>
                    <a:pt x="28034" y="11483"/>
                    <a:pt x="28034" y="11485"/>
                  </a:cubicBezTo>
                  <a:lnTo>
                    <a:pt x="28034" y="11494"/>
                  </a:lnTo>
                  <a:lnTo>
                    <a:pt x="28012" y="11627"/>
                  </a:lnTo>
                  <a:lnTo>
                    <a:pt x="28012" y="11627"/>
                  </a:lnTo>
                  <a:cubicBezTo>
                    <a:pt x="25733" y="11284"/>
                    <a:pt x="23463" y="10933"/>
                    <a:pt x="21192" y="10565"/>
                  </a:cubicBezTo>
                  <a:lnTo>
                    <a:pt x="14197" y="9420"/>
                  </a:lnTo>
                  <a:cubicBezTo>
                    <a:pt x="11863" y="9042"/>
                    <a:pt x="9528" y="8645"/>
                    <a:pt x="7203" y="8249"/>
                  </a:cubicBezTo>
                  <a:cubicBezTo>
                    <a:pt x="4917" y="7860"/>
                    <a:pt x="2632" y="7498"/>
                    <a:pt x="372" y="7018"/>
                  </a:cubicBezTo>
                  <a:lnTo>
                    <a:pt x="372" y="7018"/>
                  </a:lnTo>
                  <a:cubicBezTo>
                    <a:pt x="332" y="6599"/>
                    <a:pt x="327" y="6180"/>
                    <a:pt x="343" y="5761"/>
                  </a:cubicBezTo>
                  <a:cubicBezTo>
                    <a:pt x="361" y="5292"/>
                    <a:pt x="406" y="4823"/>
                    <a:pt x="478" y="4355"/>
                  </a:cubicBezTo>
                  <a:cubicBezTo>
                    <a:pt x="624" y="3473"/>
                    <a:pt x="875" y="2607"/>
                    <a:pt x="1248" y="1788"/>
                  </a:cubicBezTo>
                  <a:lnTo>
                    <a:pt x="1248" y="1788"/>
                  </a:lnTo>
                  <a:cubicBezTo>
                    <a:pt x="1599" y="1800"/>
                    <a:pt x="1945" y="1849"/>
                    <a:pt x="2290" y="1912"/>
                  </a:cubicBezTo>
                  <a:cubicBezTo>
                    <a:pt x="2687" y="1984"/>
                    <a:pt x="3074" y="2065"/>
                    <a:pt x="3462" y="2173"/>
                  </a:cubicBezTo>
                  <a:lnTo>
                    <a:pt x="3525" y="2191"/>
                  </a:lnTo>
                  <a:cubicBezTo>
                    <a:pt x="3534" y="2200"/>
                    <a:pt x="3552" y="2200"/>
                    <a:pt x="3561" y="2200"/>
                  </a:cubicBezTo>
                  <a:cubicBezTo>
                    <a:pt x="3624" y="2191"/>
                    <a:pt x="3669" y="2146"/>
                    <a:pt x="3669" y="2083"/>
                  </a:cubicBezTo>
                  <a:cubicBezTo>
                    <a:pt x="3660" y="1984"/>
                    <a:pt x="3705" y="1894"/>
                    <a:pt x="3768" y="1822"/>
                  </a:cubicBezTo>
                  <a:lnTo>
                    <a:pt x="3777" y="1813"/>
                  </a:lnTo>
                  <a:cubicBezTo>
                    <a:pt x="3876" y="1677"/>
                    <a:pt x="4039" y="1596"/>
                    <a:pt x="4210" y="1596"/>
                  </a:cubicBezTo>
                  <a:cubicBezTo>
                    <a:pt x="4291" y="1596"/>
                    <a:pt x="4381" y="1605"/>
                    <a:pt x="4471" y="1632"/>
                  </a:cubicBezTo>
                  <a:cubicBezTo>
                    <a:pt x="4553" y="1659"/>
                    <a:pt x="4634" y="1705"/>
                    <a:pt x="4715" y="1759"/>
                  </a:cubicBezTo>
                  <a:cubicBezTo>
                    <a:pt x="4733" y="1768"/>
                    <a:pt x="4760" y="1777"/>
                    <a:pt x="4778" y="1777"/>
                  </a:cubicBezTo>
                  <a:cubicBezTo>
                    <a:pt x="4784" y="1777"/>
                    <a:pt x="4790" y="1778"/>
                    <a:pt x="4795" y="1778"/>
                  </a:cubicBezTo>
                  <a:cubicBezTo>
                    <a:pt x="4868" y="1778"/>
                    <a:pt x="4923" y="1726"/>
                    <a:pt x="4931" y="1659"/>
                  </a:cubicBezTo>
                  <a:lnTo>
                    <a:pt x="4931" y="1623"/>
                  </a:lnTo>
                  <a:cubicBezTo>
                    <a:pt x="4940" y="1479"/>
                    <a:pt x="4976" y="1335"/>
                    <a:pt x="5030" y="1191"/>
                  </a:cubicBezTo>
                  <a:cubicBezTo>
                    <a:pt x="5084" y="1056"/>
                    <a:pt x="5147" y="929"/>
                    <a:pt x="5238" y="812"/>
                  </a:cubicBezTo>
                  <a:cubicBezTo>
                    <a:pt x="5319" y="686"/>
                    <a:pt x="5427" y="587"/>
                    <a:pt x="5544" y="506"/>
                  </a:cubicBezTo>
                  <a:cubicBezTo>
                    <a:pt x="5670" y="434"/>
                    <a:pt x="5805" y="379"/>
                    <a:pt x="5950" y="379"/>
                  </a:cubicBezTo>
                  <a:close/>
                  <a:moveTo>
                    <a:pt x="29247" y="6810"/>
                  </a:moveTo>
                  <a:cubicBezTo>
                    <a:pt x="29673" y="6840"/>
                    <a:pt x="30093" y="6910"/>
                    <a:pt x="30513" y="6987"/>
                  </a:cubicBezTo>
                  <a:lnTo>
                    <a:pt x="32000" y="7230"/>
                  </a:lnTo>
                  <a:lnTo>
                    <a:pt x="34983" y="7735"/>
                  </a:lnTo>
                  <a:lnTo>
                    <a:pt x="40942" y="8735"/>
                  </a:lnTo>
                  <a:lnTo>
                    <a:pt x="52867" y="10736"/>
                  </a:lnTo>
                  <a:lnTo>
                    <a:pt x="64783" y="12738"/>
                  </a:lnTo>
                  <a:lnTo>
                    <a:pt x="76488" y="14721"/>
                  </a:lnTo>
                  <a:lnTo>
                    <a:pt x="76488" y="14721"/>
                  </a:lnTo>
                  <a:cubicBezTo>
                    <a:pt x="76399" y="15063"/>
                    <a:pt x="76318" y="15406"/>
                    <a:pt x="76249" y="15748"/>
                  </a:cubicBezTo>
                  <a:cubicBezTo>
                    <a:pt x="76159" y="16154"/>
                    <a:pt x="76087" y="16568"/>
                    <a:pt x="76015" y="16974"/>
                  </a:cubicBezTo>
                  <a:cubicBezTo>
                    <a:pt x="75952" y="17380"/>
                    <a:pt x="75889" y="17794"/>
                    <a:pt x="75835" y="18209"/>
                  </a:cubicBezTo>
                  <a:cubicBezTo>
                    <a:pt x="75797" y="18558"/>
                    <a:pt x="75759" y="18907"/>
                    <a:pt x="75731" y="19256"/>
                  </a:cubicBezTo>
                  <a:lnTo>
                    <a:pt x="75731" y="19256"/>
                  </a:lnTo>
                  <a:lnTo>
                    <a:pt x="64017" y="17335"/>
                  </a:lnTo>
                  <a:lnTo>
                    <a:pt x="52092" y="15361"/>
                  </a:lnTo>
                  <a:lnTo>
                    <a:pt x="40166" y="13377"/>
                  </a:lnTo>
                  <a:cubicBezTo>
                    <a:pt x="36259" y="12731"/>
                    <a:pt x="32352" y="12075"/>
                    <a:pt x="28462" y="11368"/>
                  </a:cubicBezTo>
                  <a:lnTo>
                    <a:pt x="28462" y="11368"/>
                  </a:lnTo>
                  <a:cubicBezTo>
                    <a:pt x="28556" y="10998"/>
                    <a:pt x="28633" y="10627"/>
                    <a:pt x="28710" y="10250"/>
                  </a:cubicBezTo>
                  <a:cubicBezTo>
                    <a:pt x="28800" y="9817"/>
                    <a:pt x="28881" y="9375"/>
                    <a:pt x="28953" y="8943"/>
                  </a:cubicBezTo>
                  <a:cubicBezTo>
                    <a:pt x="29062" y="8231"/>
                    <a:pt x="29171" y="7524"/>
                    <a:pt x="29247" y="6810"/>
                  </a:cubicBezTo>
                  <a:close/>
                  <a:moveTo>
                    <a:pt x="5878" y="1"/>
                  </a:moveTo>
                  <a:cubicBezTo>
                    <a:pt x="5860" y="1"/>
                    <a:pt x="5833" y="1"/>
                    <a:pt x="5814" y="19"/>
                  </a:cubicBezTo>
                  <a:cubicBezTo>
                    <a:pt x="5670" y="127"/>
                    <a:pt x="5535" y="226"/>
                    <a:pt x="5409" y="334"/>
                  </a:cubicBezTo>
                  <a:cubicBezTo>
                    <a:pt x="5292" y="452"/>
                    <a:pt x="5183" y="569"/>
                    <a:pt x="5084" y="686"/>
                  </a:cubicBezTo>
                  <a:cubicBezTo>
                    <a:pt x="4985" y="812"/>
                    <a:pt x="4895" y="947"/>
                    <a:pt x="4805" y="1083"/>
                  </a:cubicBezTo>
                  <a:cubicBezTo>
                    <a:pt x="4743" y="1193"/>
                    <a:pt x="4686" y="1298"/>
                    <a:pt x="4623" y="1406"/>
                  </a:cubicBezTo>
                  <a:lnTo>
                    <a:pt x="4623" y="1406"/>
                  </a:lnTo>
                  <a:cubicBezTo>
                    <a:pt x="4480" y="1431"/>
                    <a:pt x="4340" y="1441"/>
                    <a:pt x="4201" y="1461"/>
                  </a:cubicBezTo>
                  <a:cubicBezTo>
                    <a:pt x="4003" y="1488"/>
                    <a:pt x="3822" y="1569"/>
                    <a:pt x="3651" y="1677"/>
                  </a:cubicBezTo>
                  <a:lnTo>
                    <a:pt x="3660" y="1677"/>
                  </a:lnTo>
                  <a:cubicBezTo>
                    <a:pt x="3596" y="1704"/>
                    <a:pt x="3531" y="1744"/>
                    <a:pt x="3465" y="1790"/>
                  </a:cubicBezTo>
                  <a:lnTo>
                    <a:pt x="3465" y="1790"/>
                  </a:lnTo>
                  <a:cubicBezTo>
                    <a:pt x="3089" y="1763"/>
                    <a:pt x="2712" y="1719"/>
                    <a:pt x="2335" y="1659"/>
                  </a:cubicBezTo>
                  <a:cubicBezTo>
                    <a:pt x="1938" y="1605"/>
                    <a:pt x="1542" y="1533"/>
                    <a:pt x="1154" y="1398"/>
                  </a:cubicBezTo>
                  <a:lnTo>
                    <a:pt x="1145" y="1398"/>
                  </a:lnTo>
                  <a:cubicBezTo>
                    <a:pt x="1129" y="1393"/>
                    <a:pt x="1113" y="1390"/>
                    <a:pt x="1097" y="1390"/>
                  </a:cubicBezTo>
                  <a:cubicBezTo>
                    <a:pt x="1031" y="1390"/>
                    <a:pt x="969" y="1434"/>
                    <a:pt x="947" y="1506"/>
                  </a:cubicBezTo>
                  <a:lnTo>
                    <a:pt x="947" y="1524"/>
                  </a:lnTo>
                  <a:cubicBezTo>
                    <a:pt x="659" y="2444"/>
                    <a:pt x="406" y="3372"/>
                    <a:pt x="235" y="4319"/>
                  </a:cubicBezTo>
                  <a:cubicBezTo>
                    <a:pt x="154" y="4787"/>
                    <a:pt x="100" y="5265"/>
                    <a:pt x="55" y="5743"/>
                  </a:cubicBezTo>
                  <a:cubicBezTo>
                    <a:pt x="19" y="6220"/>
                    <a:pt x="1" y="6707"/>
                    <a:pt x="1" y="7185"/>
                  </a:cubicBezTo>
                  <a:lnTo>
                    <a:pt x="1" y="7203"/>
                  </a:lnTo>
                  <a:cubicBezTo>
                    <a:pt x="10" y="7284"/>
                    <a:pt x="73" y="7356"/>
                    <a:pt x="163" y="7365"/>
                  </a:cubicBezTo>
                  <a:cubicBezTo>
                    <a:pt x="2506" y="7654"/>
                    <a:pt x="4841" y="8059"/>
                    <a:pt x="7167" y="8438"/>
                  </a:cubicBezTo>
                  <a:cubicBezTo>
                    <a:pt x="9501" y="8825"/>
                    <a:pt x="11836" y="9204"/>
                    <a:pt x="14161" y="9601"/>
                  </a:cubicBezTo>
                  <a:lnTo>
                    <a:pt x="21156" y="10800"/>
                  </a:lnTo>
                  <a:cubicBezTo>
                    <a:pt x="23482" y="11196"/>
                    <a:pt x="25807" y="11611"/>
                    <a:pt x="28133" y="12043"/>
                  </a:cubicBezTo>
                  <a:cubicBezTo>
                    <a:pt x="28144" y="12045"/>
                    <a:pt x="28155" y="12046"/>
                    <a:pt x="28166" y="12046"/>
                  </a:cubicBezTo>
                  <a:cubicBezTo>
                    <a:pt x="28261" y="12046"/>
                    <a:pt x="28342" y="11978"/>
                    <a:pt x="28358" y="11881"/>
                  </a:cubicBezTo>
                  <a:lnTo>
                    <a:pt x="28380" y="11748"/>
                  </a:lnTo>
                  <a:lnTo>
                    <a:pt x="28380" y="11748"/>
                  </a:lnTo>
                  <a:cubicBezTo>
                    <a:pt x="32300" y="12344"/>
                    <a:pt x="36211" y="12992"/>
                    <a:pt x="40121" y="13648"/>
                  </a:cubicBezTo>
                  <a:lnTo>
                    <a:pt x="52047" y="15649"/>
                  </a:lnTo>
                  <a:lnTo>
                    <a:pt x="63963" y="17650"/>
                  </a:lnTo>
                  <a:lnTo>
                    <a:pt x="75880" y="19678"/>
                  </a:lnTo>
                  <a:cubicBezTo>
                    <a:pt x="75895" y="19683"/>
                    <a:pt x="75911" y="19685"/>
                    <a:pt x="75927" y="19685"/>
                  </a:cubicBezTo>
                  <a:cubicBezTo>
                    <a:pt x="76002" y="19685"/>
                    <a:pt x="76072" y="19635"/>
                    <a:pt x="76087" y="19561"/>
                  </a:cubicBezTo>
                  <a:lnTo>
                    <a:pt x="76105" y="19516"/>
                  </a:lnTo>
                  <a:cubicBezTo>
                    <a:pt x="76222" y="19110"/>
                    <a:pt x="76312" y="18705"/>
                    <a:pt x="76393" y="18299"/>
                  </a:cubicBezTo>
                  <a:cubicBezTo>
                    <a:pt x="76484" y="17893"/>
                    <a:pt x="76556" y="17488"/>
                    <a:pt x="76628" y="17073"/>
                  </a:cubicBezTo>
                  <a:cubicBezTo>
                    <a:pt x="76691" y="16668"/>
                    <a:pt x="76754" y="16253"/>
                    <a:pt x="76808" y="15838"/>
                  </a:cubicBezTo>
                  <a:cubicBezTo>
                    <a:pt x="76862" y="15433"/>
                    <a:pt x="76898" y="15018"/>
                    <a:pt x="76925" y="14594"/>
                  </a:cubicBezTo>
                  <a:cubicBezTo>
                    <a:pt x="76943" y="14495"/>
                    <a:pt x="76871" y="14396"/>
                    <a:pt x="76763" y="14378"/>
                  </a:cubicBezTo>
                  <a:lnTo>
                    <a:pt x="64838" y="12413"/>
                  </a:lnTo>
                  <a:lnTo>
                    <a:pt x="52912" y="10439"/>
                  </a:lnTo>
                  <a:lnTo>
                    <a:pt x="40987" y="8456"/>
                  </a:lnTo>
                  <a:lnTo>
                    <a:pt x="35029" y="7464"/>
                  </a:lnTo>
                  <a:lnTo>
                    <a:pt x="32045" y="6969"/>
                  </a:lnTo>
                  <a:lnTo>
                    <a:pt x="30558" y="6725"/>
                  </a:lnTo>
                  <a:cubicBezTo>
                    <a:pt x="30130" y="6655"/>
                    <a:pt x="29702" y="6585"/>
                    <a:pt x="29281" y="6469"/>
                  </a:cubicBezTo>
                  <a:lnTo>
                    <a:pt x="29281" y="6469"/>
                  </a:lnTo>
                  <a:cubicBezTo>
                    <a:pt x="29286" y="6410"/>
                    <a:pt x="29291" y="6351"/>
                    <a:pt x="29296" y="6293"/>
                  </a:cubicBezTo>
                  <a:lnTo>
                    <a:pt x="29296" y="6275"/>
                  </a:lnTo>
                  <a:cubicBezTo>
                    <a:pt x="29305" y="6175"/>
                    <a:pt x="29233" y="6085"/>
                    <a:pt x="29133" y="6067"/>
                  </a:cubicBezTo>
                  <a:cubicBezTo>
                    <a:pt x="27322" y="5797"/>
                    <a:pt x="25510" y="5508"/>
                    <a:pt x="23698" y="5220"/>
                  </a:cubicBezTo>
                  <a:lnTo>
                    <a:pt x="20994" y="4787"/>
                  </a:lnTo>
                  <a:lnTo>
                    <a:pt x="18281" y="4346"/>
                  </a:lnTo>
                  <a:cubicBezTo>
                    <a:pt x="16469" y="4039"/>
                    <a:pt x="14666" y="3751"/>
                    <a:pt x="12854" y="3435"/>
                  </a:cubicBezTo>
                  <a:lnTo>
                    <a:pt x="11502" y="3210"/>
                  </a:lnTo>
                  <a:lnTo>
                    <a:pt x="10150" y="2957"/>
                  </a:lnTo>
                  <a:cubicBezTo>
                    <a:pt x="9281" y="2801"/>
                    <a:pt x="8413" y="2636"/>
                    <a:pt x="7552" y="2471"/>
                  </a:cubicBezTo>
                  <a:lnTo>
                    <a:pt x="7552" y="2471"/>
                  </a:lnTo>
                  <a:cubicBezTo>
                    <a:pt x="7514" y="2394"/>
                    <a:pt x="7468" y="2321"/>
                    <a:pt x="7410" y="2263"/>
                  </a:cubicBezTo>
                  <a:lnTo>
                    <a:pt x="7410" y="2263"/>
                  </a:lnTo>
                  <a:lnTo>
                    <a:pt x="7419" y="2272"/>
                  </a:lnTo>
                  <a:cubicBezTo>
                    <a:pt x="7329" y="2146"/>
                    <a:pt x="7212" y="2029"/>
                    <a:pt x="7076" y="1939"/>
                  </a:cubicBezTo>
                  <a:cubicBezTo>
                    <a:pt x="6932" y="1867"/>
                    <a:pt x="6788" y="1822"/>
                    <a:pt x="6653" y="1786"/>
                  </a:cubicBezTo>
                  <a:cubicBezTo>
                    <a:pt x="6509" y="1750"/>
                    <a:pt x="6364" y="1723"/>
                    <a:pt x="6238" y="1686"/>
                  </a:cubicBezTo>
                  <a:cubicBezTo>
                    <a:pt x="6165" y="1667"/>
                    <a:pt x="6091" y="1645"/>
                    <a:pt x="6018" y="1620"/>
                  </a:cubicBezTo>
                  <a:lnTo>
                    <a:pt x="6018" y="1620"/>
                  </a:lnTo>
                  <a:cubicBezTo>
                    <a:pt x="6036" y="1551"/>
                    <a:pt x="6064" y="1489"/>
                    <a:pt x="6103" y="1434"/>
                  </a:cubicBezTo>
                  <a:cubicBezTo>
                    <a:pt x="6150" y="1363"/>
                    <a:pt x="6225" y="1313"/>
                    <a:pt x="6322" y="1277"/>
                  </a:cubicBezTo>
                  <a:lnTo>
                    <a:pt x="6322" y="1277"/>
                  </a:lnTo>
                  <a:cubicBezTo>
                    <a:pt x="7604" y="1421"/>
                    <a:pt x="8886" y="1608"/>
                    <a:pt x="10159" y="1813"/>
                  </a:cubicBezTo>
                  <a:cubicBezTo>
                    <a:pt x="11448" y="2020"/>
                    <a:pt x="12728" y="2245"/>
                    <a:pt x="14017" y="2462"/>
                  </a:cubicBezTo>
                  <a:cubicBezTo>
                    <a:pt x="15306" y="2678"/>
                    <a:pt x="16595" y="2912"/>
                    <a:pt x="17884" y="3138"/>
                  </a:cubicBezTo>
                  <a:cubicBezTo>
                    <a:pt x="19154" y="3370"/>
                    <a:pt x="20433" y="3603"/>
                    <a:pt x="21703" y="3844"/>
                  </a:cubicBezTo>
                  <a:lnTo>
                    <a:pt x="21703" y="3844"/>
                  </a:lnTo>
                  <a:cubicBezTo>
                    <a:pt x="21913" y="3991"/>
                    <a:pt x="22119" y="4142"/>
                    <a:pt x="22355" y="4255"/>
                  </a:cubicBezTo>
                  <a:cubicBezTo>
                    <a:pt x="22481" y="4319"/>
                    <a:pt x="22616" y="4382"/>
                    <a:pt x="22761" y="4409"/>
                  </a:cubicBezTo>
                  <a:cubicBezTo>
                    <a:pt x="22905" y="4436"/>
                    <a:pt x="23040" y="4445"/>
                    <a:pt x="23184" y="4445"/>
                  </a:cubicBezTo>
                  <a:cubicBezTo>
                    <a:pt x="23329" y="4445"/>
                    <a:pt x="23482" y="4427"/>
                    <a:pt x="23626" y="4364"/>
                  </a:cubicBezTo>
                  <a:cubicBezTo>
                    <a:pt x="23698" y="4337"/>
                    <a:pt x="23761" y="4291"/>
                    <a:pt x="23824" y="4228"/>
                  </a:cubicBezTo>
                  <a:cubicBezTo>
                    <a:pt x="23878" y="4174"/>
                    <a:pt x="23923" y="4120"/>
                    <a:pt x="23968" y="4057"/>
                  </a:cubicBezTo>
                  <a:cubicBezTo>
                    <a:pt x="24140" y="3805"/>
                    <a:pt x="24221" y="3534"/>
                    <a:pt x="24311" y="3255"/>
                  </a:cubicBezTo>
                  <a:cubicBezTo>
                    <a:pt x="24311" y="3246"/>
                    <a:pt x="24320" y="3237"/>
                    <a:pt x="24320" y="3228"/>
                  </a:cubicBezTo>
                  <a:cubicBezTo>
                    <a:pt x="24329" y="3138"/>
                    <a:pt x="24266" y="3057"/>
                    <a:pt x="24176" y="3039"/>
                  </a:cubicBezTo>
                  <a:lnTo>
                    <a:pt x="24149" y="3039"/>
                  </a:lnTo>
                  <a:lnTo>
                    <a:pt x="19588" y="2317"/>
                  </a:lnTo>
                  <a:lnTo>
                    <a:pt x="15018" y="1587"/>
                  </a:lnTo>
                  <a:lnTo>
                    <a:pt x="10457" y="839"/>
                  </a:lnTo>
                  <a:cubicBezTo>
                    <a:pt x="8942" y="578"/>
                    <a:pt x="7419" y="325"/>
                    <a:pt x="5914" y="10"/>
                  </a:cubicBezTo>
                  <a:lnTo>
                    <a:pt x="5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p261"/>
            <p:cNvSpPr/>
            <p:nvPr/>
          </p:nvSpPr>
          <p:spPr>
            <a:xfrm>
              <a:off x="3852475" y="2004425"/>
              <a:ext cx="33600" cy="150775"/>
            </a:xfrm>
            <a:custGeom>
              <a:rect b="b" l="l" r="r" t="t"/>
              <a:pathLst>
                <a:path extrusionOk="0" h="6031" w="1344">
                  <a:moveTo>
                    <a:pt x="1154" y="0"/>
                  </a:moveTo>
                  <a:cubicBezTo>
                    <a:pt x="1046" y="0"/>
                    <a:pt x="956" y="91"/>
                    <a:pt x="947" y="199"/>
                  </a:cubicBezTo>
                  <a:cubicBezTo>
                    <a:pt x="938" y="676"/>
                    <a:pt x="893" y="1145"/>
                    <a:pt x="829" y="1614"/>
                  </a:cubicBezTo>
                  <a:cubicBezTo>
                    <a:pt x="775" y="2083"/>
                    <a:pt x="685" y="2542"/>
                    <a:pt x="604" y="3011"/>
                  </a:cubicBezTo>
                  <a:cubicBezTo>
                    <a:pt x="442" y="3939"/>
                    <a:pt x="253" y="4868"/>
                    <a:pt x="18" y="5787"/>
                  </a:cubicBezTo>
                  <a:cubicBezTo>
                    <a:pt x="18" y="5796"/>
                    <a:pt x="9" y="5805"/>
                    <a:pt x="9" y="5814"/>
                  </a:cubicBezTo>
                  <a:cubicBezTo>
                    <a:pt x="0" y="5923"/>
                    <a:pt x="81" y="6022"/>
                    <a:pt x="189" y="6031"/>
                  </a:cubicBezTo>
                  <a:cubicBezTo>
                    <a:pt x="298" y="6031"/>
                    <a:pt x="388" y="5959"/>
                    <a:pt x="397" y="5850"/>
                  </a:cubicBezTo>
                  <a:cubicBezTo>
                    <a:pt x="478" y="4904"/>
                    <a:pt x="604" y="3967"/>
                    <a:pt x="748" y="3029"/>
                  </a:cubicBezTo>
                  <a:cubicBezTo>
                    <a:pt x="820" y="2569"/>
                    <a:pt x="893" y="2101"/>
                    <a:pt x="992" y="1641"/>
                  </a:cubicBezTo>
                  <a:cubicBezTo>
                    <a:pt x="1082" y="1172"/>
                    <a:pt x="1190" y="713"/>
                    <a:pt x="1334" y="262"/>
                  </a:cubicBezTo>
                  <a:cubicBezTo>
                    <a:pt x="1343" y="244"/>
                    <a:pt x="1343" y="226"/>
                    <a:pt x="1343" y="208"/>
                  </a:cubicBezTo>
                  <a:cubicBezTo>
                    <a:pt x="1343" y="100"/>
                    <a:pt x="1262" y="9"/>
                    <a:pt x="1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p261"/>
            <p:cNvSpPr/>
            <p:nvPr/>
          </p:nvSpPr>
          <p:spPr>
            <a:xfrm>
              <a:off x="3928625" y="2002400"/>
              <a:ext cx="26175" cy="4300"/>
            </a:xfrm>
            <a:custGeom>
              <a:rect b="b" l="l" r="r" t="t"/>
              <a:pathLst>
                <a:path extrusionOk="0" fill="none" h="172" w="1047">
                  <a:moveTo>
                    <a:pt x="1" y="0"/>
                  </a:moveTo>
                  <a:lnTo>
                    <a:pt x="1046" y="172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p261"/>
            <p:cNvSpPr/>
            <p:nvPr/>
          </p:nvSpPr>
          <p:spPr>
            <a:xfrm>
              <a:off x="3897300" y="2012750"/>
              <a:ext cx="98050" cy="16475"/>
            </a:xfrm>
            <a:custGeom>
              <a:rect b="b" l="l" r="r" t="t"/>
              <a:pathLst>
                <a:path extrusionOk="0" fill="none" h="659" w="3922">
                  <a:moveTo>
                    <a:pt x="1" y="1"/>
                  </a:moveTo>
                  <a:lnTo>
                    <a:pt x="3922" y="659"/>
                  </a:lnTo>
                </a:path>
              </a:pathLst>
            </a:custGeom>
            <a:noFill/>
            <a:ln cap="rnd" cmpd="sng" w="9700">
              <a:solidFill>
                <a:srgbClr val="42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98" name="Google Shape;9598;p261"/>
          <p:cNvGrpSpPr/>
          <p:nvPr/>
        </p:nvGrpSpPr>
        <p:grpSpPr>
          <a:xfrm rot="-375097">
            <a:off x="7330557" y="3418618"/>
            <a:ext cx="711742" cy="793298"/>
            <a:chOff x="6554696" y="509501"/>
            <a:chExt cx="711709" cy="793261"/>
          </a:xfrm>
        </p:grpSpPr>
        <p:sp>
          <p:nvSpPr>
            <p:cNvPr id="9599" name="Google Shape;9599;p261"/>
            <p:cNvSpPr/>
            <p:nvPr/>
          </p:nvSpPr>
          <p:spPr>
            <a:xfrm>
              <a:off x="6560695" y="516700"/>
              <a:ext cx="696978" cy="779230"/>
            </a:xfrm>
            <a:custGeom>
              <a:rect b="b" l="l" r="r" t="t"/>
              <a:pathLst>
                <a:path extrusionOk="0" h="23381" w="20913">
                  <a:moveTo>
                    <a:pt x="4201" y="1"/>
                  </a:moveTo>
                  <a:cubicBezTo>
                    <a:pt x="1903" y="1"/>
                    <a:pt x="28" y="1866"/>
                    <a:pt x="28" y="4165"/>
                  </a:cubicBezTo>
                  <a:lnTo>
                    <a:pt x="1" y="17073"/>
                  </a:lnTo>
                  <a:cubicBezTo>
                    <a:pt x="1" y="18903"/>
                    <a:pt x="1190" y="20516"/>
                    <a:pt x="2930" y="21057"/>
                  </a:cubicBezTo>
                  <a:lnTo>
                    <a:pt x="9736" y="23193"/>
                  </a:lnTo>
                  <a:cubicBezTo>
                    <a:pt x="10143" y="23318"/>
                    <a:pt x="10563" y="23381"/>
                    <a:pt x="10982" y="23381"/>
                  </a:cubicBezTo>
                  <a:cubicBezTo>
                    <a:pt x="11444" y="23381"/>
                    <a:pt x="11906" y="23304"/>
                    <a:pt x="12350" y="23148"/>
                  </a:cubicBezTo>
                  <a:lnTo>
                    <a:pt x="18092" y="21147"/>
                  </a:lnTo>
                  <a:cubicBezTo>
                    <a:pt x="19759" y="20570"/>
                    <a:pt x="20886" y="18993"/>
                    <a:pt x="20886" y="17217"/>
                  </a:cubicBezTo>
                  <a:lnTo>
                    <a:pt x="20913" y="4201"/>
                  </a:lnTo>
                  <a:cubicBezTo>
                    <a:pt x="20913" y="1903"/>
                    <a:pt x="19047" y="28"/>
                    <a:pt x="16748" y="28"/>
                  </a:cubicBezTo>
                  <a:lnTo>
                    <a:pt x="420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p261"/>
            <p:cNvSpPr/>
            <p:nvPr/>
          </p:nvSpPr>
          <p:spPr>
            <a:xfrm>
              <a:off x="6554696" y="509501"/>
              <a:ext cx="711709" cy="793261"/>
            </a:xfrm>
            <a:custGeom>
              <a:rect b="b" l="l" r="r" t="t"/>
              <a:pathLst>
                <a:path extrusionOk="0" h="23802" w="21355">
                  <a:moveTo>
                    <a:pt x="5138" y="442"/>
                  </a:moveTo>
                  <a:lnTo>
                    <a:pt x="7572" y="451"/>
                  </a:lnTo>
                  <a:lnTo>
                    <a:pt x="12440" y="469"/>
                  </a:lnTo>
                  <a:lnTo>
                    <a:pt x="14873" y="469"/>
                  </a:lnTo>
                  <a:lnTo>
                    <a:pt x="16090" y="478"/>
                  </a:lnTo>
                  <a:cubicBezTo>
                    <a:pt x="16249" y="478"/>
                    <a:pt x="16412" y="477"/>
                    <a:pt x="16574" y="477"/>
                  </a:cubicBezTo>
                  <a:cubicBezTo>
                    <a:pt x="16817" y="477"/>
                    <a:pt x="17058" y="480"/>
                    <a:pt x="17280" y="496"/>
                  </a:cubicBezTo>
                  <a:cubicBezTo>
                    <a:pt x="17659" y="541"/>
                    <a:pt x="18037" y="622"/>
                    <a:pt x="18389" y="766"/>
                  </a:cubicBezTo>
                  <a:cubicBezTo>
                    <a:pt x="18740" y="920"/>
                    <a:pt x="19083" y="1109"/>
                    <a:pt x="19380" y="1352"/>
                  </a:cubicBezTo>
                  <a:cubicBezTo>
                    <a:pt x="19669" y="1596"/>
                    <a:pt x="19939" y="1866"/>
                    <a:pt x="20155" y="2191"/>
                  </a:cubicBezTo>
                  <a:cubicBezTo>
                    <a:pt x="20363" y="2506"/>
                    <a:pt x="20534" y="2849"/>
                    <a:pt x="20651" y="3209"/>
                  </a:cubicBezTo>
                  <a:cubicBezTo>
                    <a:pt x="20759" y="3579"/>
                    <a:pt x="20832" y="3948"/>
                    <a:pt x="20832" y="4336"/>
                  </a:cubicBezTo>
                  <a:cubicBezTo>
                    <a:pt x="20841" y="4733"/>
                    <a:pt x="20832" y="5147"/>
                    <a:pt x="20832" y="5544"/>
                  </a:cubicBezTo>
                  <a:lnTo>
                    <a:pt x="20841" y="7978"/>
                  </a:lnTo>
                  <a:lnTo>
                    <a:pt x="20850" y="12845"/>
                  </a:lnTo>
                  <a:lnTo>
                    <a:pt x="20850" y="15279"/>
                  </a:lnTo>
                  <a:lnTo>
                    <a:pt x="20850" y="16496"/>
                  </a:lnTo>
                  <a:lnTo>
                    <a:pt x="20850" y="17109"/>
                  </a:lnTo>
                  <a:lnTo>
                    <a:pt x="20859" y="17406"/>
                  </a:lnTo>
                  <a:lnTo>
                    <a:pt x="20841" y="17704"/>
                  </a:lnTo>
                  <a:cubicBezTo>
                    <a:pt x="20795" y="18470"/>
                    <a:pt x="20516" y="19218"/>
                    <a:pt x="20047" y="19831"/>
                  </a:cubicBezTo>
                  <a:cubicBezTo>
                    <a:pt x="19579" y="20453"/>
                    <a:pt x="18930" y="20921"/>
                    <a:pt x="18208" y="21183"/>
                  </a:cubicBezTo>
                  <a:lnTo>
                    <a:pt x="13602" y="22769"/>
                  </a:lnTo>
                  <a:lnTo>
                    <a:pt x="12458" y="23175"/>
                  </a:lnTo>
                  <a:cubicBezTo>
                    <a:pt x="12088" y="23292"/>
                    <a:pt x="11709" y="23364"/>
                    <a:pt x="11322" y="23382"/>
                  </a:cubicBezTo>
                  <a:cubicBezTo>
                    <a:pt x="11267" y="23385"/>
                    <a:pt x="11211" y="23386"/>
                    <a:pt x="11156" y="23386"/>
                  </a:cubicBezTo>
                  <a:cubicBezTo>
                    <a:pt x="10830" y="23386"/>
                    <a:pt x="10500" y="23342"/>
                    <a:pt x="10177" y="23265"/>
                  </a:cubicBezTo>
                  <a:cubicBezTo>
                    <a:pt x="9997" y="23211"/>
                    <a:pt x="9798" y="23148"/>
                    <a:pt x="9609" y="23085"/>
                  </a:cubicBezTo>
                  <a:lnTo>
                    <a:pt x="9023" y="22905"/>
                  </a:lnTo>
                  <a:lnTo>
                    <a:pt x="4381" y="21453"/>
                  </a:lnTo>
                  <a:lnTo>
                    <a:pt x="3218" y="21093"/>
                  </a:lnTo>
                  <a:cubicBezTo>
                    <a:pt x="2849" y="20976"/>
                    <a:pt x="2497" y="20813"/>
                    <a:pt x="2173" y="20597"/>
                  </a:cubicBezTo>
                  <a:cubicBezTo>
                    <a:pt x="1542" y="20173"/>
                    <a:pt x="1001" y="19578"/>
                    <a:pt x="676" y="18866"/>
                  </a:cubicBezTo>
                  <a:cubicBezTo>
                    <a:pt x="505" y="18515"/>
                    <a:pt x="397" y="18136"/>
                    <a:pt x="343" y="17749"/>
                  </a:cubicBezTo>
                  <a:cubicBezTo>
                    <a:pt x="298" y="17361"/>
                    <a:pt x="316" y="16955"/>
                    <a:pt x="316" y="16550"/>
                  </a:cubicBezTo>
                  <a:lnTo>
                    <a:pt x="334" y="14116"/>
                  </a:lnTo>
                  <a:lnTo>
                    <a:pt x="388" y="9248"/>
                  </a:lnTo>
                  <a:cubicBezTo>
                    <a:pt x="397" y="7626"/>
                    <a:pt x="406" y="6003"/>
                    <a:pt x="415" y="4381"/>
                  </a:cubicBezTo>
                  <a:cubicBezTo>
                    <a:pt x="424" y="3993"/>
                    <a:pt x="478" y="3606"/>
                    <a:pt x="586" y="3245"/>
                  </a:cubicBezTo>
                  <a:cubicBezTo>
                    <a:pt x="703" y="2876"/>
                    <a:pt x="866" y="2524"/>
                    <a:pt x="1082" y="2200"/>
                  </a:cubicBezTo>
                  <a:cubicBezTo>
                    <a:pt x="1298" y="1884"/>
                    <a:pt x="1551" y="1596"/>
                    <a:pt x="1848" y="1343"/>
                  </a:cubicBezTo>
                  <a:cubicBezTo>
                    <a:pt x="2155" y="1109"/>
                    <a:pt x="2479" y="902"/>
                    <a:pt x="2831" y="748"/>
                  </a:cubicBezTo>
                  <a:cubicBezTo>
                    <a:pt x="3191" y="604"/>
                    <a:pt x="3561" y="505"/>
                    <a:pt x="3948" y="460"/>
                  </a:cubicBezTo>
                  <a:cubicBezTo>
                    <a:pt x="4039" y="451"/>
                    <a:pt x="4138" y="451"/>
                    <a:pt x="4237" y="442"/>
                  </a:cubicBezTo>
                  <a:close/>
                  <a:moveTo>
                    <a:pt x="4381" y="0"/>
                  </a:moveTo>
                  <a:lnTo>
                    <a:pt x="4219" y="9"/>
                  </a:lnTo>
                  <a:cubicBezTo>
                    <a:pt x="4111" y="18"/>
                    <a:pt x="4003" y="18"/>
                    <a:pt x="3894" y="27"/>
                  </a:cubicBezTo>
                  <a:cubicBezTo>
                    <a:pt x="3471" y="81"/>
                    <a:pt x="3056" y="190"/>
                    <a:pt x="2668" y="352"/>
                  </a:cubicBezTo>
                  <a:cubicBezTo>
                    <a:pt x="2272" y="523"/>
                    <a:pt x="1911" y="748"/>
                    <a:pt x="1578" y="1019"/>
                  </a:cubicBezTo>
                  <a:cubicBezTo>
                    <a:pt x="1253" y="1289"/>
                    <a:pt x="965" y="1614"/>
                    <a:pt x="731" y="1965"/>
                  </a:cubicBezTo>
                  <a:cubicBezTo>
                    <a:pt x="496" y="2326"/>
                    <a:pt x="316" y="2713"/>
                    <a:pt x="190" y="3119"/>
                  </a:cubicBezTo>
                  <a:cubicBezTo>
                    <a:pt x="63" y="3534"/>
                    <a:pt x="9" y="3957"/>
                    <a:pt x="0" y="4381"/>
                  </a:cubicBezTo>
                  <a:cubicBezTo>
                    <a:pt x="0" y="6003"/>
                    <a:pt x="0" y="7626"/>
                    <a:pt x="9" y="9248"/>
                  </a:cubicBezTo>
                  <a:lnTo>
                    <a:pt x="54" y="14116"/>
                  </a:lnTo>
                  <a:lnTo>
                    <a:pt x="54" y="16550"/>
                  </a:lnTo>
                  <a:lnTo>
                    <a:pt x="54" y="17154"/>
                  </a:lnTo>
                  <a:cubicBezTo>
                    <a:pt x="54" y="17253"/>
                    <a:pt x="54" y="17361"/>
                    <a:pt x="63" y="17469"/>
                  </a:cubicBezTo>
                  <a:cubicBezTo>
                    <a:pt x="63" y="17568"/>
                    <a:pt x="72" y="17676"/>
                    <a:pt x="81" y="17776"/>
                  </a:cubicBezTo>
                  <a:cubicBezTo>
                    <a:pt x="127" y="18190"/>
                    <a:pt x="217" y="18605"/>
                    <a:pt x="370" y="19002"/>
                  </a:cubicBezTo>
                  <a:cubicBezTo>
                    <a:pt x="676" y="19786"/>
                    <a:pt x="1226" y="20489"/>
                    <a:pt x="1947" y="20949"/>
                  </a:cubicBezTo>
                  <a:cubicBezTo>
                    <a:pt x="2299" y="21183"/>
                    <a:pt x="2696" y="21363"/>
                    <a:pt x="3092" y="21489"/>
                  </a:cubicBezTo>
                  <a:lnTo>
                    <a:pt x="4255" y="21859"/>
                  </a:lnTo>
                  <a:lnTo>
                    <a:pt x="8897" y="23310"/>
                  </a:lnTo>
                  <a:lnTo>
                    <a:pt x="9483" y="23490"/>
                  </a:lnTo>
                  <a:cubicBezTo>
                    <a:pt x="9672" y="23554"/>
                    <a:pt x="9862" y="23617"/>
                    <a:pt x="10078" y="23671"/>
                  </a:cubicBezTo>
                  <a:cubicBezTo>
                    <a:pt x="10418" y="23761"/>
                    <a:pt x="10777" y="23801"/>
                    <a:pt x="11133" y="23801"/>
                  </a:cubicBezTo>
                  <a:cubicBezTo>
                    <a:pt x="11202" y="23801"/>
                    <a:pt x="11271" y="23800"/>
                    <a:pt x="11340" y="23797"/>
                  </a:cubicBezTo>
                  <a:cubicBezTo>
                    <a:pt x="11764" y="23779"/>
                    <a:pt x="12187" y="23698"/>
                    <a:pt x="12593" y="23563"/>
                  </a:cubicBezTo>
                  <a:lnTo>
                    <a:pt x="13738" y="23157"/>
                  </a:lnTo>
                  <a:lnTo>
                    <a:pt x="18335" y="21552"/>
                  </a:lnTo>
                  <a:cubicBezTo>
                    <a:pt x="19137" y="21273"/>
                    <a:pt x="19858" y="20759"/>
                    <a:pt x="20372" y="20083"/>
                  </a:cubicBezTo>
                  <a:cubicBezTo>
                    <a:pt x="20895" y="19407"/>
                    <a:pt x="21210" y="18578"/>
                    <a:pt x="21273" y="17731"/>
                  </a:cubicBezTo>
                  <a:lnTo>
                    <a:pt x="21282" y="17406"/>
                  </a:lnTo>
                  <a:lnTo>
                    <a:pt x="21282" y="17109"/>
                  </a:lnTo>
                  <a:lnTo>
                    <a:pt x="21291" y="16496"/>
                  </a:lnTo>
                  <a:lnTo>
                    <a:pt x="21291" y="15279"/>
                  </a:lnTo>
                  <a:lnTo>
                    <a:pt x="21309" y="12845"/>
                  </a:lnTo>
                  <a:lnTo>
                    <a:pt x="21327" y="7978"/>
                  </a:lnTo>
                  <a:lnTo>
                    <a:pt x="21345" y="5544"/>
                  </a:lnTo>
                  <a:cubicBezTo>
                    <a:pt x="21345" y="5138"/>
                    <a:pt x="21354" y="4742"/>
                    <a:pt x="21345" y="4327"/>
                  </a:cubicBezTo>
                  <a:cubicBezTo>
                    <a:pt x="21336" y="3894"/>
                    <a:pt x="21255" y="3471"/>
                    <a:pt x="21129" y="3056"/>
                  </a:cubicBezTo>
                  <a:cubicBezTo>
                    <a:pt x="20994" y="2650"/>
                    <a:pt x="20795" y="2263"/>
                    <a:pt x="20561" y="1911"/>
                  </a:cubicBezTo>
                  <a:cubicBezTo>
                    <a:pt x="20309" y="1551"/>
                    <a:pt x="20011" y="1244"/>
                    <a:pt x="19678" y="974"/>
                  </a:cubicBezTo>
                  <a:cubicBezTo>
                    <a:pt x="19344" y="694"/>
                    <a:pt x="18966" y="487"/>
                    <a:pt x="18569" y="325"/>
                  </a:cubicBezTo>
                  <a:cubicBezTo>
                    <a:pt x="18172" y="153"/>
                    <a:pt x="17749" y="72"/>
                    <a:pt x="17325" y="18"/>
                  </a:cubicBezTo>
                  <a:cubicBezTo>
                    <a:pt x="17109" y="5"/>
                    <a:pt x="16901" y="2"/>
                    <a:pt x="16698" y="2"/>
                  </a:cubicBezTo>
                  <a:cubicBezTo>
                    <a:pt x="16596" y="2"/>
                    <a:pt x="16494" y="3"/>
                    <a:pt x="16393" y="3"/>
                  </a:cubicBezTo>
                  <a:cubicBezTo>
                    <a:pt x="16292" y="3"/>
                    <a:pt x="16192" y="2"/>
                    <a:pt x="160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9601" name="Shape 9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02" name="Google Shape;9602;p262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603" name="Google Shape;9603;p26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p26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p26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p26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p26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p26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p26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p26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p26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p26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p26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p26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p26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p26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p26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p26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p26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p26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p26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p26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p26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p26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625" name="Google Shape;9625;p262"/>
          <p:cNvSpPr txBox="1"/>
          <p:nvPr>
            <p:ph type="title"/>
          </p:nvPr>
        </p:nvSpPr>
        <p:spPr>
          <a:xfrm>
            <a:off x="3168000" y="1478819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26" name="Google Shape;9626;p262"/>
          <p:cNvSpPr txBox="1"/>
          <p:nvPr>
            <p:ph idx="1" type="body"/>
          </p:nvPr>
        </p:nvSpPr>
        <p:spPr>
          <a:xfrm>
            <a:off x="3168000" y="2469364"/>
            <a:ext cx="2808000" cy="115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4">
    <p:spTree>
      <p:nvGrpSpPr>
        <p:cNvPr id="9627" name="Shape 9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28" name="Google Shape;9628;p263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629" name="Google Shape;9629;p26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p26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p26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p26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p26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p26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p26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p26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p26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p26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p26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p26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p26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p26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p26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p26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p26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p26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p26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p26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p26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p26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651" name="Google Shape;9651;p263"/>
          <p:cNvSpPr txBox="1"/>
          <p:nvPr>
            <p:ph idx="1" type="subTitle"/>
          </p:nvPr>
        </p:nvSpPr>
        <p:spPr>
          <a:xfrm>
            <a:off x="398370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652" name="Google Shape;9652;p263"/>
          <p:cNvSpPr txBox="1"/>
          <p:nvPr>
            <p:ph type="ctrTitle"/>
          </p:nvPr>
        </p:nvSpPr>
        <p:spPr>
          <a:xfrm>
            <a:off x="58758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9653" name="Google Shape;9653;p263"/>
          <p:cNvGrpSpPr/>
          <p:nvPr/>
        </p:nvGrpSpPr>
        <p:grpSpPr>
          <a:xfrm>
            <a:off x="7673759" y="-287513"/>
            <a:ext cx="788762" cy="861588"/>
            <a:chOff x="7673759" y="-287513"/>
            <a:chExt cx="788762" cy="861588"/>
          </a:xfrm>
        </p:grpSpPr>
        <p:grpSp>
          <p:nvGrpSpPr>
            <p:cNvPr id="9654" name="Google Shape;9654;p263"/>
            <p:cNvGrpSpPr/>
            <p:nvPr/>
          </p:nvGrpSpPr>
          <p:grpSpPr>
            <a:xfrm rot="350572">
              <a:off x="7712287" y="-253348"/>
              <a:ext cx="711705" cy="793257"/>
              <a:chOff x="6554696" y="509501"/>
              <a:chExt cx="711709" cy="793261"/>
            </a:xfrm>
          </p:grpSpPr>
          <p:sp>
            <p:nvSpPr>
              <p:cNvPr id="9655" name="Google Shape;9655;p263"/>
              <p:cNvSpPr/>
              <p:nvPr/>
            </p:nvSpPr>
            <p:spPr>
              <a:xfrm>
                <a:off x="6560695" y="516700"/>
                <a:ext cx="696978" cy="779230"/>
              </a:xfrm>
              <a:custGeom>
                <a:rect b="b" l="l" r="r" t="t"/>
                <a:pathLst>
                  <a:path extrusionOk="0" h="23381" w="20913">
                    <a:moveTo>
                      <a:pt x="4201" y="1"/>
                    </a:moveTo>
                    <a:cubicBezTo>
                      <a:pt x="1903" y="1"/>
                      <a:pt x="28" y="1866"/>
                      <a:pt x="28" y="4165"/>
                    </a:cubicBezTo>
                    <a:lnTo>
                      <a:pt x="1" y="17073"/>
                    </a:lnTo>
                    <a:cubicBezTo>
                      <a:pt x="1" y="18903"/>
                      <a:pt x="1190" y="20516"/>
                      <a:pt x="2930" y="21057"/>
                    </a:cubicBezTo>
                    <a:lnTo>
                      <a:pt x="9736" y="23193"/>
                    </a:lnTo>
                    <a:cubicBezTo>
                      <a:pt x="10143" y="23318"/>
                      <a:pt x="10563" y="23381"/>
                      <a:pt x="10982" y="23381"/>
                    </a:cubicBezTo>
                    <a:cubicBezTo>
                      <a:pt x="11444" y="23381"/>
                      <a:pt x="11906" y="23304"/>
                      <a:pt x="12350" y="23148"/>
                    </a:cubicBezTo>
                    <a:lnTo>
                      <a:pt x="18092" y="21147"/>
                    </a:lnTo>
                    <a:cubicBezTo>
                      <a:pt x="19759" y="20570"/>
                      <a:pt x="20886" y="18993"/>
                      <a:pt x="20886" y="17217"/>
                    </a:cubicBezTo>
                    <a:lnTo>
                      <a:pt x="20913" y="4201"/>
                    </a:lnTo>
                    <a:cubicBezTo>
                      <a:pt x="20913" y="1903"/>
                      <a:pt x="19047" y="28"/>
                      <a:pt x="16748" y="28"/>
                    </a:cubicBezTo>
                    <a:lnTo>
                      <a:pt x="420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6" name="Google Shape;9656;p263"/>
              <p:cNvSpPr/>
              <p:nvPr/>
            </p:nvSpPr>
            <p:spPr>
              <a:xfrm>
                <a:off x="6554696" y="509501"/>
                <a:ext cx="711709" cy="793261"/>
              </a:xfrm>
              <a:custGeom>
                <a:rect b="b" l="l" r="r" t="t"/>
                <a:pathLst>
                  <a:path extrusionOk="0" h="23802" w="21355">
                    <a:moveTo>
                      <a:pt x="5138" y="442"/>
                    </a:moveTo>
                    <a:lnTo>
                      <a:pt x="7572" y="451"/>
                    </a:lnTo>
                    <a:lnTo>
                      <a:pt x="12440" y="469"/>
                    </a:lnTo>
                    <a:lnTo>
                      <a:pt x="14873" y="469"/>
                    </a:lnTo>
                    <a:lnTo>
                      <a:pt x="16090" y="478"/>
                    </a:lnTo>
                    <a:cubicBezTo>
                      <a:pt x="16249" y="478"/>
                      <a:pt x="16412" y="477"/>
                      <a:pt x="16574" y="477"/>
                    </a:cubicBezTo>
                    <a:cubicBezTo>
                      <a:pt x="16817" y="477"/>
                      <a:pt x="17058" y="480"/>
                      <a:pt x="17280" y="496"/>
                    </a:cubicBezTo>
                    <a:cubicBezTo>
                      <a:pt x="17659" y="541"/>
                      <a:pt x="18037" y="622"/>
                      <a:pt x="18389" y="766"/>
                    </a:cubicBezTo>
                    <a:cubicBezTo>
                      <a:pt x="18740" y="920"/>
                      <a:pt x="19083" y="1109"/>
                      <a:pt x="19380" y="1352"/>
                    </a:cubicBezTo>
                    <a:cubicBezTo>
                      <a:pt x="19669" y="1596"/>
                      <a:pt x="19939" y="1866"/>
                      <a:pt x="20155" y="2191"/>
                    </a:cubicBezTo>
                    <a:cubicBezTo>
                      <a:pt x="20363" y="2506"/>
                      <a:pt x="20534" y="2849"/>
                      <a:pt x="20651" y="3209"/>
                    </a:cubicBezTo>
                    <a:cubicBezTo>
                      <a:pt x="20759" y="3579"/>
                      <a:pt x="20832" y="3948"/>
                      <a:pt x="20832" y="4336"/>
                    </a:cubicBezTo>
                    <a:cubicBezTo>
                      <a:pt x="20841" y="4733"/>
                      <a:pt x="20832" y="5147"/>
                      <a:pt x="20832" y="5544"/>
                    </a:cubicBezTo>
                    <a:lnTo>
                      <a:pt x="20841" y="7978"/>
                    </a:lnTo>
                    <a:lnTo>
                      <a:pt x="20850" y="12845"/>
                    </a:lnTo>
                    <a:lnTo>
                      <a:pt x="20850" y="15279"/>
                    </a:lnTo>
                    <a:lnTo>
                      <a:pt x="20850" y="16496"/>
                    </a:lnTo>
                    <a:lnTo>
                      <a:pt x="20850" y="17109"/>
                    </a:lnTo>
                    <a:lnTo>
                      <a:pt x="20859" y="17406"/>
                    </a:lnTo>
                    <a:lnTo>
                      <a:pt x="20841" y="17704"/>
                    </a:lnTo>
                    <a:cubicBezTo>
                      <a:pt x="20795" y="18470"/>
                      <a:pt x="20516" y="19218"/>
                      <a:pt x="20047" y="19831"/>
                    </a:cubicBezTo>
                    <a:cubicBezTo>
                      <a:pt x="19579" y="20453"/>
                      <a:pt x="18930" y="20921"/>
                      <a:pt x="18208" y="21183"/>
                    </a:cubicBezTo>
                    <a:lnTo>
                      <a:pt x="13602" y="22769"/>
                    </a:lnTo>
                    <a:lnTo>
                      <a:pt x="12458" y="23175"/>
                    </a:lnTo>
                    <a:cubicBezTo>
                      <a:pt x="12088" y="23292"/>
                      <a:pt x="11709" y="23364"/>
                      <a:pt x="11322" y="23382"/>
                    </a:cubicBezTo>
                    <a:cubicBezTo>
                      <a:pt x="11267" y="23385"/>
                      <a:pt x="11211" y="23386"/>
                      <a:pt x="11156" y="23386"/>
                    </a:cubicBezTo>
                    <a:cubicBezTo>
                      <a:pt x="10830" y="23386"/>
                      <a:pt x="10500" y="23342"/>
                      <a:pt x="10177" y="23265"/>
                    </a:cubicBezTo>
                    <a:cubicBezTo>
                      <a:pt x="9997" y="23211"/>
                      <a:pt x="9798" y="23148"/>
                      <a:pt x="9609" y="23085"/>
                    </a:cubicBezTo>
                    <a:lnTo>
                      <a:pt x="9023" y="22905"/>
                    </a:lnTo>
                    <a:lnTo>
                      <a:pt x="4381" y="21453"/>
                    </a:lnTo>
                    <a:lnTo>
                      <a:pt x="3218" y="21093"/>
                    </a:lnTo>
                    <a:cubicBezTo>
                      <a:pt x="2849" y="20976"/>
                      <a:pt x="2497" y="20813"/>
                      <a:pt x="2173" y="20597"/>
                    </a:cubicBezTo>
                    <a:cubicBezTo>
                      <a:pt x="1542" y="20173"/>
                      <a:pt x="1001" y="19578"/>
                      <a:pt x="676" y="18866"/>
                    </a:cubicBezTo>
                    <a:cubicBezTo>
                      <a:pt x="505" y="18515"/>
                      <a:pt x="397" y="18136"/>
                      <a:pt x="343" y="17749"/>
                    </a:cubicBezTo>
                    <a:cubicBezTo>
                      <a:pt x="298" y="17361"/>
                      <a:pt x="316" y="16955"/>
                      <a:pt x="316" y="16550"/>
                    </a:cubicBezTo>
                    <a:lnTo>
                      <a:pt x="334" y="14116"/>
                    </a:lnTo>
                    <a:lnTo>
                      <a:pt x="388" y="9248"/>
                    </a:lnTo>
                    <a:cubicBezTo>
                      <a:pt x="397" y="7626"/>
                      <a:pt x="406" y="6003"/>
                      <a:pt x="415" y="4381"/>
                    </a:cubicBezTo>
                    <a:cubicBezTo>
                      <a:pt x="424" y="3993"/>
                      <a:pt x="478" y="3606"/>
                      <a:pt x="586" y="3245"/>
                    </a:cubicBezTo>
                    <a:cubicBezTo>
                      <a:pt x="703" y="2876"/>
                      <a:pt x="866" y="2524"/>
                      <a:pt x="1082" y="2200"/>
                    </a:cubicBezTo>
                    <a:cubicBezTo>
                      <a:pt x="1298" y="1884"/>
                      <a:pt x="1551" y="1596"/>
                      <a:pt x="1848" y="1343"/>
                    </a:cubicBezTo>
                    <a:cubicBezTo>
                      <a:pt x="2155" y="1109"/>
                      <a:pt x="2479" y="902"/>
                      <a:pt x="2831" y="748"/>
                    </a:cubicBezTo>
                    <a:cubicBezTo>
                      <a:pt x="3191" y="604"/>
                      <a:pt x="3561" y="505"/>
                      <a:pt x="3948" y="460"/>
                    </a:cubicBezTo>
                    <a:cubicBezTo>
                      <a:pt x="4039" y="451"/>
                      <a:pt x="4138" y="451"/>
                      <a:pt x="4237" y="442"/>
                    </a:cubicBezTo>
                    <a:close/>
                    <a:moveTo>
                      <a:pt x="4381" y="0"/>
                    </a:moveTo>
                    <a:lnTo>
                      <a:pt x="4219" y="9"/>
                    </a:lnTo>
                    <a:cubicBezTo>
                      <a:pt x="4111" y="18"/>
                      <a:pt x="4003" y="18"/>
                      <a:pt x="3894" y="27"/>
                    </a:cubicBezTo>
                    <a:cubicBezTo>
                      <a:pt x="3471" y="81"/>
                      <a:pt x="3056" y="190"/>
                      <a:pt x="2668" y="352"/>
                    </a:cubicBezTo>
                    <a:cubicBezTo>
                      <a:pt x="2272" y="523"/>
                      <a:pt x="1911" y="748"/>
                      <a:pt x="1578" y="1019"/>
                    </a:cubicBezTo>
                    <a:cubicBezTo>
                      <a:pt x="1253" y="1289"/>
                      <a:pt x="965" y="1614"/>
                      <a:pt x="731" y="1965"/>
                    </a:cubicBezTo>
                    <a:cubicBezTo>
                      <a:pt x="496" y="2326"/>
                      <a:pt x="316" y="2713"/>
                      <a:pt x="190" y="3119"/>
                    </a:cubicBezTo>
                    <a:cubicBezTo>
                      <a:pt x="63" y="3534"/>
                      <a:pt x="9" y="3957"/>
                      <a:pt x="0" y="4381"/>
                    </a:cubicBezTo>
                    <a:cubicBezTo>
                      <a:pt x="0" y="6003"/>
                      <a:pt x="0" y="7626"/>
                      <a:pt x="9" y="9248"/>
                    </a:cubicBezTo>
                    <a:lnTo>
                      <a:pt x="54" y="14116"/>
                    </a:lnTo>
                    <a:lnTo>
                      <a:pt x="54" y="16550"/>
                    </a:lnTo>
                    <a:lnTo>
                      <a:pt x="54" y="17154"/>
                    </a:lnTo>
                    <a:cubicBezTo>
                      <a:pt x="54" y="17253"/>
                      <a:pt x="54" y="17361"/>
                      <a:pt x="63" y="17469"/>
                    </a:cubicBezTo>
                    <a:cubicBezTo>
                      <a:pt x="63" y="17568"/>
                      <a:pt x="72" y="17676"/>
                      <a:pt x="81" y="17776"/>
                    </a:cubicBezTo>
                    <a:cubicBezTo>
                      <a:pt x="127" y="18190"/>
                      <a:pt x="217" y="18605"/>
                      <a:pt x="370" y="19002"/>
                    </a:cubicBezTo>
                    <a:cubicBezTo>
                      <a:pt x="676" y="19786"/>
                      <a:pt x="1226" y="20489"/>
                      <a:pt x="1947" y="20949"/>
                    </a:cubicBezTo>
                    <a:cubicBezTo>
                      <a:pt x="2299" y="21183"/>
                      <a:pt x="2696" y="21363"/>
                      <a:pt x="3092" y="21489"/>
                    </a:cubicBezTo>
                    <a:lnTo>
                      <a:pt x="4255" y="21859"/>
                    </a:lnTo>
                    <a:lnTo>
                      <a:pt x="8897" y="23310"/>
                    </a:lnTo>
                    <a:lnTo>
                      <a:pt x="9483" y="23490"/>
                    </a:lnTo>
                    <a:cubicBezTo>
                      <a:pt x="9672" y="23554"/>
                      <a:pt x="9862" y="23617"/>
                      <a:pt x="10078" y="23671"/>
                    </a:cubicBezTo>
                    <a:cubicBezTo>
                      <a:pt x="10418" y="23761"/>
                      <a:pt x="10777" y="23801"/>
                      <a:pt x="11133" y="23801"/>
                    </a:cubicBezTo>
                    <a:cubicBezTo>
                      <a:pt x="11202" y="23801"/>
                      <a:pt x="11271" y="23800"/>
                      <a:pt x="11340" y="23797"/>
                    </a:cubicBezTo>
                    <a:cubicBezTo>
                      <a:pt x="11764" y="23779"/>
                      <a:pt x="12187" y="23698"/>
                      <a:pt x="12593" y="23563"/>
                    </a:cubicBezTo>
                    <a:lnTo>
                      <a:pt x="13738" y="23157"/>
                    </a:lnTo>
                    <a:lnTo>
                      <a:pt x="18335" y="21552"/>
                    </a:lnTo>
                    <a:cubicBezTo>
                      <a:pt x="19137" y="21273"/>
                      <a:pt x="19858" y="20759"/>
                      <a:pt x="20372" y="20083"/>
                    </a:cubicBezTo>
                    <a:cubicBezTo>
                      <a:pt x="20895" y="19407"/>
                      <a:pt x="21210" y="18578"/>
                      <a:pt x="21273" y="17731"/>
                    </a:cubicBezTo>
                    <a:lnTo>
                      <a:pt x="21282" y="17406"/>
                    </a:lnTo>
                    <a:lnTo>
                      <a:pt x="21282" y="17109"/>
                    </a:lnTo>
                    <a:lnTo>
                      <a:pt x="21291" y="16496"/>
                    </a:lnTo>
                    <a:lnTo>
                      <a:pt x="21291" y="15279"/>
                    </a:lnTo>
                    <a:lnTo>
                      <a:pt x="21309" y="12845"/>
                    </a:lnTo>
                    <a:lnTo>
                      <a:pt x="21327" y="7978"/>
                    </a:lnTo>
                    <a:lnTo>
                      <a:pt x="21345" y="5544"/>
                    </a:lnTo>
                    <a:cubicBezTo>
                      <a:pt x="21345" y="5138"/>
                      <a:pt x="21354" y="4742"/>
                      <a:pt x="21345" y="4327"/>
                    </a:cubicBezTo>
                    <a:cubicBezTo>
                      <a:pt x="21336" y="3894"/>
                      <a:pt x="21255" y="3471"/>
                      <a:pt x="21129" y="3056"/>
                    </a:cubicBezTo>
                    <a:cubicBezTo>
                      <a:pt x="20994" y="2650"/>
                      <a:pt x="20795" y="2263"/>
                      <a:pt x="20561" y="1911"/>
                    </a:cubicBezTo>
                    <a:cubicBezTo>
                      <a:pt x="20309" y="1551"/>
                      <a:pt x="20011" y="1244"/>
                      <a:pt x="19678" y="974"/>
                    </a:cubicBezTo>
                    <a:cubicBezTo>
                      <a:pt x="19344" y="694"/>
                      <a:pt x="18966" y="487"/>
                      <a:pt x="18569" y="325"/>
                    </a:cubicBezTo>
                    <a:cubicBezTo>
                      <a:pt x="18172" y="153"/>
                      <a:pt x="17749" y="72"/>
                      <a:pt x="17325" y="18"/>
                    </a:cubicBezTo>
                    <a:cubicBezTo>
                      <a:pt x="17109" y="5"/>
                      <a:pt x="16901" y="2"/>
                      <a:pt x="16698" y="2"/>
                    </a:cubicBezTo>
                    <a:cubicBezTo>
                      <a:pt x="16596" y="2"/>
                      <a:pt x="16494" y="3"/>
                      <a:pt x="16393" y="3"/>
                    </a:cubicBezTo>
                    <a:cubicBezTo>
                      <a:pt x="16292" y="3"/>
                      <a:pt x="16192" y="2"/>
                      <a:pt x="160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57" name="Google Shape;9657;p263"/>
            <p:cNvSpPr/>
            <p:nvPr/>
          </p:nvSpPr>
          <p:spPr>
            <a:xfrm rot="442426">
              <a:off x="8229710" y="-161880"/>
              <a:ext cx="102851" cy="551273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5">
    <p:spTree>
      <p:nvGrpSpPr>
        <p:cNvPr id="9658" name="Shape 9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59" name="Google Shape;9659;p26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660" name="Google Shape;9660;p26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p26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p26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p26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4" name="Google Shape;9664;p26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5" name="Google Shape;9665;p26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6" name="Google Shape;9666;p26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7" name="Google Shape;9667;p26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8" name="Google Shape;9668;p26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9" name="Google Shape;9669;p26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0" name="Google Shape;9670;p26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1" name="Google Shape;9671;p26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2" name="Google Shape;9672;p26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p26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p26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p26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p26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p26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p26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p26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p26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p26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682" name="Google Shape;9682;p264"/>
          <p:cNvSpPr txBox="1"/>
          <p:nvPr>
            <p:ph idx="1" type="subTitle"/>
          </p:nvPr>
        </p:nvSpPr>
        <p:spPr>
          <a:xfrm>
            <a:off x="2351850" y="1758177"/>
            <a:ext cx="4440300" cy="97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683" name="Google Shape;9683;p264"/>
          <p:cNvSpPr txBox="1"/>
          <p:nvPr>
            <p:ph type="ctrTitle"/>
          </p:nvPr>
        </p:nvSpPr>
        <p:spPr>
          <a:xfrm>
            <a:off x="3297900" y="2837502"/>
            <a:ext cx="25482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6">
    <p:spTree>
      <p:nvGrpSpPr>
        <p:cNvPr id="9684" name="Shape 9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85" name="Google Shape;9685;p26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686" name="Google Shape;9686;p26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p26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p26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p26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p26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p26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p26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p26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p26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p26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p26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p26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p26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p26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p26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p26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p26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3" name="Google Shape;9703;p26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4" name="Google Shape;9704;p26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5" name="Google Shape;9705;p26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6" name="Google Shape;9706;p26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7" name="Google Shape;9707;p26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08" name="Google Shape;9708;p265"/>
          <p:cNvSpPr txBox="1"/>
          <p:nvPr>
            <p:ph idx="1" type="subTitle"/>
          </p:nvPr>
        </p:nvSpPr>
        <p:spPr>
          <a:xfrm>
            <a:off x="906900" y="298732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09" name="Google Shape;9709;p265"/>
          <p:cNvSpPr txBox="1"/>
          <p:nvPr>
            <p:ph idx="2" type="subTitle"/>
          </p:nvPr>
        </p:nvSpPr>
        <p:spPr>
          <a:xfrm>
            <a:off x="906900" y="127977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10" name="Google Shape;9710;p265"/>
          <p:cNvSpPr txBox="1"/>
          <p:nvPr>
            <p:ph idx="3" type="subTitle"/>
          </p:nvPr>
        </p:nvSpPr>
        <p:spPr>
          <a:xfrm>
            <a:off x="906900" y="1743949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11" name="Google Shape;9711;p265"/>
          <p:cNvSpPr txBox="1"/>
          <p:nvPr>
            <p:ph idx="4" type="subTitle"/>
          </p:nvPr>
        </p:nvSpPr>
        <p:spPr>
          <a:xfrm>
            <a:off x="906900" y="3464338"/>
            <a:ext cx="2506200" cy="85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12" name="Google Shape;9712;p265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7">
    <p:spTree>
      <p:nvGrpSpPr>
        <p:cNvPr id="9713" name="Shape 9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14" name="Google Shape;9714;p26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715" name="Google Shape;9715;p26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6" name="Google Shape;9716;p26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7" name="Google Shape;9717;p26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8" name="Google Shape;9718;p26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9" name="Google Shape;9719;p26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0" name="Google Shape;9720;p26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1" name="Google Shape;9721;p26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2" name="Google Shape;9722;p26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3" name="Google Shape;9723;p26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4" name="Google Shape;9724;p26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5" name="Google Shape;9725;p26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6" name="Google Shape;9726;p26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7" name="Google Shape;9727;p26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8" name="Google Shape;9728;p26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9" name="Google Shape;9729;p26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0" name="Google Shape;9730;p26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1" name="Google Shape;9731;p26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2" name="Google Shape;9732;p26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3" name="Google Shape;9733;p26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4" name="Google Shape;9734;p26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5" name="Google Shape;9735;p26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6" name="Google Shape;9736;p26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37" name="Google Shape;9737;p266"/>
          <p:cNvSpPr txBox="1"/>
          <p:nvPr>
            <p:ph type="ctrTitle"/>
          </p:nvPr>
        </p:nvSpPr>
        <p:spPr>
          <a:xfrm>
            <a:off x="52729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738" name="Google Shape;9738;p266"/>
          <p:cNvSpPr txBox="1"/>
          <p:nvPr>
            <p:ph idx="1" type="subTitle"/>
          </p:nvPr>
        </p:nvSpPr>
        <p:spPr>
          <a:xfrm>
            <a:off x="52729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39" name="Google Shape;9739;p266"/>
          <p:cNvSpPr txBox="1"/>
          <p:nvPr>
            <p:ph idx="2" type="subTitle"/>
          </p:nvPr>
        </p:nvSpPr>
        <p:spPr>
          <a:xfrm>
            <a:off x="52729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40" name="Google Shape;9740;p266"/>
          <p:cNvSpPr txBox="1"/>
          <p:nvPr>
            <p:ph idx="3" type="ctrTitle"/>
          </p:nvPr>
        </p:nvSpPr>
        <p:spPr>
          <a:xfrm>
            <a:off x="52729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741" name="Google Shape;9741;p266"/>
          <p:cNvSpPr txBox="1"/>
          <p:nvPr>
            <p:ph idx="4" type="ctrTitle"/>
          </p:nvPr>
        </p:nvSpPr>
        <p:spPr>
          <a:xfrm>
            <a:off x="1419750" y="163377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742" name="Google Shape;9742;p266"/>
          <p:cNvSpPr txBox="1"/>
          <p:nvPr>
            <p:ph idx="5" type="subTitle"/>
          </p:nvPr>
        </p:nvSpPr>
        <p:spPr>
          <a:xfrm>
            <a:off x="1419750" y="1919436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43" name="Google Shape;9743;p266"/>
          <p:cNvSpPr txBox="1"/>
          <p:nvPr>
            <p:ph idx="6" type="subTitle"/>
          </p:nvPr>
        </p:nvSpPr>
        <p:spPr>
          <a:xfrm>
            <a:off x="1419750" y="377073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44" name="Google Shape;9744;p266"/>
          <p:cNvSpPr txBox="1"/>
          <p:nvPr>
            <p:ph idx="7" type="ctrTitle"/>
          </p:nvPr>
        </p:nvSpPr>
        <p:spPr>
          <a:xfrm>
            <a:off x="1419750" y="3485698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745" name="Google Shape;9745;p266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8">
    <p:spTree>
      <p:nvGrpSpPr>
        <p:cNvPr id="9746" name="Shape 9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47" name="Google Shape;9747;p267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9748" name="Google Shape;9748;p267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749" name="Google Shape;9749;p26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9750" name="Google Shape;9750;p267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9751" name="Google Shape;9751;p26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2" name="Google Shape;9752;p26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3" name="Google Shape;9753;p26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4" name="Google Shape;9754;p26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5" name="Google Shape;9755;p26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6" name="Google Shape;9756;p26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7" name="Google Shape;9757;p26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8" name="Google Shape;9758;p26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9" name="Google Shape;9759;p26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0" name="Google Shape;9760;p26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1" name="Google Shape;9761;p26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2" name="Google Shape;9762;p26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3" name="Google Shape;9763;p26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4" name="Google Shape;9764;p26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5" name="Google Shape;9765;p26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766" name="Google Shape;9766;p267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9767" name="Google Shape;9767;p26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8" name="Google Shape;9768;p26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9" name="Google Shape;9769;p26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0" name="Google Shape;9770;p26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1" name="Google Shape;9771;p26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2" name="Google Shape;9772;p26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3" name="Google Shape;9773;p26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4" name="Google Shape;9774;p26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5" name="Google Shape;9775;p26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6" name="Google Shape;9776;p26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7" name="Google Shape;9777;p26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8" name="Google Shape;9778;p26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9" name="Google Shape;9779;p26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0" name="Google Shape;9780;p26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1" name="Google Shape;9781;p26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9782" name="Google Shape;9782;p267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783" name="Google Shape;9783;p267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784" name="Google Shape;9784;p267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785" name="Google Shape;9785;p267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786" name="Google Shape;9786;p267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787" name="Google Shape;9787;p26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9788" name="Google Shape;9788;p267"/>
          <p:cNvSpPr txBox="1"/>
          <p:nvPr>
            <p:ph type="title"/>
          </p:nvPr>
        </p:nvSpPr>
        <p:spPr>
          <a:xfrm>
            <a:off x="720000" y="540000"/>
            <a:ext cx="3087300" cy="145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789" name="Google Shape;9789;p267"/>
          <p:cNvSpPr txBox="1"/>
          <p:nvPr>
            <p:ph idx="1" type="subTitle"/>
          </p:nvPr>
        </p:nvSpPr>
        <p:spPr>
          <a:xfrm>
            <a:off x="5703898" y="86720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90" name="Google Shape;9790;p267"/>
          <p:cNvSpPr txBox="1"/>
          <p:nvPr>
            <p:ph idx="2" type="subTitle"/>
          </p:nvPr>
        </p:nvSpPr>
        <p:spPr>
          <a:xfrm>
            <a:off x="5703898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91" name="Google Shape;9791;p267"/>
          <p:cNvSpPr txBox="1"/>
          <p:nvPr>
            <p:ph idx="3" type="subTitle"/>
          </p:nvPr>
        </p:nvSpPr>
        <p:spPr>
          <a:xfrm>
            <a:off x="906900" y="2856550"/>
            <a:ext cx="10416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92" name="Google Shape;9792;p267"/>
          <p:cNvSpPr txBox="1"/>
          <p:nvPr>
            <p:ph idx="4" type="subTitle"/>
          </p:nvPr>
        </p:nvSpPr>
        <p:spPr>
          <a:xfrm>
            <a:off x="906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93" name="Google Shape;9793;p267"/>
          <p:cNvSpPr txBox="1"/>
          <p:nvPr>
            <p:ph idx="5" type="subTitle"/>
          </p:nvPr>
        </p:nvSpPr>
        <p:spPr>
          <a:xfrm>
            <a:off x="5703900" y="3234171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794" name="Google Shape;9794;p267"/>
          <p:cNvSpPr txBox="1"/>
          <p:nvPr>
            <p:ph idx="6" type="subTitle"/>
          </p:nvPr>
        </p:nvSpPr>
        <p:spPr>
          <a:xfrm>
            <a:off x="5703900" y="1247983"/>
            <a:ext cx="2506200" cy="113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9">
    <p:spTree>
      <p:nvGrpSpPr>
        <p:cNvPr id="9795" name="Shape 9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6" name="Google Shape;9796;p268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797" name="Google Shape;9797;p26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8" name="Google Shape;9798;p26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9" name="Google Shape;9799;p26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0" name="Google Shape;9800;p26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1" name="Google Shape;9801;p26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2" name="Google Shape;9802;p26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3" name="Google Shape;9803;p26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4" name="Google Shape;9804;p26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5" name="Google Shape;9805;p26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6" name="Google Shape;9806;p26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7" name="Google Shape;9807;p26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8" name="Google Shape;9808;p26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9" name="Google Shape;9809;p26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0" name="Google Shape;9810;p26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1" name="Google Shape;9811;p26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2" name="Google Shape;9812;p26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3" name="Google Shape;9813;p26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4" name="Google Shape;9814;p26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5" name="Google Shape;9815;p26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6" name="Google Shape;9816;p26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7" name="Google Shape;9817;p26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8" name="Google Shape;9818;p26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19" name="Google Shape;9819;p268"/>
          <p:cNvSpPr txBox="1"/>
          <p:nvPr>
            <p:ph type="ctrTitle"/>
          </p:nvPr>
        </p:nvSpPr>
        <p:spPr>
          <a:xfrm>
            <a:off x="3443850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820" name="Google Shape;9820;p268"/>
          <p:cNvSpPr txBox="1"/>
          <p:nvPr>
            <p:ph idx="1" type="subTitle"/>
          </p:nvPr>
        </p:nvSpPr>
        <p:spPr>
          <a:xfrm>
            <a:off x="344384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821" name="Google Shape;9821;p268"/>
          <p:cNvSpPr txBox="1"/>
          <p:nvPr>
            <p:ph idx="2" type="subTitle"/>
          </p:nvPr>
        </p:nvSpPr>
        <p:spPr>
          <a:xfrm>
            <a:off x="4759920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822" name="Google Shape;9822;p268"/>
          <p:cNvSpPr txBox="1"/>
          <p:nvPr>
            <p:ph idx="3" type="ctrTitle"/>
          </p:nvPr>
        </p:nvSpPr>
        <p:spPr>
          <a:xfrm>
            <a:off x="475992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823" name="Google Shape;9823;p268"/>
          <p:cNvSpPr txBox="1"/>
          <p:nvPr>
            <p:ph idx="4" type="ctrTitle"/>
          </p:nvPr>
        </p:nvSpPr>
        <p:spPr>
          <a:xfrm>
            <a:off x="81170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824" name="Google Shape;9824;p268"/>
          <p:cNvSpPr txBox="1"/>
          <p:nvPr>
            <p:ph idx="5" type="subTitle"/>
          </p:nvPr>
        </p:nvSpPr>
        <p:spPr>
          <a:xfrm>
            <a:off x="81170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825" name="Google Shape;9825;p268"/>
          <p:cNvSpPr txBox="1"/>
          <p:nvPr>
            <p:ph idx="6" type="subTitle"/>
          </p:nvPr>
        </p:nvSpPr>
        <p:spPr>
          <a:xfrm>
            <a:off x="2127778" y="3694544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826" name="Google Shape;9826;p268"/>
          <p:cNvSpPr txBox="1"/>
          <p:nvPr>
            <p:ph idx="7" type="ctrTitle"/>
          </p:nvPr>
        </p:nvSpPr>
        <p:spPr>
          <a:xfrm>
            <a:off x="2127780" y="34095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827" name="Google Shape;9827;p268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828" name="Google Shape;9828;p268"/>
          <p:cNvSpPr txBox="1"/>
          <p:nvPr>
            <p:ph idx="9" type="ctrTitle"/>
          </p:nvPr>
        </p:nvSpPr>
        <p:spPr>
          <a:xfrm>
            <a:off x="6075995" y="17861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829" name="Google Shape;9829;p268"/>
          <p:cNvSpPr txBox="1"/>
          <p:nvPr>
            <p:ph idx="13" type="subTitle"/>
          </p:nvPr>
        </p:nvSpPr>
        <p:spPr>
          <a:xfrm>
            <a:off x="6075995" y="2057896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0">
    <p:spTree>
      <p:nvGrpSpPr>
        <p:cNvPr id="9830" name="Shape 9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31" name="Google Shape;9831;p26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832" name="Google Shape;9832;p26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3" name="Google Shape;9833;p26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4" name="Google Shape;9834;p26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5" name="Google Shape;9835;p26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6" name="Google Shape;9836;p26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7" name="Google Shape;9837;p26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8" name="Google Shape;9838;p26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9" name="Google Shape;9839;p26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0" name="Google Shape;9840;p26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1" name="Google Shape;9841;p26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2" name="Google Shape;9842;p26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3" name="Google Shape;9843;p26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4" name="Google Shape;9844;p26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5" name="Google Shape;9845;p26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6" name="Google Shape;9846;p26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7" name="Google Shape;9847;p26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8" name="Google Shape;9848;p26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9" name="Google Shape;9849;p26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0" name="Google Shape;9850;p26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1" name="Google Shape;9851;p26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2" name="Google Shape;9852;p26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3" name="Google Shape;9853;p26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54" name="Google Shape;9854;p269"/>
          <p:cNvSpPr txBox="1"/>
          <p:nvPr>
            <p:ph type="title"/>
          </p:nvPr>
        </p:nvSpPr>
        <p:spPr>
          <a:xfrm>
            <a:off x="5314275" y="1089028"/>
            <a:ext cx="3109500" cy="13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855" name="Google Shape;9855;p269"/>
          <p:cNvSpPr txBox="1"/>
          <p:nvPr>
            <p:ph idx="1" type="subTitle"/>
          </p:nvPr>
        </p:nvSpPr>
        <p:spPr>
          <a:xfrm>
            <a:off x="6241125" y="2611969"/>
            <a:ext cx="2182800" cy="14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34">
    <p:spTree>
      <p:nvGrpSpPr>
        <p:cNvPr id="9856" name="Shape 9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57" name="Google Shape;9857;p27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858" name="Google Shape;9858;p27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9" name="Google Shape;9859;p27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0" name="Google Shape;9860;p27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1" name="Google Shape;9861;p27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2" name="Google Shape;9862;p27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3" name="Google Shape;9863;p27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4" name="Google Shape;9864;p27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5" name="Google Shape;9865;p27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6" name="Google Shape;9866;p27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7" name="Google Shape;9867;p27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8" name="Google Shape;9868;p27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9" name="Google Shape;9869;p27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0" name="Google Shape;9870;p27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1" name="Google Shape;9871;p27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2" name="Google Shape;9872;p27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3" name="Google Shape;9873;p27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4" name="Google Shape;9874;p27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5" name="Google Shape;9875;p27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6" name="Google Shape;9876;p27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7" name="Google Shape;9877;p27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8" name="Google Shape;9878;p27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9" name="Google Shape;9879;p27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80" name="Google Shape;9880;p270"/>
          <p:cNvSpPr txBox="1"/>
          <p:nvPr>
            <p:ph type="title"/>
          </p:nvPr>
        </p:nvSpPr>
        <p:spPr>
          <a:xfrm>
            <a:off x="717000" y="1491225"/>
            <a:ext cx="3870300" cy="9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881" name="Google Shape;9881;p270"/>
          <p:cNvSpPr txBox="1"/>
          <p:nvPr>
            <p:ph idx="1" type="subTitle"/>
          </p:nvPr>
        </p:nvSpPr>
        <p:spPr>
          <a:xfrm>
            <a:off x="1870200" y="2570158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1">
    <p:spTree>
      <p:nvGrpSpPr>
        <p:cNvPr id="9882" name="Shape 9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83" name="Google Shape;9883;p27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884" name="Google Shape;9884;p27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5" name="Google Shape;9885;p27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6" name="Google Shape;9886;p27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7" name="Google Shape;9887;p27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8" name="Google Shape;9888;p27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9" name="Google Shape;9889;p27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0" name="Google Shape;9890;p27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1" name="Google Shape;9891;p27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2" name="Google Shape;9892;p27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3" name="Google Shape;9893;p27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4" name="Google Shape;9894;p27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5" name="Google Shape;9895;p27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6" name="Google Shape;9896;p27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7" name="Google Shape;9897;p27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8" name="Google Shape;9898;p27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9" name="Google Shape;9899;p27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0" name="Google Shape;9900;p27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1" name="Google Shape;9901;p27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2" name="Google Shape;9902;p27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3" name="Google Shape;9903;p27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4" name="Google Shape;9904;p27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5" name="Google Shape;9905;p27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06" name="Google Shape;9906;p271"/>
          <p:cNvSpPr txBox="1"/>
          <p:nvPr>
            <p:ph type="ctrTitle"/>
          </p:nvPr>
        </p:nvSpPr>
        <p:spPr>
          <a:xfrm>
            <a:off x="988403" y="1297314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907" name="Google Shape;9907;p271"/>
          <p:cNvSpPr txBox="1"/>
          <p:nvPr>
            <p:ph idx="1" type="subTitle"/>
          </p:nvPr>
        </p:nvSpPr>
        <p:spPr>
          <a:xfrm>
            <a:off x="988403" y="1579523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908" name="Google Shape;9908;p271"/>
          <p:cNvSpPr txBox="1"/>
          <p:nvPr>
            <p:ph idx="2" type="subTitle"/>
          </p:nvPr>
        </p:nvSpPr>
        <p:spPr>
          <a:xfrm>
            <a:off x="988403" y="3577425"/>
            <a:ext cx="24513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909" name="Google Shape;9909;p271"/>
          <p:cNvSpPr txBox="1"/>
          <p:nvPr>
            <p:ph idx="3" type="subTitle"/>
          </p:nvPr>
        </p:nvSpPr>
        <p:spPr>
          <a:xfrm>
            <a:off x="988403" y="2596068"/>
            <a:ext cx="2451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910" name="Google Shape;9910;p271"/>
          <p:cNvSpPr txBox="1"/>
          <p:nvPr>
            <p:ph idx="4" type="ctrTitle"/>
          </p:nvPr>
        </p:nvSpPr>
        <p:spPr>
          <a:xfrm>
            <a:off x="988403" y="230405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911" name="Google Shape;9911;p271"/>
          <p:cNvSpPr txBox="1"/>
          <p:nvPr>
            <p:ph idx="5" type="ctrTitle"/>
          </p:nvPr>
        </p:nvSpPr>
        <p:spPr>
          <a:xfrm>
            <a:off x="988403" y="3289882"/>
            <a:ext cx="2451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9912" name="Google Shape;9912;p271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2">
    <p:spTree>
      <p:nvGrpSpPr>
        <p:cNvPr id="9913" name="Shape 9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4" name="Google Shape;9914;p272"/>
          <p:cNvSpPr txBox="1"/>
          <p:nvPr>
            <p:ph type="title"/>
          </p:nvPr>
        </p:nvSpPr>
        <p:spPr>
          <a:xfrm>
            <a:off x="5059850" y="3019625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31">
    <p:spTree>
      <p:nvGrpSpPr>
        <p:cNvPr id="9915" name="Shape 9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6" name="Google Shape;9916;p273"/>
          <p:cNvSpPr txBox="1"/>
          <p:nvPr>
            <p:ph type="title"/>
          </p:nvPr>
        </p:nvSpPr>
        <p:spPr>
          <a:xfrm>
            <a:off x="1249850" y="873387"/>
            <a:ext cx="3364200" cy="14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4">
    <p:spTree>
      <p:nvGrpSpPr>
        <p:cNvPr id="9917" name="Shape 9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18" name="Google Shape;9918;p27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919" name="Google Shape;9919;p27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0" name="Google Shape;9920;p27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1" name="Google Shape;9921;p27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2" name="Google Shape;9922;p27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3" name="Google Shape;9923;p27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4" name="Google Shape;9924;p27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5" name="Google Shape;9925;p27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6" name="Google Shape;9926;p27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7" name="Google Shape;9927;p27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8" name="Google Shape;9928;p27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9" name="Google Shape;9929;p27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0" name="Google Shape;9930;p27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1" name="Google Shape;9931;p27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2" name="Google Shape;9932;p27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3" name="Google Shape;9933;p27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4" name="Google Shape;9934;p27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5" name="Google Shape;9935;p27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6" name="Google Shape;9936;p27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7" name="Google Shape;9937;p27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8" name="Google Shape;9938;p27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9" name="Google Shape;9939;p27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0" name="Google Shape;9940;p27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41" name="Google Shape;9941;p274"/>
          <p:cNvSpPr txBox="1"/>
          <p:nvPr>
            <p:ph type="title"/>
          </p:nvPr>
        </p:nvSpPr>
        <p:spPr>
          <a:xfrm>
            <a:off x="1232825" y="1765317"/>
            <a:ext cx="6678300" cy="75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942" name="Google Shape;9942;p274"/>
          <p:cNvSpPr txBox="1"/>
          <p:nvPr>
            <p:ph idx="1" type="body"/>
          </p:nvPr>
        </p:nvSpPr>
        <p:spPr>
          <a:xfrm>
            <a:off x="2155325" y="2698083"/>
            <a:ext cx="48333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USTOM_32">
    <p:spTree>
      <p:nvGrpSpPr>
        <p:cNvPr id="9943" name="Shape 9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44" name="Google Shape;9944;p275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945" name="Google Shape;9945;p27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6" name="Google Shape;9946;p27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7" name="Google Shape;9947;p27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8" name="Google Shape;9948;p27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9" name="Google Shape;9949;p27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0" name="Google Shape;9950;p27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1" name="Google Shape;9951;p27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2" name="Google Shape;9952;p27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3" name="Google Shape;9953;p27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4" name="Google Shape;9954;p27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5" name="Google Shape;9955;p27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6" name="Google Shape;9956;p27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7" name="Google Shape;9957;p27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8" name="Google Shape;9958;p27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9" name="Google Shape;9959;p27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0" name="Google Shape;9960;p27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1" name="Google Shape;9961;p27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2" name="Google Shape;9962;p27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3" name="Google Shape;9963;p27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4" name="Google Shape;9964;p27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5" name="Google Shape;9965;p27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6" name="Google Shape;9966;p27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67" name="Google Shape;9967;p275"/>
          <p:cNvSpPr txBox="1"/>
          <p:nvPr>
            <p:ph type="title"/>
          </p:nvPr>
        </p:nvSpPr>
        <p:spPr>
          <a:xfrm>
            <a:off x="3800500" y="1351950"/>
            <a:ext cx="3933000" cy="158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55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968" name="Google Shape;9968;p275"/>
          <p:cNvSpPr txBox="1"/>
          <p:nvPr>
            <p:ph idx="1" type="body"/>
          </p:nvPr>
        </p:nvSpPr>
        <p:spPr>
          <a:xfrm>
            <a:off x="3800550" y="3111475"/>
            <a:ext cx="3933000" cy="6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5">
    <p:spTree>
      <p:nvGrpSpPr>
        <p:cNvPr id="9969" name="Shape 9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70" name="Google Shape;9970;p276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9971" name="Google Shape;9971;p27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2" name="Google Shape;9972;p27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3" name="Google Shape;9973;p27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4" name="Google Shape;9974;p27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5" name="Google Shape;9975;p27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6" name="Google Shape;9976;p27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7" name="Google Shape;9977;p27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8" name="Google Shape;9978;p27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9" name="Google Shape;9979;p27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0" name="Google Shape;9980;p27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1" name="Google Shape;9981;p27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2" name="Google Shape;9982;p27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3" name="Google Shape;9983;p27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4" name="Google Shape;9984;p27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5" name="Google Shape;9985;p27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6" name="Google Shape;9986;p27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7" name="Google Shape;9987;p27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8" name="Google Shape;9988;p27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9" name="Google Shape;9989;p27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0" name="Google Shape;9990;p27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1" name="Google Shape;9991;p27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2" name="Google Shape;9992;p27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93" name="Google Shape;9993;p276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16">
    <p:spTree>
      <p:nvGrpSpPr>
        <p:cNvPr id="9994" name="Shape 9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95" name="Google Shape;9995;p277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9996" name="Google Shape;9996;p277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997" name="Google Shape;9997;p27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9998" name="Google Shape;9998;p277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9999" name="Google Shape;9999;p27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0" name="Google Shape;10000;p27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1" name="Google Shape;10001;p27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2" name="Google Shape;10002;p27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3" name="Google Shape;10003;p27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4" name="Google Shape;10004;p27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5" name="Google Shape;10005;p27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6" name="Google Shape;10006;p27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7" name="Google Shape;10007;p27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8" name="Google Shape;10008;p27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9" name="Google Shape;10009;p27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0" name="Google Shape;10010;p27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1" name="Google Shape;10011;p27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2" name="Google Shape;10012;p27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3" name="Google Shape;10013;p27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14" name="Google Shape;10014;p277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0015" name="Google Shape;10015;p27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6" name="Google Shape;10016;p27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7" name="Google Shape;10017;p27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8" name="Google Shape;10018;p27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9" name="Google Shape;10019;p27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0" name="Google Shape;10020;p27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1" name="Google Shape;10021;p27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2" name="Google Shape;10022;p27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3" name="Google Shape;10023;p27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4" name="Google Shape;10024;p27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5" name="Google Shape;10025;p27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6" name="Google Shape;10026;p27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7" name="Google Shape;10027;p27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8" name="Google Shape;10028;p27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9" name="Google Shape;10029;p27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0030" name="Google Shape;10030;p277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031" name="Google Shape;10031;p277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032" name="Google Shape;10032;p277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033" name="Google Shape;10033;p277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034" name="Google Shape;10034;p277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035" name="Google Shape;10035;p27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0036" name="Google Shape;10036;p277"/>
          <p:cNvSpPr txBox="1"/>
          <p:nvPr>
            <p:ph idx="1" type="subTitle"/>
          </p:nvPr>
        </p:nvSpPr>
        <p:spPr>
          <a:xfrm>
            <a:off x="906900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37" name="Google Shape;10037;p277"/>
          <p:cNvSpPr txBox="1"/>
          <p:nvPr>
            <p:ph idx="2" type="subTitle"/>
          </p:nvPr>
        </p:nvSpPr>
        <p:spPr>
          <a:xfrm>
            <a:off x="5565696" y="3615868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38" name="Google Shape;10038;p277"/>
          <p:cNvSpPr txBox="1"/>
          <p:nvPr>
            <p:ph idx="3" type="subTitle"/>
          </p:nvPr>
        </p:nvSpPr>
        <p:spPr>
          <a:xfrm>
            <a:off x="906900" y="2084031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39" name="Google Shape;10039;p277"/>
          <p:cNvSpPr txBox="1"/>
          <p:nvPr>
            <p:ph idx="4" type="subTitle"/>
          </p:nvPr>
        </p:nvSpPr>
        <p:spPr>
          <a:xfrm>
            <a:off x="5565688" y="2094806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40" name="Google Shape;10040;p277"/>
          <p:cNvSpPr txBox="1"/>
          <p:nvPr>
            <p:ph idx="5" type="subTitle"/>
          </p:nvPr>
        </p:nvSpPr>
        <p:spPr>
          <a:xfrm>
            <a:off x="906900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41" name="Google Shape;10041;p277"/>
          <p:cNvSpPr txBox="1"/>
          <p:nvPr>
            <p:ph idx="6" type="subTitle"/>
          </p:nvPr>
        </p:nvSpPr>
        <p:spPr>
          <a:xfrm>
            <a:off x="5565688" y="246940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42" name="Google Shape;10042;p277"/>
          <p:cNvSpPr txBox="1"/>
          <p:nvPr>
            <p:ph idx="7" type="subTitle"/>
          </p:nvPr>
        </p:nvSpPr>
        <p:spPr>
          <a:xfrm>
            <a:off x="906900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43" name="Google Shape;10043;p277"/>
          <p:cNvSpPr txBox="1"/>
          <p:nvPr>
            <p:ph idx="8" type="subTitle"/>
          </p:nvPr>
        </p:nvSpPr>
        <p:spPr>
          <a:xfrm>
            <a:off x="5565688" y="3991211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44" name="Google Shape;10044;p277"/>
          <p:cNvSpPr txBox="1"/>
          <p:nvPr>
            <p:ph type="title"/>
          </p:nvPr>
        </p:nvSpPr>
        <p:spPr>
          <a:xfrm>
            <a:off x="720000" y="540000"/>
            <a:ext cx="3330000" cy="9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7">
    <p:spTree>
      <p:nvGrpSpPr>
        <p:cNvPr id="10045" name="Shape 10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46" name="Google Shape;10046;p27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047" name="Google Shape;10047;p27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8" name="Google Shape;10048;p27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9" name="Google Shape;10049;p27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0" name="Google Shape;10050;p27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1" name="Google Shape;10051;p27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2" name="Google Shape;10052;p27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3" name="Google Shape;10053;p27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4" name="Google Shape;10054;p27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5" name="Google Shape;10055;p27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6" name="Google Shape;10056;p278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7" name="Google Shape;10057;p278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8" name="Google Shape;10058;p27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9" name="Google Shape;10059;p27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0" name="Google Shape;10060;p27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1" name="Google Shape;10061;p27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2" name="Google Shape;10062;p278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3" name="Google Shape;10063;p27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4" name="Google Shape;10064;p27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5" name="Google Shape;10065;p27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6" name="Google Shape;10066;p27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7" name="Google Shape;10067;p27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8" name="Google Shape;10068;p27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69" name="Google Shape;10069;p278"/>
          <p:cNvSpPr txBox="1"/>
          <p:nvPr>
            <p:ph type="ctrTitle"/>
          </p:nvPr>
        </p:nvSpPr>
        <p:spPr>
          <a:xfrm>
            <a:off x="5295149" y="1449725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0070" name="Google Shape;10070;p278"/>
          <p:cNvSpPr txBox="1"/>
          <p:nvPr>
            <p:ph idx="1" type="subTitle"/>
          </p:nvPr>
        </p:nvSpPr>
        <p:spPr>
          <a:xfrm>
            <a:off x="5295149" y="1731948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71" name="Google Shape;10071;p278"/>
          <p:cNvSpPr txBox="1"/>
          <p:nvPr>
            <p:ph idx="2" type="subTitle"/>
          </p:nvPr>
        </p:nvSpPr>
        <p:spPr>
          <a:xfrm>
            <a:off x="5295149" y="3281876"/>
            <a:ext cx="3097500" cy="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072" name="Google Shape;10072;p278"/>
          <p:cNvSpPr txBox="1"/>
          <p:nvPr>
            <p:ph idx="3" type="ctrTitle"/>
          </p:nvPr>
        </p:nvSpPr>
        <p:spPr>
          <a:xfrm>
            <a:off x="5295153" y="2989856"/>
            <a:ext cx="30975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0073" name="Google Shape;10073;p278"/>
          <p:cNvSpPr txBox="1"/>
          <p:nvPr>
            <p:ph idx="4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8">
    <p:spTree>
      <p:nvGrpSpPr>
        <p:cNvPr id="10074" name="Shape 10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5" name="Google Shape;10075;p279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076" name="Google Shape;10076;p279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7" name="Google Shape;10077;p279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8" name="Google Shape;10078;p279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9" name="Google Shape;10079;p279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0" name="Google Shape;10080;p279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1" name="Google Shape;10081;p279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2" name="Google Shape;10082;p279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3" name="Google Shape;10083;p279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4" name="Google Shape;10084;p279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5" name="Google Shape;10085;p279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6" name="Google Shape;10086;p279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7" name="Google Shape;10087;p279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8" name="Google Shape;10088;p279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9" name="Google Shape;10089;p279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0" name="Google Shape;10090;p279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1" name="Google Shape;10091;p279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2" name="Google Shape;10092;p279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3" name="Google Shape;10093;p279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4" name="Google Shape;10094;p279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5" name="Google Shape;10095;p279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6" name="Google Shape;10096;p279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7" name="Google Shape;10097;p279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98" name="Google Shape;10098;p279"/>
          <p:cNvSpPr txBox="1"/>
          <p:nvPr>
            <p:ph type="title"/>
          </p:nvPr>
        </p:nvSpPr>
        <p:spPr>
          <a:xfrm>
            <a:off x="720000" y="540000"/>
            <a:ext cx="55107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4">
    <p:spTree>
      <p:nvGrpSpPr>
        <p:cNvPr id="10099" name="Shape 10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00" name="Google Shape;10100;p280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101" name="Google Shape;10101;p280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2" name="Google Shape;10102;p280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3" name="Google Shape;10103;p280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4" name="Google Shape;10104;p280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5" name="Google Shape;10105;p280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6" name="Google Shape;10106;p280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7" name="Google Shape;10107;p280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8" name="Google Shape;10108;p280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9" name="Google Shape;10109;p280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0" name="Google Shape;10110;p280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1" name="Google Shape;10111;p280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2" name="Google Shape;10112;p280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3" name="Google Shape;10113;p280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4" name="Google Shape;10114;p280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5" name="Google Shape;10115;p280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6" name="Google Shape;10116;p280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7" name="Google Shape;10117;p280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8" name="Google Shape;10118;p280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9" name="Google Shape;10119;p280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0" name="Google Shape;10120;p280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1" name="Google Shape;10121;p280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2" name="Google Shape;10122;p280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23" name="Google Shape;10123;p280"/>
          <p:cNvSpPr txBox="1"/>
          <p:nvPr>
            <p:ph type="title"/>
          </p:nvPr>
        </p:nvSpPr>
        <p:spPr>
          <a:xfrm>
            <a:off x="720000" y="540000"/>
            <a:ext cx="5399100" cy="87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9">
    <p:spTree>
      <p:nvGrpSpPr>
        <p:cNvPr id="10124" name="Shape 10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25" name="Google Shape;10125;p281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126" name="Google Shape;10126;p28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7" name="Google Shape;10127;p28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8" name="Google Shape;10128;p28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9" name="Google Shape;10129;p28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0" name="Google Shape;10130;p28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1" name="Google Shape;10131;p28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2" name="Google Shape;10132;p28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3" name="Google Shape;10133;p28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4" name="Google Shape;10134;p28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5" name="Google Shape;10135;p28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6" name="Google Shape;10136;p28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7" name="Google Shape;10137;p28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8" name="Google Shape;10138;p28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9" name="Google Shape;10139;p28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0" name="Google Shape;10140;p28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1" name="Google Shape;10141;p28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2" name="Google Shape;10142;p28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3" name="Google Shape;10143;p28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4" name="Google Shape;10144;p28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5" name="Google Shape;10145;p28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6" name="Google Shape;10146;p28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7" name="Google Shape;10147;p28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48" name="Google Shape;10148;p281"/>
          <p:cNvSpPr txBox="1"/>
          <p:nvPr>
            <p:ph idx="1" type="subTitle"/>
          </p:nvPr>
        </p:nvSpPr>
        <p:spPr>
          <a:xfrm>
            <a:off x="8041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49" name="Google Shape;10149;p281"/>
          <p:cNvSpPr txBox="1"/>
          <p:nvPr>
            <p:ph idx="2" type="subTitle"/>
          </p:nvPr>
        </p:nvSpPr>
        <p:spPr>
          <a:xfrm>
            <a:off x="583365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50" name="Google Shape;10150;p281"/>
          <p:cNvSpPr txBox="1"/>
          <p:nvPr>
            <p:ph idx="3" type="subTitle"/>
          </p:nvPr>
        </p:nvSpPr>
        <p:spPr>
          <a:xfrm>
            <a:off x="8041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51" name="Google Shape;10151;p281"/>
          <p:cNvSpPr txBox="1"/>
          <p:nvPr>
            <p:ph idx="4" type="subTitle"/>
          </p:nvPr>
        </p:nvSpPr>
        <p:spPr>
          <a:xfrm>
            <a:off x="583365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52" name="Google Shape;10152;p281"/>
          <p:cNvSpPr txBox="1"/>
          <p:nvPr>
            <p:ph idx="5" type="subTitle"/>
          </p:nvPr>
        </p:nvSpPr>
        <p:spPr>
          <a:xfrm>
            <a:off x="3318900" y="30698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53" name="Google Shape;10153;p281"/>
          <p:cNvSpPr txBox="1"/>
          <p:nvPr>
            <p:ph idx="6" type="subTitle"/>
          </p:nvPr>
        </p:nvSpPr>
        <p:spPr>
          <a:xfrm>
            <a:off x="3318900" y="153041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54" name="Google Shape;10154;p281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155" name="Google Shape;10155;p281"/>
          <p:cNvSpPr txBox="1"/>
          <p:nvPr>
            <p:ph idx="7" type="subTitle"/>
          </p:nvPr>
        </p:nvSpPr>
        <p:spPr>
          <a:xfrm>
            <a:off x="8041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156" name="Google Shape;10156;p281"/>
          <p:cNvSpPr txBox="1"/>
          <p:nvPr>
            <p:ph idx="8" type="subTitle"/>
          </p:nvPr>
        </p:nvSpPr>
        <p:spPr>
          <a:xfrm>
            <a:off x="583365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157" name="Google Shape;10157;p281"/>
          <p:cNvSpPr txBox="1"/>
          <p:nvPr>
            <p:ph idx="9" type="subTitle"/>
          </p:nvPr>
        </p:nvSpPr>
        <p:spPr>
          <a:xfrm>
            <a:off x="8041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158" name="Google Shape;10158;p281"/>
          <p:cNvSpPr txBox="1"/>
          <p:nvPr>
            <p:ph idx="13" type="subTitle"/>
          </p:nvPr>
        </p:nvSpPr>
        <p:spPr>
          <a:xfrm>
            <a:off x="583365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159" name="Google Shape;10159;p281"/>
          <p:cNvSpPr txBox="1"/>
          <p:nvPr>
            <p:ph idx="14" type="subTitle"/>
          </p:nvPr>
        </p:nvSpPr>
        <p:spPr>
          <a:xfrm>
            <a:off x="3318900" y="1904448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160" name="Google Shape;10160;p281"/>
          <p:cNvSpPr txBox="1"/>
          <p:nvPr>
            <p:ph idx="15" type="subTitle"/>
          </p:nvPr>
        </p:nvSpPr>
        <p:spPr>
          <a:xfrm>
            <a:off x="3318900" y="3456740"/>
            <a:ext cx="2506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7">
    <p:spTree>
      <p:nvGrpSpPr>
        <p:cNvPr id="10161" name="Shape 10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62" name="Google Shape;10162;p28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163" name="Google Shape;10163;p28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4" name="Google Shape;10164;p28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5" name="Google Shape;10165;p28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6" name="Google Shape;10166;p28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7" name="Google Shape;10167;p28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8" name="Google Shape;10168;p28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9" name="Google Shape;10169;p28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0" name="Google Shape;10170;p28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1" name="Google Shape;10171;p28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2" name="Google Shape;10172;p282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3" name="Google Shape;10173;p282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4" name="Google Shape;10174;p28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5" name="Google Shape;10175;p28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6" name="Google Shape;10176;p28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7" name="Google Shape;10177;p28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8" name="Google Shape;10178;p282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9" name="Google Shape;10179;p28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0" name="Google Shape;10180;p28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1" name="Google Shape;10181;p28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2" name="Google Shape;10182;p28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3" name="Google Shape;10183;p28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4" name="Google Shape;10184;p28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85" name="Google Shape;10185;p282"/>
          <p:cNvSpPr txBox="1"/>
          <p:nvPr>
            <p:ph idx="1" type="subTitle"/>
          </p:nvPr>
        </p:nvSpPr>
        <p:spPr>
          <a:xfrm>
            <a:off x="8041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86" name="Google Shape;10186;p282"/>
          <p:cNvSpPr txBox="1"/>
          <p:nvPr>
            <p:ph idx="2" type="subTitle"/>
          </p:nvPr>
        </p:nvSpPr>
        <p:spPr>
          <a:xfrm>
            <a:off x="5833650" y="2853903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87" name="Google Shape;10187;p282"/>
          <p:cNvSpPr txBox="1"/>
          <p:nvPr>
            <p:ph idx="3" type="subTitle"/>
          </p:nvPr>
        </p:nvSpPr>
        <p:spPr>
          <a:xfrm>
            <a:off x="3318900" y="2003065"/>
            <a:ext cx="2506200" cy="34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188" name="Google Shape;10188;p282"/>
          <p:cNvSpPr txBox="1"/>
          <p:nvPr>
            <p:ph type="title"/>
          </p:nvPr>
        </p:nvSpPr>
        <p:spPr>
          <a:xfrm>
            <a:off x="5917800" y="540000"/>
            <a:ext cx="25062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189" name="Google Shape;10189;p282"/>
          <p:cNvSpPr txBox="1"/>
          <p:nvPr>
            <p:ph idx="4" type="subTitle"/>
          </p:nvPr>
        </p:nvSpPr>
        <p:spPr>
          <a:xfrm>
            <a:off x="8041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190" name="Google Shape;10190;p282"/>
          <p:cNvSpPr txBox="1"/>
          <p:nvPr>
            <p:ph idx="5" type="subTitle"/>
          </p:nvPr>
        </p:nvSpPr>
        <p:spPr>
          <a:xfrm>
            <a:off x="5833650" y="3240773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191" name="Google Shape;10191;p282"/>
          <p:cNvSpPr txBox="1"/>
          <p:nvPr>
            <p:ph idx="6" type="subTitle"/>
          </p:nvPr>
        </p:nvSpPr>
        <p:spPr>
          <a:xfrm>
            <a:off x="3318900" y="2389956"/>
            <a:ext cx="2506200" cy="95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28">
    <p:spTree>
      <p:nvGrpSpPr>
        <p:cNvPr id="10192" name="Shape 10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93" name="Google Shape;10193;p283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194" name="Google Shape;10194;p283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5" name="Google Shape;10195;p283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6" name="Google Shape;10196;p283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7" name="Google Shape;10197;p283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8" name="Google Shape;10198;p283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9" name="Google Shape;10199;p283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0" name="Google Shape;10200;p283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1" name="Google Shape;10201;p283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2" name="Google Shape;10202;p283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3" name="Google Shape;10203;p283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4" name="Google Shape;10204;p283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5" name="Google Shape;10205;p283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6" name="Google Shape;10206;p283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7" name="Google Shape;10207;p283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8" name="Google Shape;10208;p283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9" name="Google Shape;10209;p283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0" name="Google Shape;10210;p283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1" name="Google Shape;10211;p283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2" name="Google Shape;10212;p283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3" name="Google Shape;10213;p283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4" name="Google Shape;10214;p283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5" name="Google Shape;10215;p283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16" name="Google Shape;10216;p283"/>
          <p:cNvSpPr txBox="1"/>
          <p:nvPr>
            <p:ph idx="1" type="subTitle"/>
          </p:nvPr>
        </p:nvSpPr>
        <p:spPr>
          <a:xfrm>
            <a:off x="1342450" y="3241403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217" name="Google Shape;10217;p283"/>
          <p:cNvSpPr txBox="1"/>
          <p:nvPr>
            <p:ph idx="2" type="subTitle"/>
          </p:nvPr>
        </p:nvSpPr>
        <p:spPr>
          <a:xfrm>
            <a:off x="5295350" y="3232090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Itim"/>
              <a:buNone/>
              <a:defRPr b="1" sz="2000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Itim"/>
              <a:buNone/>
              <a:defRPr b="1" sz="1600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0218" name="Google Shape;10218;p283"/>
          <p:cNvSpPr txBox="1"/>
          <p:nvPr>
            <p:ph type="title"/>
          </p:nvPr>
        </p:nvSpPr>
        <p:spPr>
          <a:xfrm>
            <a:off x="720000" y="540000"/>
            <a:ext cx="77040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219" name="Google Shape;10219;p283"/>
          <p:cNvSpPr txBox="1"/>
          <p:nvPr>
            <p:ph idx="3" type="subTitle"/>
          </p:nvPr>
        </p:nvSpPr>
        <p:spPr>
          <a:xfrm>
            <a:off x="1342450" y="3615440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220" name="Google Shape;10220;p283"/>
          <p:cNvSpPr txBox="1"/>
          <p:nvPr>
            <p:ph idx="4" type="subTitle"/>
          </p:nvPr>
        </p:nvSpPr>
        <p:spPr>
          <a:xfrm>
            <a:off x="5295350" y="3606127"/>
            <a:ext cx="2506200" cy="9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 1">
  <p:cSld name="CUSTOM_20">
    <p:spTree>
      <p:nvGrpSpPr>
        <p:cNvPr id="10221" name="Shape 10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22" name="Google Shape;10222;p284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223" name="Google Shape;10223;p28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4" name="Google Shape;10224;p28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5" name="Google Shape;10225;p28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6" name="Google Shape;10226;p28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7" name="Google Shape;10227;p28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8" name="Google Shape;10228;p28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9" name="Google Shape;10229;p28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0" name="Google Shape;10230;p28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1" name="Google Shape;10231;p28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2" name="Google Shape;10232;p284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3" name="Google Shape;10233;p284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4" name="Google Shape;10234;p28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5" name="Google Shape;10235;p28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6" name="Google Shape;10236;p28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7" name="Google Shape;10237;p28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8" name="Google Shape;10238;p284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9" name="Google Shape;10239;p28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0" name="Google Shape;10240;p28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1" name="Google Shape;10241;p28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2" name="Google Shape;10242;p28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3" name="Google Shape;10243;p28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4" name="Google Shape;10244;p28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45" name="Google Shape;10245;p284"/>
          <p:cNvSpPr txBox="1"/>
          <p:nvPr>
            <p:ph type="ctrTitle"/>
          </p:nvPr>
        </p:nvSpPr>
        <p:spPr>
          <a:xfrm>
            <a:off x="3443847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0246" name="Google Shape;10246;p284"/>
          <p:cNvSpPr txBox="1"/>
          <p:nvPr>
            <p:ph idx="1" type="subTitle"/>
          </p:nvPr>
        </p:nvSpPr>
        <p:spPr>
          <a:xfrm>
            <a:off x="3443847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247" name="Google Shape;10247;p284"/>
          <p:cNvSpPr txBox="1"/>
          <p:nvPr>
            <p:ph idx="2" type="subTitle"/>
          </p:nvPr>
        </p:nvSpPr>
        <p:spPr>
          <a:xfrm>
            <a:off x="475992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248" name="Google Shape;10248;p284"/>
          <p:cNvSpPr txBox="1"/>
          <p:nvPr>
            <p:ph idx="3" type="ctrTitle"/>
          </p:nvPr>
        </p:nvSpPr>
        <p:spPr>
          <a:xfrm>
            <a:off x="475992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0249" name="Google Shape;10249;p284"/>
          <p:cNvSpPr txBox="1"/>
          <p:nvPr>
            <p:ph idx="4" type="ctrTitle"/>
          </p:nvPr>
        </p:nvSpPr>
        <p:spPr>
          <a:xfrm>
            <a:off x="81170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0250" name="Google Shape;10250;p284"/>
          <p:cNvSpPr txBox="1"/>
          <p:nvPr>
            <p:ph idx="5" type="subTitle"/>
          </p:nvPr>
        </p:nvSpPr>
        <p:spPr>
          <a:xfrm>
            <a:off x="81170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251" name="Google Shape;10251;p284"/>
          <p:cNvSpPr txBox="1"/>
          <p:nvPr>
            <p:ph idx="6" type="subTitle"/>
          </p:nvPr>
        </p:nvSpPr>
        <p:spPr>
          <a:xfrm>
            <a:off x="2127780" y="1879683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252" name="Google Shape;10252;p284"/>
          <p:cNvSpPr txBox="1"/>
          <p:nvPr>
            <p:ph idx="7" type="ctrTitle"/>
          </p:nvPr>
        </p:nvSpPr>
        <p:spPr>
          <a:xfrm>
            <a:off x="2127780" y="1580703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0253" name="Google Shape;10253;p284"/>
          <p:cNvSpPr txBox="1"/>
          <p:nvPr>
            <p:ph idx="8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0254" name="Google Shape;10254;p284"/>
          <p:cNvSpPr txBox="1"/>
          <p:nvPr>
            <p:ph idx="9" type="ctrTitle"/>
          </p:nvPr>
        </p:nvSpPr>
        <p:spPr>
          <a:xfrm>
            <a:off x="6075995" y="3081575"/>
            <a:ext cx="2256300" cy="3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ermanent Marker"/>
              <a:buNone/>
              <a:defRPr sz="2000"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10255" name="Google Shape;10255;p284"/>
          <p:cNvSpPr txBox="1"/>
          <p:nvPr>
            <p:ph idx="13" type="subTitle"/>
          </p:nvPr>
        </p:nvSpPr>
        <p:spPr>
          <a:xfrm>
            <a:off x="6075995" y="3367235"/>
            <a:ext cx="2256300" cy="54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21">
    <p:spTree>
      <p:nvGrpSpPr>
        <p:cNvPr id="10256" name="Shape 10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57" name="Google Shape;10257;p28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258" name="Google Shape;10258;p28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9" name="Google Shape;10259;p28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0" name="Google Shape;10260;p28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1" name="Google Shape;10261;p28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2" name="Google Shape;10262;p28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3" name="Google Shape;10263;p28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4" name="Google Shape;10264;p28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5" name="Google Shape;10265;p28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6" name="Google Shape;10266;p28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7" name="Google Shape;10267;p28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8" name="Google Shape;10268;p28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9" name="Google Shape;10269;p28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0" name="Google Shape;10270;p28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1" name="Google Shape;10271;p28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2" name="Google Shape;10272;p28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3" name="Google Shape;10273;p28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4" name="Google Shape;10274;p28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5" name="Google Shape;10275;p28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6" name="Google Shape;10276;p28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77" name="Google Shape;10277;p285"/>
          <p:cNvSpPr txBox="1"/>
          <p:nvPr>
            <p:ph type="title"/>
          </p:nvPr>
        </p:nvSpPr>
        <p:spPr>
          <a:xfrm>
            <a:off x="715349" y="1829975"/>
            <a:ext cx="52644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278" name="Google Shape;10278;p285"/>
          <p:cNvSpPr txBox="1"/>
          <p:nvPr>
            <p:ph idx="1" type="body"/>
          </p:nvPr>
        </p:nvSpPr>
        <p:spPr>
          <a:xfrm>
            <a:off x="715350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33">
    <p:spTree>
      <p:nvGrpSpPr>
        <p:cNvPr id="10279" name="Shape 10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80" name="Google Shape;10280;p28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281" name="Google Shape;10281;p28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2" name="Google Shape;10282;p28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3" name="Google Shape;10283;p28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4" name="Google Shape;10284;p28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5" name="Google Shape;10285;p28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6" name="Google Shape;10286;p28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7" name="Google Shape;10287;p28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8" name="Google Shape;10288;p28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9" name="Google Shape;10289;p28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0" name="Google Shape;10290;p28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1" name="Google Shape;10291;p28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2" name="Google Shape;10292;p28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3" name="Google Shape;10293;p28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4" name="Google Shape;10294;p28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5" name="Google Shape;10295;p28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6" name="Google Shape;10296;p28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7" name="Google Shape;10297;p28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8" name="Google Shape;10298;p28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9" name="Google Shape;10299;p28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00" name="Google Shape;10300;p286"/>
          <p:cNvSpPr txBox="1"/>
          <p:nvPr>
            <p:ph type="title"/>
          </p:nvPr>
        </p:nvSpPr>
        <p:spPr>
          <a:xfrm>
            <a:off x="3772625" y="1829975"/>
            <a:ext cx="4569300" cy="89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01" name="Google Shape;10301;p286"/>
          <p:cNvSpPr txBox="1"/>
          <p:nvPr>
            <p:ph idx="1" type="body"/>
          </p:nvPr>
        </p:nvSpPr>
        <p:spPr>
          <a:xfrm>
            <a:off x="3772649" y="2823072"/>
            <a:ext cx="4569300" cy="45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algn="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algn="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22">
    <p:spTree>
      <p:nvGrpSpPr>
        <p:cNvPr id="10302" name="Shape 10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03" name="Google Shape;10303;p287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0304" name="Google Shape;10304;p287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305" name="Google Shape;10305;p28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0306" name="Google Shape;10306;p287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0307" name="Google Shape;10307;p28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8" name="Google Shape;10308;p28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9" name="Google Shape;10309;p28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0" name="Google Shape;10310;p28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1" name="Google Shape;10311;p28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2" name="Google Shape;10312;p28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3" name="Google Shape;10313;p28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4" name="Google Shape;10314;p28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5" name="Google Shape;10315;p28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6" name="Google Shape;10316;p28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7" name="Google Shape;10317;p28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8" name="Google Shape;10318;p28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9" name="Google Shape;10319;p28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0" name="Google Shape;10320;p28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1" name="Google Shape;10321;p28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22" name="Google Shape;10322;p287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0323" name="Google Shape;10323;p287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4" name="Google Shape;10324;p287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5" name="Google Shape;10325;p287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6" name="Google Shape;10326;p287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7" name="Google Shape;10327;p287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8" name="Google Shape;10328;p287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9" name="Google Shape;10329;p287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0" name="Google Shape;10330;p287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1" name="Google Shape;10331;p287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2" name="Google Shape;10332;p287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3" name="Google Shape;10333;p287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4" name="Google Shape;10334;p287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5" name="Google Shape;10335;p287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6" name="Google Shape;10336;p287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7" name="Google Shape;10337;p287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0338" name="Google Shape;10338;p287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339" name="Google Shape;10339;p287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340" name="Google Shape;10340;p287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341" name="Google Shape;10341;p287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342" name="Google Shape;10342;p287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343" name="Google Shape;10343;p287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0344" name="Google Shape;10344;p287"/>
          <p:cNvSpPr txBox="1"/>
          <p:nvPr>
            <p:ph type="title"/>
          </p:nvPr>
        </p:nvSpPr>
        <p:spPr>
          <a:xfrm>
            <a:off x="720000" y="1143700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45" name="Google Shape;10345;p287"/>
          <p:cNvSpPr txBox="1"/>
          <p:nvPr>
            <p:ph idx="2" type="title"/>
          </p:nvPr>
        </p:nvSpPr>
        <p:spPr>
          <a:xfrm>
            <a:off x="720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46" name="Google Shape;10346;p287"/>
          <p:cNvSpPr txBox="1"/>
          <p:nvPr>
            <p:ph idx="3" type="title"/>
          </p:nvPr>
        </p:nvSpPr>
        <p:spPr>
          <a:xfrm>
            <a:off x="5094000" y="2946225"/>
            <a:ext cx="3330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47" name="Google Shape;10347;p287"/>
          <p:cNvSpPr txBox="1"/>
          <p:nvPr>
            <p:ph idx="1" type="subTitle"/>
          </p:nvPr>
        </p:nvSpPr>
        <p:spPr>
          <a:xfrm>
            <a:off x="915300" y="1964863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348" name="Google Shape;10348;p287"/>
          <p:cNvSpPr txBox="1"/>
          <p:nvPr>
            <p:ph idx="4" type="subTitle"/>
          </p:nvPr>
        </p:nvSpPr>
        <p:spPr>
          <a:xfrm>
            <a:off x="915300" y="3754738"/>
            <a:ext cx="29394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349" name="Google Shape;10349;p287"/>
          <p:cNvSpPr txBox="1"/>
          <p:nvPr>
            <p:ph idx="5" type="subTitle"/>
          </p:nvPr>
        </p:nvSpPr>
        <p:spPr>
          <a:xfrm>
            <a:off x="5192850" y="3754772"/>
            <a:ext cx="3132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3">
    <p:spTree>
      <p:nvGrpSpPr>
        <p:cNvPr id="10350" name="Shape 10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51" name="Google Shape;10351;p288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352" name="Google Shape;10352;p288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3" name="Google Shape;10353;p288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4" name="Google Shape;10354;p288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5" name="Google Shape;10355;p288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6" name="Google Shape;10356;p288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7" name="Google Shape;10357;p288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8" name="Google Shape;10358;p288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9" name="Google Shape;10359;p288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0" name="Google Shape;10360;p288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1" name="Google Shape;10361;p288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2" name="Google Shape;10362;p288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3" name="Google Shape;10363;p288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4" name="Google Shape;10364;p288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5" name="Google Shape;10365;p288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6" name="Google Shape;10366;p288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7" name="Google Shape;10367;p288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8" name="Google Shape;10368;p288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9" name="Google Shape;10369;p288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0" name="Google Shape;10370;p288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71" name="Google Shape;10371;p288"/>
          <p:cNvSpPr txBox="1"/>
          <p:nvPr>
            <p:ph type="title"/>
          </p:nvPr>
        </p:nvSpPr>
        <p:spPr>
          <a:xfrm>
            <a:off x="3285938" y="11437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72" name="Google Shape;10372;p288"/>
          <p:cNvSpPr txBox="1"/>
          <p:nvPr>
            <p:ph idx="1" type="subTitle"/>
          </p:nvPr>
        </p:nvSpPr>
        <p:spPr>
          <a:xfrm>
            <a:off x="3285938" y="1964876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373" name="Google Shape;10373;p288"/>
          <p:cNvSpPr txBox="1"/>
          <p:nvPr>
            <p:ph idx="2" type="title"/>
          </p:nvPr>
        </p:nvSpPr>
        <p:spPr>
          <a:xfrm>
            <a:off x="3285938" y="2970100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74" name="Google Shape;10374;p288"/>
          <p:cNvSpPr txBox="1"/>
          <p:nvPr>
            <p:ph idx="3" type="subTitle"/>
          </p:nvPr>
        </p:nvSpPr>
        <p:spPr>
          <a:xfrm>
            <a:off x="3285938" y="3791277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375" name="Google Shape;10375;p288"/>
          <p:cNvSpPr txBox="1"/>
          <p:nvPr>
            <p:ph idx="4" type="title"/>
          </p:nvPr>
        </p:nvSpPr>
        <p:spPr>
          <a:xfrm>
            <a:off x="6030113" y="11563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76" name="Google Shape;10376;p288"/>
          <p:cNvSpPr txBox="1"/>
          <p:nvPr>
            <p:ph idx="5" type="subTitle"/>
          </p:nvPr>
        </p:nvSpPr>
        <p:spPr>
          <a:xfrm>
            <a:off x="6030113" y="19775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377" name="Google Shape;10377;p288"/>
          <p:cNvSpPr txBox="1"/>
          <p:nvPr>
            <p:ph idx="6" type="title"/>
          </p:nvPr>
        </p:nvSpPr>
        <p:spPr>
          <a:xfrm>
            <a:off x="6030113" y="2982738"/>
            <a:ext cx="23889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0378" name="Google Shape;10378;p288"/>
          <p:cNvSpPr txBox="1"/>
          <p:nvPr>
            <p:ph idx="7" type="subTitle"/>
          </p:nvPr>
        </p:nvSpPr>
        <p:spPr>
          <a:xfrm>
            <a:off x="6030113" y="3803915"/>
            <a:ext cx="23889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5">
    <p:spTree>
      <p:nvGrpSpPr>
        <p:cNvPr id="10379" name="Shape 10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80" name="Google Shape;10380;p289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0381" name="Google Shape;10381;p289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382" name="Google Shape;10382;p289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0383" name="Google Shape;10383;p289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0384" name="Google Shape;10384;p289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5" name="Google Shape;10385;p289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6" name="Google Shape;10386;p289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7" name="Google Shape;10387;p289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8" name="Google Shape;10388;p289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9" name="Google Shape;10389;p289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0" name="Google Shape;10390;p289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1" name="Google Shape;10391;p289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2" name="Google Shape;10392;p289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3" name="Google Shape;10393;p289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4" name="Google Shape;10394;p289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5" name="Google Shape;10395;p289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6" name="Google Shape;10396;p289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7" name="Google Shape;10397;p289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8" name="Google Shape;10398;p289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99" name="Google Shape;10399;p289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0400" name="Google Shape;10400;p289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1" name="Google Shape;10401;p289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2" name="Google Shape;10402;p289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3" name="Google Shape;10403;p289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4" name="Google Shape;10404;p289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5" name="Google Shape;10405;p289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6" name="Google Shape;10406;p289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7" name="Google Shape;10407;p289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8" name="Google Shape;10408;p289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9" name="Google Shape;10409;p289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0" name="Google Shape;10410;p289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1" name="Google Shape;10411;p289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2" name="Google Shape;10412;p289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3" name="Google Shape;10413;p289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4" name="Google Shape;10414;p289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0415" name="Google Shape;10415;p289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16" name="Google Shape;10416;p289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17" name="Google Shape;10417;p289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18" name="Google Shape;10418;p289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19" name="Google Shape;10419;p289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20" name="Google Shape;10420;p289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0421" name="Google Shape;10421;p289"/>
          <p:cNvSpPr txBox="1"/>
          <p:nvPr>
            <p:ph idx="1" type="subTitle"/>
          </p:nvPr>
        </p:nvSpPr>
        <p:spPr>
          <a:xfrm>
            <a:off x="720000" y="2532242"/>
            <a:ext cx="23004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422" name="Google Shape;10422;p289"/>
          <p:cNvSpPr txBox="1"/>
          <p:nvPr>
            <p:ph type="title"/>
          </p:nvPr>
        </p:nvSpPr>
        <p:spPr>
          <a:xfrm>
            <a:off x="720000" y="1452200"/>
            <a:ext cx="15549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6">
    <p:spTree>
      <p:nvGrpSpPr>
        <p:cNvPr id="10423" name="Shape 10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4" name="Google Shape;10424;p290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0425" name="Google Shape;10425;p290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426" name="Google Shape;10426;p29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0427" name="Google Shape;10427;p290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0428" name="Google Shape;10428;p29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29" name="Google Shape;10429;p29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0" name="Google Shape;10430;p29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1" name="Google Shape;10431;p29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2" name="Google Shape;10432;p29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3" name="Google Shape;10433;p29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4" name="Google Shape;10434;p29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5" name="Google Shape;10435;p29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6" name="Google Shape;10436;p29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7" name="Google Shape;10437;p29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8" name="Google Shape;10438;p29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9" name="Google Shape;10439;p29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0" name="Google Shape;10440;p29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1" name="Google Shape;10441;p29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2" name="Google Shape;10442;p29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443" name="Google Shape;10443;p290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0444" name="Google Shape;10444;p290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5" name="Google Shape;10445;p290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6" name="Google Shape;10446;p290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7" name="Google Shape;10447;p290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8" name="Google Shape;10448;p290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9" name="Google Shape;10449;p290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0" name="Google Shape;10450;p290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1" name="Google Shape;10451;p290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2" name="Google Shape;10452;p290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3" name="Google Shape;10453;p290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4" name="Google Shape;10454;p290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5" name="Google Shape;10455;p290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6" name="Google Shape;10456;p290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7" name="Google Shape;10457;p290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8" name="Google Shape;10458;p290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0459" name="Google Shape;10459;p290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0" name="Google Shape;10460;p290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1" name="Google Shape;10461;p290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2" name="Google Shape;10462;p290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3" name="Google Shape;10463;p290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4" name="Google Shape;10464;p290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0465" name="Google Shape;10465;p290"/>
          <p:cNvSpPr txBox="1"/>
          <p:nvPr>
            <p:ph idx="1" type="subTitle"/>
          </p:nvPr>
        </p:nvSpPr>
        <p:spPr>
          <a:xfrm>
            <a:off x="6302975" y="2571750"/>
            <a:ext cx="2121300" cy="159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466" name="Google Shape;10466;p290"/>
          <p:cNvSpPr txBox="1"/>
          <p:nvPr>
            <p:ph type="title"/>
          </p:nvPr>
        </p:nvSpPr>
        <p:spPr>
          <a:xfrm>
            <a:off x="6682500" y="1452213"/>
            <a:ext cx="1741500" cy="9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30">
    <p:spTree>
      <p:nvGrpSpPr>
        <p:cNvPr id="10467" name="Shape 10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68" name="Google Shape;10468;p291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469" name="Google Shape;10469;p291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0" name="Google Shape;10470;p291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1" name="Google Shape;10471;p291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2" name="Google Shape;10472;p291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3" name="Google Shape;10473;p291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4" name="Google Shape;10474;p291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5" name="Google Shape;10475;p291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6" name="Google Shape;10476;p291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7" name="Google Shape;10477;p291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8" name="Google Shape;10478;p291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9" name="Google Shape;10479;p291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0" name="Google Shape;10480;p291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1" name="Google Shape;10481;p291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2" name="Google Shape;10482;p291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3" name="Google Shape;10483;p291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4" name="Google Shape;10484;p291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5" name="Google Shape;10485;p291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6" name="Google Shape;10486;p291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7" name="Google Shape;10487;p291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8" name="Google Shape;10488;p291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9" name="Google Shape;10489;p291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0" name="Google Shape;10490;p291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491" name="Google Shape;10491;p291"/>
          <p:cNvSpPr txBox="1"/>
          <p:nvPr>
            <p:ph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0492" name="Google Shape;10492;p291"/>
          <p:cNvSpPr txBox="1"/>
          <p:nvPr>
            <p:ph idx="1" type="body"/>
          </p:nvPr>
        </p:nvSpPr>
        <p:spPr>
          <a:xfrm>
            <a:off x="720000" y="1246924"/>
            <a:ext cx="7704000" cy="3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/>
            </a:lvl1pPr>
            <a:lvl2pPr indent="-304800" lvl="1" marL="91440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29">
    <p:spTree>
      <p:nvGrpSpPr>
        <p:cNvPr id="10493" name="Shape 10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94" name="Google Shape;10494;p292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495" name="Google Shape;10495;p292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6" name="Google Shape;10496;p292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7" name="Google Shape;10497;p292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8" name="Google Shape;10498;p292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9" name="Google Shape;10499;p292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0" name="Google Shape;10500;p292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1" name="Google Shape;10501;p292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2" name="Google Shape;10502;p292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3" name="Google Shape;10503;p292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4" name="Google Shape;10504;p292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5" name="Google Shape;10505;p292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6" name="Google Shape;10506;p292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7" name="Google Shape;10507;p292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8" name="Google Shape;10508;p292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9" name="Google Shape;10509;p292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0" name="Google Shape;10510;p292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1" name="Google Shape;10511;p292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2" name="Google Shape;10512;p292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3" name="Google Shape;10513;p292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514" name="Google Shape;10514;p292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0515" name="Google Shape;10515;p292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16" name="Google Shape;10516;p292"/>
          <p:cNvSpPr txBox="1"/>
          <p:nvPr>
            <p:ph type="ctrTitle"/>
          </p:nvPr>
        </p:nvSpPr>
        <p:spPr>
          <a:xfrm>
            <a:off x="2351875" y="540000"/>
            <a:ext cx="44403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517" name="Google Shape;10517;p292"/>
          <p:cNvSpPr txBox="1"/>
          <p:nvPr/>
        </p:nvSpPr>
        <p:spPr>
          <a:xfrm>
            <a:off x="2422213" y="3592175"/>
            <a:ext cx="4299600" cy="6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CREDITS: This presentation template was created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, including icons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rgbClr val="434343"/>
                </a:solidFill>
                <a:latin typeface="Arial"/>
                <a:ea typeface="Arial"/>
                <a:cs typeface="Arial"/>
                <a:sym typeface="Arial"/>
              </a:rPr>
              <a:t> and infographics &amp; images by </a:t>
            </a:r>
            <a:r>
              <a:rPr b="0" i="0" lang="en" sz="1200" u="none" cap="none" strike="noStrike">
                <a:solidFill>
                  <a:srgbClr val="434343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0" i="0" sz="12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t/>
            </a:r>
            <a:endParaRPr b="0" i="0" sz="12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18" name="Google Shape;10518;p292"/>
          <p:cNvSpPr txBox="1"/>
          <p:nvPr>
            <p:ph idx="1" type="subTitle"/>
          </p:nvPr>
        </p:nvSpPr>
        <p:spPr>
          <a:xfrm>
            <a:off x="2955600" y="2255325"/>
            <a:ext cx="3232800" cy="13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1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19" name="Google Shape;10519;p292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10520" name="Google Shape;10520;p292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1" name="Google Shape;10521;p292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2" name="Google Shape;10522;p292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3" name="Google Shape;10523;p292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4" name="Google Shape;10524;p292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5" name="Google Shape;10525;p292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6" name="Google Shape;10526;p292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7" name="Google Shape;10527;p292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8" name="Google Shape;10528;p292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9" name="Google Shape;10529;p292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0" name="Google Shape;10530;p292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35">
    <p:spTree>
      <p:nvGrpSpPr>
        <p:cNvPr id="10531" name="Shape 10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32" name="Google Shape;10532;p293"/>
          <p:cNvGrpSpPr/>
          <p:nvPr/>
        </p:nvGrpSpPr>
        <p:grpSpPr>
          <a:xfrm>
            <a:off x="-174525" y="-22399"/>
            <a:ext cx="9487164" cy="5193049"/>
            <a:chOff x="-174525" y="-22399"/>
            <a:chExt cx="9487164" cy="5193049"/>
          </a:xfrm>
        </p:grpSpPr>
        <p:sp>
          <p:nvSpPr>
            <p:cNvPr id="10533" name="Google Shape;10533;p293"/>
            <p:cNvSpPr/>
            <p:nvPr/>
          </p:nvSpPr>
          <p:spPr>
            <a:xfrm>
              <a:off x="-174525" y="-22399"/>
              <a:ext cx="9487164" cy="5188298"/>
            </a:xfrm>
            <a:custGeom>
              <a:rect b="b" l="l" r="r" t="t"/>
              <a:pathLst>
                <a:path extrusionOk="0" h="144360" w="264469">
                  <a:moveTo>
                    <a:pt x="125024" y="0"/>
                  </a:moveTo>
                  <a:cubicBezTo>
                    <a:pt x="124865" y="0"/>
                    <a:pt x="124702" y="4"/>
                    <a:pt x="124536" y="11"/>
                  </a:cubicBezTo>
                  <a:lnTo>
                    <a:pt x="4940" y="11"/>
                  </a:lnTo>
                  <a:cubicBezTo>
                    <a:pt x="1569" y="65"/>
                    <a:pt x="0" y="1705"/>
                    <a:pt x="226" y="4914"/>
                  </a:cubicBezTo>
                  <a:lnTo>
                    <a:pt x="226" y="138500"/>
                  </a:lnTo>
                  <a:cubicBezTo>
                    <a:pt x="208" y="142159"/>
                    <a:pt x="1811" y="143993"/>
                    <a:pt x="5034" y="143993"/>
                  </a:cubicBezTo>
                  <a:cubicBezTo>
                    <a:pt x="5185" y="143993"/>
                    <a:pt x="5340" y="143989"/>
                    <a:pt x="5499" y="143981"/>
                  </a:cubicBezTo>
                  <a:cubicBezTo>
                    <a:pt x="23166" y="144233"/>
                    <a:pt x="61538" y="144359"/>
                    <a:pt x="76177" y="144359"/>
                  </a:cubicBezTo>
                  <a:cubicBezTo>
                    <a:pt x="90824" y="144359"/>
                    <a:pt x="107103" y="144233"/>
                    <a:pt x="125041" y="143981"/>
                  </a:cubicBezTo>
                  <a:cubicBezTo>
                    <a:pt x="129025" y="143963"/>
                    <a:pt x="130900" y="142007"/>
                    <a:pt x="130675" y="138122"/>
                  </a:cubicBezTo>
                  <a:lnTo>
                    <a:pt x="130675" y="6393"/>
                  </a:lnTo>
                  <a:cubicBezTo>
                    <a:pt x="130839" y="2139"/>
                    <a:pt x="128956" y="0"/>
                    <a:pt x="125024" y="0"/>
                  </a:cubicBezTo>
                  <a:close/>
                  <a:moveTo>
                    <a:pt x="139427" y="0"/>
                  </a:moveTo>
                  <a:cubicBezTo>
                    <a:pt x="135503" y="0"/>
                    <a:pt x="133611" y="2139"/>
                    <a:pt x="133776" y="6393"/>
                  </a:cubicBezTo>
                  <a:lnTo>
                    <a:pt x="133776" y="138122"/>
                  </a:lnTo>
                  <a:cubicBezTo>
                    <a:pt x="133550" y="142007"/>
                    <a:pt x="135434" y="143963"/>
                    <a:pt x="139409" y="143981"/>
                  </a:cubicBezTo>
                  <a:cubicBezTo>
                    <a:pt x="157347" y="144233"/>
                    <a:pt x="173635" y="144359"/>
                    <a:pt x="188274" y="144359"/>
                  </a:cubicBezTo>
                  <a:cubicBezTo>
                    <a:pt x="202912" y="144359"/>
                    <a:pt x="241294" y="144233"/>
                    <a:pt x="258970" y="143981"/>
                  </a:cubicBezTo>
                  <a:cubicBezTo>
                    <a:pt x="259129" y="143989"/>
                    <a:pt x="259285" y="143993"/>
                    <a:pt x="259437" y="143993"/>
                  </a:cubicBezTo>
                  <a:cubicBezTo>
                    <a:pt x="262675" y="143993"/>
                    <a:pt x="264277" y="142159"/>
                    <a:pt x="264243" y="138500"/>
                  </a:cubicBezTo>
                  <a:lnTo>
                    <a:pt x="264243" y="4914"/>
                  </a:lnTo>
                  <a:cubicBezTo>
                    <a:pt x="264468" y="1705"/>
                    <a:pt x="262900" y="65"/>
                    <a:pt x="259529" y="11"/>
                  </a:cubicBezTo>
                  <a:lnTo>
                    <a:pt x="139914" y="11"/>
                  </a:lnTo>
                  <a:cubicBezTo>
                    <a:pt x="139749" y="4"/>
                    <a:pt x="139586" y="0"/>
                    <a:pt x="139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534" name="Google Shape;10534;p29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grpSp>
          <p:nvGrpSpPr>
            <p:cNvPr id="10535" name="Google Shape;10535;p293"/>
            <p:cNvGrpSpPr/>
            <p:nvPr/>
          </p:nvGrpSpPr>
          <p:grpSpPr>
            <a:xfrm>
              <a:off x="263005" y="845117"/>
              <a:ext cx="3790149" cy="3960313"/>
              <a:chOff x="263005" y="845117"/>
              <a:chExt cx="3790149" cy="3960313"/>
            </a:xfrm>
          </p:grpSpPr>
          <p:sp>
            <p:nvSpPr>
              <p:cNvPr id="10536" name="Google Shape;10536;p29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7" name="Google Shape;10537;p29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8" name="Google Shape;10538;p29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9" name="Google Shape;10539;p29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0" name="Google Shape;10540;p29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1" name="Google Shape;10541;p29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2" name="Google Shape;10542;p29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3" name="Google Shape;10543;p29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4" name="Google Shape;10544;p29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5" name="Google Shape;10545;p29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6" name="Google Shape;10546;p29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7" name="Google Shape;10547;p29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8" name="Google Shape;10548;p29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9" name="Google Shape;10549;p29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0" name="Google Shape;10550;p29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51" name="Google Shape;10551;p293"/>
            <p:cNvGrpSpPr/>
            <p:nvPr/>
          </p:nvGrpSpPr>
          <p:grpSpPr>
            <a:xfrm>
              <a:off x="5055305" y="845117"/>
              <a:ext cx="3790149" cy="3960313"/>
              <a:chOff x="263005" y="845117"/>
              <a:chExt cx="3790149" cy="3960313"/>
            </a:xfrm>
          </p:grpSpPr>
          <p:sp>
            <p:nvSpPr>
              <p:cNvPr id="10552" name="Google Shape;10552;p293"/>
              <p:cNvSpPr/>
              <p:nvPr/>
            </p:nvSpPr>
            <p:spPr>
              <a:xfrm>
                <a:off x="263005" y="3941386"/>
                <a:ext cx="3790149" cy="19569"/>
              </a:xfrm>
              <a:custGeom>
                <a:rect b="b" l="l" r="r" t="t"/>
                <a:pathLst>
                  <a:path extrusionOk="0" h="551" w="109629">
                    <a:moveTo>
                      <a:pt x="271" y="0"/>
                    </a:moveTo>
                    <a:cubicBezTo>
                      <a:pt x="118" y="9"/>
                      <a:pt x="1" y="127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51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1"/>
                    </a:cubicBezTo>
                    <a:cubicBezTo>
                      <a:pt x="109619" y="127"/>
                      <a:pt x="109502" y="0"/>
                      <a:pt x="109349" y="0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9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3" name="Google Shape;10553;p293"/>
              <p:cNvSpPr/>
              <p:nvPr/>
            </p:nvSpPr>
            <p:spPr>
              <a:xfrm>
                <a:off x="263005" y="422309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4" name="Google Shape;10554;p293"/>
              <p:cNvSpPr/>
              <p:nvPr/>
            </p:nvSpPr>
            <p:spPr>
              <a:xfrm>
                <a:off x="263005" y="4504476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5"/>
                      <a:pt x="118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5" name="Google Shape;10555;p293"/>
              <p:cNvSpPr/>
              <p:nvPr/>
            </p:nvSpPr>
            <p:spPr>
              <a:xfrm>
                <a:off x="263005" y="3378615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17"/>
                      <a:pt x="1" y="270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0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63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6" name="Google Shape;10556;p293"/>
              <p:cNvSpPr/>
              <p:nvPr/>
            </p:nvSpPr>
            <p:spPr>
              <a:xfrm>
                <a:off x="263005" y="3660001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7" name="Google Shape;10557;p293"/>
              <p:cNvSpPr/>
              <p:nvPr/>
            </p:nvSpPr>
            <p:spPr>
              <a:xfrm>
                <a:off x="263005" y="309719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0"/>
                    </a:moveTo>
                    <a:cubicBezTo>
                      <a:pt x="109359" y="0"/>
                      <a:pt x="109354" y="0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2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5"/>
                      <a:pt x="109619" y="262"/>
                    </a:cubicBezTo>
                    <a:cubicBezTo>
                      <a:pt x="109619" y="123"/>
                      <a:pt x="109510" y="0"/>
                      <a:pt x="1093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8" name="Google Shape;10558;p293"/>
              <p:cNvSpPr/>
              <p:nvPr/>
            </p:nvSpPr>
            <p:spPr>
              <a:xfrm>
                <a:off x="263005" y="225268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109364" y="1"/>
                    </a:moveTo>
                    <a:cubicBezTo>
                      <a:pt x="109359" y="1"/>
                      <a:pt x="109354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ubicBezTo>
                      <a:pt x="118" y="1"/>
                      <a:pt x="1" y="118"/>
                      <a:pt x="1" y="272"/>
                    </a:cubicBezTo>
                    <a:cubicBezTo>
                      <a:pt x="1" y="416"/>
                      <a:pt x="118" y="542"/>
                      <a:pt x="271" y="542"/>
                    </a:cubicBezTo>
                    <a:lnTo>
                      <a:pt x="13909" y="488"/>
                    </a:lnTo>
                    <a:lnTo>
                      <a:pt x="27538" y="470"/>
                    </a:lnTo>
                    <a:lnTo>
                      <a:pt x="54814" y="443"/>
                    </a:lnTo>
                    <a:lnTo>
                      <a:pt x="82082" y="470"/>
                    </a:lnTo>
                    <a:lnTo>
                      <a:pt x="95720" y="488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16"/>
                      <a:pt x="109619" y="272"/>
                    </a:cubicBezTo>
                    <a:cubicBezTo>
                      <a:pt x="109619" y="124"/>
                      <a:pt x="109510" y="1"/>
                      <a:pt x="10936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9" name="Google Shape;10559;p293"/>
              <p:cNvSpPr/>
              <p:nvPr/>
            </p:nvSpPr>
            <p:spPr>
              <a:xfrm>
                <a:off x="263005" y="2534104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18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100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0" name="Google Shape;10560;p293"/>
              <p:cNvSpPr/>
              <p:nvPr/>
            </p:nvSpPr>
            <p:spPr>
              <a:xfrm>
                <a:off x="263005" y="1970978"/>
                <a:ext cx="3790149" cy="19285"/>
              </a:xfrm>
              <a:custGeom>
                <a:rect b="b" l="l" r="r" t="t"/>
                <a:pathLst>
                  <a:path extrusionOk="0" h="543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2"/>
                      <a:pt x="271" y="542"/>
                    </a:cubicBezTo>
                    <a:lnTo>
                      <a:pt x="13909" y="497"/>
                    </a:lnTo>
                    <a:lnTo>
                      <a:pt x="27538" y="479"/>
                    </a:lnTo>
                    <a:lnTo>
                      <a:pt x="54814" y="443"/>
                    </a:lnTo>
                    <a:lnTo>
                      <a:pt x="82082" y="479"/>
                    </a:lnTo>
                    <a:lnTo>
                      <a:pt x="95720" y="497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5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1" name="Google Shape;10561;p293"/>
              <p:cNvSpPr/>
              <p:nvPr/>
            </p:nvSpPr>
            <p:spPr>
              <a:xfrm>
                <a:off x="263005" y="1408208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18"/>
                      <a:pt x="1" y="271"/>
                    </a:cubicBezTo>
                    <a:cubicBezTo>
                      <a:pt x="1" y="415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69"/>
                    </a:lnTo>
                    <a:lnTo>
                      <a:pt x="95720" y="487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15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64"/>
                    </a:lnTo>
                    <a:lnTo>
                      <a:pt x="13909" y="46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2" name="Google Shape;10562;p293"/>
              <p:cNvSpPr/>
              <p:nvPr/>
            </p:nvSpPr>
            <p:spPr>
              <a:xfrm>
                <a:off x="263005" y="845117"/>
                <a:ext cx="3790149" cy="19214"/>
              </a:xfrm>
              <a:custGeom>
                <a:rect b="b" l="l" r="r" t="t"/>
                <a:pathLst>
                  <a:path extrusionOk="0" h="541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17"/>
                      <a:pt x="109502" y="0"/>
                      <a:pt x="109349" y="0"/>
                    </a:cubicBezTo>
                    <a:lnTo>
                      <a:pt x="95720" y="45"/>
                    </a:lnTo>
                    <a:lnTo>
                      <a:pt x="82082" y="63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3" name="Google Shape;10563;p293"/>
              <p:cNvSpPr/>
              <p:nvPr/>
            </p:nvSpPr>
            <p:spPr>
              <a:xfrm>
                <a:off x="263005" y="112650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71"/>
                    </a:cubicBezTo>
                    <a:cubicBezTo>
                      <a:pt x="1" y="419"/>
                      <a:pt x="110" y="542"/>
                      <a:pt x="256" y="542"/>
                    </a:cubicBezTo>
                    <a:cubicBezTo>
                      <a:pt x="261" y="542"/>
                      <a:pt x="266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99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4" name="Google Shape;10564;p293"/>
              <p:cNvSpPr/>
              <p:nvPr/>
            </p:nvSpPr>
            <p:spPr>
              <a:xfrm>
                <a:off x="263005" y="1689593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2"/>
                      <a:pt x="271" y="542"/>
                    </a:cubicBezTo>
                    <a:lnTo>
                      <a:pt x="13909" y="487"/>
                    </a:lnTo>
                    <a:lnTo>
                      <a:pt x="27538" y="469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2"/>
                    </a:lnTo>
                    <a:lnTo>
                      <a:pt x="109358" y="542"/>
                    </a:lnTo>
                    <a:cubicBezTo>
                      <a:pt x="109502" y="542"/>
                      <a:pt x="109628" y="424"/>
                      <a:pt x="109619" y="271"/>
                    </a:cubicBezTo>
                    <a:cubicBezTo>
                      <a:pt x="109619" y="118"/>
                      <a:pt x="109502" y="1"/>
                      <a:pt x="109349" y="1"/>
                    </a:cubicBezTo>
                    <a:lnTo>
                      <a:pt x="95720" y="46"/>
                    </a:lnTo>
                    <a:lnTo>
                      <a:pt x="82082" y="64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5" name="Google Shape;10565;p293"/>
              <p:cNvSpPr/>
              <p:nvPr/>
            </p:nvSpPr>
            <p:spPr>
              <a:xfrm>
                <a:off x="263005" y="2815489"/>
                <a:ext cx="3790149" cy="19249"/>
              </a:xfrm>
              <a:custGeom>
                <a:rect b="b" l="l" r="r" t="t"/>
                <a:pathLst>
                  <a:path extrusionOk="0" h="542" w="109629">
                    <a:moveTo>
                      <a:pt x="271" y="1"/>
                    </a:moveTo>
                    <a:cubicBezTo>
                      <a:pt x="118" y="1"/>
                      <a:pt x="1" y="127"/>
                      <a:pt x="1" y="271"/>
                    </a:cubicBezTo>
                    <a:cubicBezTo>
                      <a:pt x="1" y="424"/>
                      <a:pt x="118" y="541"/>
                      <a:pt x="271" y="541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41"/>
                    </a:lnTo>
                    <a:lnTo>
                      <a:pt x="109358" y="541"/>
                    </a:lnTo>
                    <a:cubicBezTo>
                      <a:pt x="109502" y="541"/>
                      <a:pt x="109628" y="424"/>
                      <a:pt x="109619" y="271"/>
                    </a:cubicBezTo>
                    <a:cubicBezTo>
                      <a:pt x="109619" y="127"/>
                      <a:pt x="109502" y="1"/>
                      <a:pt x="109349" y="1"/>
                    </a:cubicBezTo>
                    <a:lnTo>
                      <a:pt x="95720" y="55"/>
                    </a:lnTo>
                    <a:lnTo>
                      <a:pt x="82082" y="73"/>
                    </a:lnTo>
                    <a:lnTo>
                      <a:pt x="54814" y="100"/>
                    </a:lnTo>
                    <a:lnTo>
                      <a:pt x="27538" y="73"/>
                    </a:lnTo>
                    <a:lnTo>
                      <a:pt x="13909" y="55"/>
                    </a:lnTo>
                    <a:lnTo>
                      <a:pt x="271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6" name="Google Shape;10566;p293"/>
              <p:cNvSpPr/>
              <p:nvPr/>
            </p:nvSpPr>
            <p:spPr>
              <a:xfrm>
                <a:off x="263005" y="4785897"/>
                <a:ext cx="3790149" cy="19533"/>
              </a:xfrm>
              <a:custGeom>
                <a:rect b="b" l="l" r="r" t="t"/>
                <a:pathLst>
                  <a:path extrusionOk="0" h="550" w="109629">
                    <a:moveTo>
                      <a:pt x="271" y="0"/>
                    </a:moveTo>
                    <a:cubicBezTo>
                      <a:pt x="118" y="0"/>
                      <a:pt x="1" y="126"/>
                      <a:pt x="1" y="280"/>
                    </a:cubicBezTo>
                    <a:cubicBezTo>
                      <a:pt x="1" y="424"/>
                      <a:pt x="118" y="550"/>
                      <a:pt x="271" y="550"/>
                    </a:cubicBezTo>
                    <a:lnTo>
                      <a:pt x="13909" y="496"/>
                    </a:lnTo>
                    <a:lnTo>
                      <a:pt x="27538" y="478"/>
                    </a:lnTo>
                    <a:lnTo>
                      <a:pt x="54814" y="442"/>
                    </a:lnTo>
                    <a:lnTo>
                      <a:pt x="82082" y="478"/>
                    </a:lnTo>
                    <a:lnTo>
                      <a:pt x="95720" y="496"/>
                    </a:lnTo>
                    <a:lnTo>
                      <a:pt x="109349" y="550"/>
                    </a:lnTo>
                    <a:lnTo>
                      <a:pt x="109358" y="550"/>
                    </a:lnTo>
                    <a:cubicBezTo>
                      <a:pt x="109502" y="550"/>
                      <a:pt x="109628" y="424"/>
                      <a:pt x="109619" y="270"/>
                    </a:cubicBezTo>
                    <a:cubicBezTo>
                      <a:pt x="109619" y="126"/>
                      <a:pt x="109502" y="0"/>
                      <a:pt x="109349" y="0"/>
                    </a:cubicBezTo>
                    <a:lnTo>
                      <a:pt x="95720" y="54"/>
                    </a:lnTo>
                    <a:lnTo>
                      <a:pt x="82082" y="72"/>
                    </a:lnTo>
                    <a:lnTo>
                      <a:pt x="54814" y="108"/>
                    </a:lnTo>
                    <a:lnTo>
                      <a:pt x="27538" y="72"/>
                    </a:lnTo>
                    <a:lnTo>
                      <a:pt x="13909" y="54"/>
                    </a:ln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0567" name="Google Shape;10567;p293"/>
            <p:cNvCxnSpPr/>
            <p:nvPr/>
          </p:nvCxnSpPr>
          <p:spPr>
            <a:xfrm>
              <a:off x="4625700" y="540000"/>
              <a:ext cx="46791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568" name="Google Shape;10568;p293"/>
            <p:cNvCxnSpPr/>
            <p:nvPr/>
          </p:nvCxnSpPr>
          <p:spPr>
            <a:xfrm>
              <a:off x="40493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569" name="Google Shape;10569;p293"/>
            <p:cNvCxnSpPr/>
            <p:nvPr/>
          </p:nvCxnSpPr>
          <p:spPr>
            <a:xfrm>
              <a:off x="4112975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570" name="Google Shape;10570;p293"/>
            <p:cNvCxnSpPr/>
            <p:nvPr/>
          </p:nvCxnSpPr>
          <p:spPr>
            <a:xfrm>
              <a:off x="49917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571" name="Google Shape;10571;p293"/>
            <p:cNvCxnSpPr/>
            <p:nvPr/>
          </p:nvCxnSpPr>
          <p:spPr>
            <a:xfrm>
              <a:off x="5055300" y="545250"/>
              <a:ext cx="0" cy="462540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572" name="Google Shape;10572;p293"/>
            <p:cNvCxnSpPr/>
            <p:nvPr/>
          </p:nvCxnSpPr>
          <p:spPr>
            <a:xfrm>
              <a:off x="-166800" y="540000"/>
              <a:ext cx="4681500" cy="0"/>
            </a:xfrm>
            <a:prstGeom prst="straightConnector1">
              <a:avLst/>
            </a:prstGeom>
            <a:noFill/>
            <a:ln cap="flat" cmpd="sng" w="9525">
              <a:solidFill>
                <a:srgbClr val="6D9EEB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36">
    <p:spTree>
      <p:nvGrpSpPr>
        <p:cNvPr id="10573" name="Shape 10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74" name="Google Shape;10574;p294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575" name="Google Shape;10575;p294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6" name="Google Shape;10576;p294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7" name="Google Shape;10577;p294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8" name="Google Shape;10578;p294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9" name="Google Shape;10579;p294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0" name="Google Shape;10580;p294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1" name="Google Shape;10581;p294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2" name="Google Shape;10582;p294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3" name="Google Shape;10583;p294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4" name="Google Shape;10584;p294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5" name="Google Shape;10585;p294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6" name="Google Shape;10586;p294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7" name="Google Shape;10587;p294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8" name="Google Shape;10588;p294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9" name="Google Shape;10589;p294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0" name="Google Shape;10590;p294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1" name="Google Shape;10591;p294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2" name="Google Shape;10592;p294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3" name="Google Shape;10593;p294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rgbClr val="6D9EEB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594" name="Google Shape;10594;p294"/>
          <p:cNvCxnSpPr/>
          <p:nvPr/>
        </p:nvCxnSpPr>
        <p:spPr>
          <a:xfrm>
            <a:off x="-62550" y="540000"/>
            <a:ext cx="9269100" cy="0"/>
          </a:xfrm>
          <a:prstGeom prst="straightConnector1">
            <a:avLst/>
          </a:prstGeom>
          <a:noFill/>
          <a:ln cap="flat" cmpd="sng" w="9525">
            <a:solidFill>
              <a:srgbClr val="6D9EEB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0595" name="Google Shape;10595;p294"/>
          <p:cNvSpPr/>
          <p:nvPr/>
        </p:nvSpPr>
        <p:spPr>
          <a:xfrm>
            <a:off x="-14550" y="5010825"/>
            <a:ext cx="9160200" cy="156300"/>
          </a:xfrm>
          <a:prstGeom prst="rect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596" name="Google Shape;10596;p294"/>
          <p:cNvGrpSpPr/>
          <p:nvPr/>
        </p:nvGrpSpPr>
        <p:grpSpPr>
          <a:xfrm rot="697126">
            <a:off x="8218474" y="-369190"/>
            <a:ext cx="1305393" cy="1346461"/>
            <a:chOff x="1492000" y="427450"/>
            <a:chExt cx="1188000" cy="1225375"/>
          </a:xfrm>
        </p:grpSpPr>
        <p:sp>
          <p:nvSpPr>
            <p:cNvPr id="10597" name="Google Shape;10597;p294"/>
            <p:cNvSpPr/>
            <p:nvPr/>
          </p:nvSpPr>
          <p:spPr>
            <a:xfrm>
              <a:off x="1492000" y="427450"/>
              <a:ext cx="1188000" cy="1225375"/>
            </a:xfrm>
            <a:custGeom>
              <a:rect b="b" l="l" r="r" t="t"/>
              <a:pathLst>
                <a:path extrusionOk="0" h="49015" w="47520">
                  <a:moveTo>
                    <a:pt x="44863" y="698"/>
                  </a:moveTo>
                  <a:lnTo>
                    <a:pt x="44863" y="698"/>
                  </a:lnTo>
                  <a:cubicBezTo>
                    <a:pt x="45260" y="745"/>
                    <a:pt x="45657" y="763"/>
                    <a:pt x="46048" y="763"/>
                  </a:cubicBezTo>
                  <a:cubicBezTo>
                    <a:pt x="46274" y="763"/>
                    <a:pt x="46497" y="757"/>
                    <a:pt x="46717" y="748"/>
                  </a:cubicBezTo>
                  <a:lnTo>
                    <a:pt x="46717" y="748"/>
                  </a:lnTo>
                  <a:cubicBezTo>
                    <a:pt x="46667" y="8567"/>
                    <a:pt x="46617" y="16387"/>
                    <a:pt x="46642" y="24207"/>
                  </a:cubicBezTo>
                  <a:cubicBezTo>
                    <a:pt x="46667" y="32076"/>
                    <a:pt x="46366" y="40046"/>
                    <a:pt x="46868" y="47891"/>
                  </a:cubicBezTo>
                  <a:cubicBezTo>
                    <a:pt x="46818" y="47891"/>
                    <a:pt x="46792" y="47866"/>
                    <a:pt x="46767" y="47866"/>
                  </a:cubicBezTo>
                  <a:cubicBezTo>
                    <a:pt x="39987" y="48053"/>
                    <a:pt x="33211" y="48100"/>
                    <a:pt x="26436" y="48100"/>
                  </a:cubicBezTo>
                  <a:cubicBezTo>
                    <a:pt x="19684" y="48100"/>
                    <a:pt x="12934" y="48054"/>
                    <a:pt x="6180" y="48054"/>
                  </a:cubicBezTo>
                  <a:cubicBezTo>
                    <a:pt x="4304" y="48054"/>
                    <a:pt x="2428" y="48057"/>
                    <a:pt x="552" y="48066"/>
                  </a:cubicBezTo>
                  <a:cubicBezTo>
                    <a:pt x="802" y="38116"/>
                    <a:pt x="1203" y="28066"/>
                    <a:pt x="1203" y="18066"/>
                  </a:cubicBezTo>
                  <a:cubicBezTo>
                    <a:pt x="1203" y="12452"/>
                    <a:pt x="1078" y="6863"/>
                    <a:pt x="727" y="1299"/>
                  </a:cubicBezTo>
                  <a:lnTo>
                    <a:pt x="752" y="1299"/>
                  </a:lnTo>
                  <a:cubicBezTo>
                    <a:pt x="1098" y="1362"/>
                    <a:pt x="1492" y="1415"/>
                    <a:pt x="1880" y="1415"/>
                  </a:cubicBezTo>
                  <a:cubicBezTo>
                    <a:pt x="2112" y="1415"/>
                    <a:pt x="2341" y="1396"/>
                    <a:pt x="2557" y="1349"/>
                  </a:cubicBezTo>
                  <a:lnTo>
                    <a:pt x="2557" y="1349"/>
                  </a:lnTo>
                  <a:cubicBezTo>
                    <a:pt x="2406" y="1650"/>
                    <a:pt x="2406" y="2051"/>
                    <a:pt x="2582" y="2377"/>
                  </a:cubicBezTo>
                  <a:cubicBezTo>
                    <a:pt x="2901" y="2970"/>
                    <a:pt x="3636" y="3314"/>
                    <a:pt x="4314" y="3314"/>
                  </a:cubicBezTo>
                  <a:cubicBezTo>
                    <a:pt x="4381" y="3314"/>
                    <a:pt x="4447" y="3311"/>
                    <a:pt x="4512" y="3304"/>
                  </a:cubicBezTo>
                  <a:cubicBezTo>
                    <a:pt x="5740" y="3229"/>
                    <a:pt x="6316" y="1700"/>
                    <a:pt x="5539" y="873"/>
                  </a:cubicBezTo>
                  <a:lnTo>
                    <a:pt x="5539" y="873"/>
                  </a:lnTo>
                  <a:cubicBezTo>
                    <a:pt x="5943" y="910"/>
                    <a:pt x="6360" y="933"/>
                    <a:pt x="6771" y="933"/>
                  </a:cubicBezTo>
                  <a:cubicBezTo>
                    <a:pt x="6921" y="933"/>
                    <a:pt x="7071" y="930"/>
                    <a:pt x="7218" y="923"/>
                  </a:cubicBezTo>
                  <a:lnTo>
                    <a:pt x="7218" y="923"/>
                  </a:lnTo>
                  <a:cubicBezTo>
                    <a:pt x="6918" y="1199"/>
                    <a:pt x="6742" y="1700"/>
                    <a:pt x="6792" y="2101"/>
                  </a:cubicBezTo>
                  <a:cubicBezTo>
                    <a:pt x="6842" y="2778"/>
                    <a:pt x="7344" y="3254"/>
                    <a:pt x="7995" y="3354"/>
                  </a:cubicBezTo>
                  <a:cubicBezTo>
                    <a:pt x="8078" y="3367"/>
                    <a:pt x="8161" y="3373"/>
                    <a:pt x="8244" y="3373"/>
                  </a:cubicBezTo>
                  <a:cubicBezTo>
                    <a:pt x="8813" y="3373"/>
                    <a:pt x="9362" y="3077"/>
                    <a:pt x="9624" y="2552"/>
                  </a:cubicBezTo>
                  <a:cubicBezTo>
                    <a:pt x="9850" y="2076"/>
                    <a:pt x="9850" y="1475"/>
                    <a:pt x="9599" y="998"/>
                  </a:cubicBezTo>
                  <a:cubicBezTo>
                    <a:pt x="10025" y="998"/>
                    <a:pt x="10451" y="973"/>
                    <a:pt x="10903" y="898"/>
                  </a:cubicBezTo>
                  <a:lnTo>
                    <a:pt x="10903" y="898"/>
                  </a:lnTo>
                  <a:cubicBezTo>
                    <a:pt x="10652" y="1149"/>
                    <a:pt x="10527" y="1500"/>
                    <a:pt x="10552" y="1876"/>
                  </a:cubicBezTo>
                  <a:cubicBezTo>
                    <a:pt x="10627" y="2527"/>
                    <a:pt x="11178" y="3029"/>
                    <a:pt x="11830" y="3104"/>
                  </a:cubicBezTo>
                  <a:cubicBezTo>
                    <a:pt x="11905" y="3116"/>
                    <a:pt x="11981" y="3122"/>
                    <a:pt x="12056" y="3122"/>
                  </a:cubicBezTo>
                  <a:cubicBezTo>
                    <a:pt x="12607" y="3122"/>
                    <a:pt x="13138" y="2806"/>
                    <a:pt x="13359" y="2277"/>
                  </a:cubicBezTo>
                  <a:cubicBezTo>
                    <a:pt x="13559" y="1826"/>
                    <a:pt x="13509" y="1299"/>
                    <a:pt x="13258" y="898"/>
                  </a:cubicBezTo>
                  <a:cubicBezTo>
                    <a:pt x="13576" y="898"/>
                    <a:pt x="13904" y="909"/>
                    <a:pt x="14237" y="909"/>
                  </a:cubicBezTo>
                  <a:cubicBezTo>
                    <a:pt x="14403" y="909"/>
                    <a:pt x="14570" y="907"/>
                    <a:pt x="14737" y="898"/>
                  </a:cubicBezTo>
                  <a:lnTo>
                    <a:pt x="14737" y="898"/>
                  </a:lnTo>
                  <a:cubicBezTo>
                    <a:pt x="14273" y="1850"/>
                    <a:pt x="14626" y="3103"/>
                    <a:pt x="15816" y="3103"/>
                  </a:cubicBezTo>
                  <a:cubicBezTo>
                    <a:pt x="15911" y="3103"/>
                    <a:pt x="16010" y="3095"/>
                    <a:pt x="16116" y="3079"/>
                  </a:cubicBezTo>
                  <a:cubicBezTo>
                    <a:pt x="17268" y="2928"/>
                    <a:pt x="17644" y="1625"/>
                    <a:pt x="17093" y="798"/>
                  </a:cubicBezTo>
                  <a:lnTo>
                    <a:pt x="17093" y="798"/>
                  </a:lnTo>
                  <a:cubicBezTo>
                    <a:pt x="17569" y="823"/>
                    <a:pt x="18070" y="823"/>
                    <a:pt x="18572" y="823"/>
                  </a:cubicBezTo>
                  <a:cubicBezTo>
                    <a:pt x="18183" y="1796"/>
                    <a:pt x="18761" y="2957"/>
                    <a:pt x="19917" y="2957"/>
                  </a:cubicBezTo>
                  <a:cubicBezTo>
                    <a:pt x="19952" y="2957"/>
                    <a:pt x="19989" y="2956"/>
                    <a:pt x="20025" y="2953"/>
                  </a:cubicBezTo>
                  <a:cubicBezTo>
                    <a:pt x="21103" y="2878"/>
                    <a:pt x="21604" y="1775"/>
                    <a:pt x="21203" y="898"/>
                  </a:cubicBezTo>
                  <a:lnTo>
                    <a:pt x="21203" y="898"/>
                  </a:lnTo>
                  <a:cubicBezTo>
                    <a:pt x="21579" y="923"/>
                    <a:pt x="21930" y="923"/>
                    <a:pt x="22306" y="923"/>
                  </a:cubicBezTo>
                  <a:cubicBezTo>
                    <a:pt x="21963" y="1782"/>
                    <a:pt x="22460" y="2905"/>
                    <a:pt x="23492" y="2905"/>
                  </a:cubicBezTo>
                  <a:cubicBezTo>
                    <a:pt x="23514" y="2905"/>
                    <a:pt x="23536" y="2904"/>
                    <a:pt x="23559" y="2903"/>
                  </a:cubicBezTo>
                  <a:cubicBezTo>
                    <a:pt x="24436" y="2878"/>
                    <a:pt x="25339" y="1775"/>
                    <a:pt x="25013" y="1024"/>
                  </a:cubicBezTo>
                  <a:cubicBezTo>
                    <a:pt x="25489" y="998"/>
                    <a:pt x="25940" y="998"/>
                    <a:pt x="26391" y="923"/>
                  </a:cubicBezTo>
                  <a:lnTo>
                    <a:pt x="26391" y="923"/>
                  </a:lnTo>
                  <a:cubicBezTo>
                    <a:pt x="26141" y="1450"/>
                    <a:pt x="25990" y="2001"/>
                    <a:pt x="26391" y="2502"/>
                  </a:cubicBezTo>
                  <a:cubicBezTo>
                    <a:pt x="26730" y="2921"/>
                    <a:pt x="27291" y="3117"/>
                    <a:pt x="27809" y="3117"/>
                  </a:cubicBezTo>
                  <a:cubicBezTo>
                    <a:pt x="27942" y="3117"/>
                    <a:pt x="28073" y="3104"/>
                    <a:pt x="28196" y="3079"/>
                  </a:cubicBezTo>
                  <a:cubicBezTo>
                    <a:pt x="29173" y="2828"/>
                    <a:pt x="29675" y="1625"/>
                    <a:pt x="29073" y="923"/>
                  </a:cubicBezTo>
                  <a:lnTo>
                    <a:pt x="30226" y="923"/>
                  </a:lnTo>
                  <a:cubicBezTo>
                    <a:pt x="29910" y="1969"/>
                    <a:pt x="30584" y="3132"/>
                    <a:pt x="31769" y="3132"/>
                  </a:cubicBezTo>
                  <a:cubicBezTo>
                    <a:pt x="31806" y="3132"/>
                    <a:pt x="31843" y="3131"/>
                    <a:pt x="31880" y="3129"/>
                  </a:cubicBezTo>
                  <a:cubicBezTo>
                    <a:pt x="33108" y="3029"/>
                    <a:pt x="33685" y="1750"/>
                    <a:pt x="33208" y="773"/>
                  </a:cubicBezTo>
                  <a:lnTo>
                    <a:pt x="33208" y="773"/>
                  </a:lnTo>
                  <a:cubicBezTo>
                    <a:pt x="33559" y="798"/>
                    <a:pt x="33885" y="823"/>
                    <a:pt x="34236" y="848"/>
                  </a:cubicBezTo>
                  <a:cubicBezTo>
                    <a:pt x="33885" y="1800"/>
                    <a:pt x="34436" y="2928"/>
                    <a:pt x="35589" y="2928"/>
                  </a:cubicBezTo>
                  <a:cubicBezTo>
                    <a:pt x="35602" y="2929"/>
                    <a:pt x="35614" y="2929"/>
                    <a:pt x="35626" y="2929"/>
                  </a:cubicBezTo>
                  <a:cubicBezTo>
                    <a:pt x="36682" y="2929"/>
                    <a:pt x="37315" y="1865"/>
                    <a:pt x="37018" y="973"/>
                  </a:cubicBezTo>
                  <a:cubicBezTo>
                    <a:pt x="37319" y="948"/>
                    <a:pt x="37645" y="923"/>
                    <a:pt x="37945" y="898"/>
                  </a:cubicBezTo>
                  <a:lnTo>
                    <a:pt x="37945" y="898"/>
                  </a:lnTo>
                  <a:cubicBezTo>
                    <a:pt x="37695" y="1775"/>
                    <a:pt x="38221" y="2753"/>
                    <a:pt x="39274" y="2803"/>
                  </a:cubicBezTo>
                  <a:cubicBezTo>
                    <a:pt x="39298" y="2804"/>
                    <a:pt x="39323" y="2805"/>
                    <a:pt x="39347" y="2805"/>
                  </a:cubicBezTo>
                  <a:cubicBezTo>
                    <a:pt x="40334" y="2805"/>
                    <a:pt x="40996" y="1829"/>
                    <a:pt x="40727" y="948"/>
                  </a:cubicBezTo>
                  <a:lnTo>
                    <a:pt x="40727" y="948"/>
                  </a:lnTo>
                  <a:cubicBezTo>
                    <a:pt x="41028" y="1024"/>
                    <a:pt x="41329" y="1049"/>
                    <a:pt x="41630" y="1074"/>
                  </a:cubicBezTo>
                  <a:cubicBezTo>
                    <a:pt x="41228" y="1800"/>
                    <a:pt x="41880" y="2928"/>
                    <a:pt x="42858" y="3079"/>
                  </a:cubicBezTo>
                  <a:cubicBezTo>
                    <a:pt x="42948" y="3092"/>
                    <a:pt x="43038" y="3099"/>
                    <a:pt x="43126" y="3099"/>
                  </a:cubicBezTo>
                  <a:cubicBezTo>
                    <a:pt x="44355" y="3099"/>
                    <a:pt x="45307" y="1844"/>
                    <a:pt x="44863" y="698"/>
                  </a:cubicBezTo>
                  <a:close/>
                  <a:moveTo>
                    <a:pt x="47088" y="0"/>
                  </a:moveTo>
                  <a:cubicBezTo>
                    <a:pt x="46975" y="0"/>
                    <a:pt x="46861" y="48"/>
                    <a:pt x="46792" y="146"/>
                  </a:cubicBezTo>
                  <a:cubicBezTo>
                    <a:pt x="46603" y="146"/>
                    <a:pt x="46411" y="145"/>
                    <a:pt x="46218" y="145"/>
                  </a:cubicBezTo>
                  <a:cubicBezTo>
                    <a:pt x="45543" y="145"/>
                    <a:pt x="44854" y="160"/>
                    <a:pt x="44211" y="297"/>
                  </a:cubicBezTo>
                  <a:cubicBezTo>
                    <a:pt x="44061" y="347"/>
                    <a:pt x="44061" y="572"/>
                    <a:pt x="44211" y="597"/>
                  </a:cubicBezTo>
                  <a:lnTo>
                    <a:pt x="44286" y="597"/>
                  </a:lnTo>
                  <a:cubicBezTo>
                    <a:pt x="44462" y="1199"/>
                    <a:pt x="44512" y="1851"/>
                    <a:pt x="43935" y="2277"/>
                  </a:cubicBezTo>
                  <a:cubicBezTo>
                    <a:pt x="43706" y="2437"/>
                    <a:pt x="43435" y="2556"/>
                    <a:pt x="43161" y="2556"/>
                  </a:cubicBezTo>
                  <a:cubicBezTo>
                    <a:pt x="43135" y="2556"/>
                    <a:pt x="43109" y="2555"/>
                    <a:pt x="43083" y="2552"/>
                  </a:cubicBezTo>
                  <a:cubicBezTo>
                    <a:pt x="42908" y="2502"/>
                    <a:pt x="42757" y="2452"/>
                    <a:pt x="42582" y="2427"/>
                  </a:cubicBezTo>
                  <a:cubicBezTo>
                    <a:pt x="41980" y="2126"/>
                    <a:pt x="41955" y="1675"/>
                    <a:pt x="42482" y="1099"/>
                  </a:cubicBezTo>
                  <a:cubicBezTo>
                    <a:pt x="42807" y="998"/>
                    <a:pt x="42732" y="547"/>
                    <a:pt x="42406" y="522"/>
                  </a:cubicBezTo>
                  <a:cubicBezTo>
                    <a:pt x="42002" y="490"/>
                    <a:pt x="41577" y="437"/>
                    <a:pt x="41158" y="437"/>
                  </a:cubicBezTo>
                  <a:cubicBezTo>
                    <a:pt x="40927" y="437"/>
                    <a:pt x="40699" y="453"/>
                    <a:pt x="40477" y="497"/>
                  </a:cubicBezTo>
                  <a:cubicBezTo>
                    <a:pt x="40451" y="489"/>
                    <a:pt x="40422" y="484"/>
                    <a:pt x="40393" y="484"/>
                  </a:cubicBezTo>
                  <a:cubicBezTo>
                    <a:pt x="40251" y="484"/>
                    <a:pt x="40093" y="582"/>
                    <a:pt x="40176" y="748"/>
                  </a:cubicBezTo>
                  <a:cubicBezTo>
                    <a:pt x="40426" y="1399"/>
                    <a:pt x="40226" y="2277"/>
                    <a:pt x="39374" y="2302"/>
                  </a:cubicBezTo>
                  <a:cubicBezTo>
                    <a:pt x="39362" y="2302"/>
                    <a:pt x="39351" y="2302"/>
                    <a:pt x="39340" y="2302"/>
                  </a:cubicBezTo>
                  <a:cubicBezTo>
                    <a:pt x="38464" y="2302"/>
                    <a:pt x="38177" y="1341"/>
                    <a:pt x="38622" y="698"/>
                  </a:cubicBezTo>
                  <a:cubicBezTo>
                    <a:pt x="38722" y="547"/>
                    <a:pt x="38597" y="297"/>
                    <a:pt x="38396" y="297"/>
                  </a:cubicBezTo>
                  <a:cubicBezTo>
                    <a:pt x="37845" y="372"/>
                    <a:pt x="37319" y="447"/>
                    <a:pt x="36792" y="572"/>
                  </a:cubicBezTo>
                  <a:cubicBezTo>
                    <a:pt x="36767" y="547"/>
                    <a:pt x="36742" y="522"/>
                    <a:pt x="36717" y="472"/>
                  </a:cubicBezTo>
                  <a:cubicBezTo>
                    <a:pt x="36687" y="435"/>
                    <a:pt x="36647" y="420"/>
                    <a:pt x="36606" y="420"/>
                  </a:cubicBezTo>
                  <a:cubicBezTo>
                    <a:pt x="36478" y="420"/>
                    <a:pt x="36335" y="571"/>
                    <a:pt x="36391" y="723"/>
                  </a:cubicBezTo>
                  <a:cubicBezTo>
                    <a:pt x="36341" y="798"/>
                    <a:pt x="36391" y="948"/>
                    <a:pt x="36492" y="973"/>
                  </a:cubicBezTo>
                  <a:cubicBezTo>
                    <a:pt x="36735" y="1630"/>
                    <a:pt x="36459" y="2429"/>
                    <a:pt x="35662" y="2429"/>
                  </a:cubicBezTo>
                  <a:cubicBezTo>
                    <a:pt x="35638" y="2429"/>
                    <a:pt x="35614" y="2429"/>
                    <a:pt x="35589" y="2427"/>
                  </a:cubicBezTo>
                  <a:cubicBezTo>
                    <a:pt x="34687" y="2402"/>
                    <a:pt x="34436" y="1374"/>
                    <a:pt x="34913" y="723"/>
                  </a:cubicBezTo>
                  <a:cubicBezTo>
                    <a:pt x="35063" y="572"/>
                    <a:pt x="34888" y="322"/>
                    <a:pt x="34687" y="322"/>
                  </a:cubicBezTo>
                  <a:cubicBezTo>
                    <a:pt x="34086" y="322"/>
                    <a:pt x="33509" y="322"/>
                    <a:pt x="32908" y="347"/>
                  </a:cubicBezTo>
                  <a:cubicBezTo>
                    <a:pt x="32873" y="312"/>
                    <a:pt x="32831" y="298"/>
                    <a:pt x="32787" y="298"/>
                  </a:cubicBezTo>
                  <a:cubicBezTo>
                    <a:pt x="32641" y="298"/>
                    <a:pt x="32485" y="462"/>
                    <a:pt x="32582" y="597"/>
                  </a:cubicBezTo>
                  <a:cubicBezTo>
                    <a:pt x="33098" y="1359"/>
                    <a:pt x="32867" y="2554"/>
                    <a:pt x="31843" y="2554"/>
                  </a:cubicBezTo>
                  <a:cubicBezTo>
                    <a:pt x="31822" y="2554"/>
                    <a:pt x="31801" y="2553"/>
                    <a:pt x="31780" y="2552"/>
                  </a:cubicBezTo>
                  <a:cubicBezTo>
                    <a:pt x="30827" y="2527"/>
                    <a:pt x="30477" y="1550"/>
                    <a:pt x="30878" y="798"/>
                  </a:cubicBezTo>
                  <a:cubicBezTo>
                    <a:pt x="31003" y="623"/>
                    <a:pt x="30853" y="397"/>
                    <a:pt x="30652" y="397"/>
                  </a:cubicBezTo>
                  <a:cubicBezTo>
                    <a:pt x="29975" y="397"/>
                    <a:pt x="29374" y="497"/>
                    <a:pt x="28722" y="648"/>
                  </a:cubicBezTo>
                  <a:cubicBezTo>
                    <a:pt x="28697" y="623"/>
                    <a:pt x="28647" y="597"/>
                    <a:pt x="28622" y="572"/>
                  </a:cubicBezTo>
                  <a:cubicBezTo>
                    <a:pt x="28590" y="561"/>
                    <a:pt x="28559" y="556"/>
                    <a:pt x="28528" y="556"/>
                  </a:cubicBezTo>
                  <a:cubicBezTo>
                    <a:pt x="28295" y="556"/>
                    <a:pt x="28127" y="863"/>
                    <a:pt x="28371" y="973"/>
                  </a:cubicBezTo>
                  <a:cubicBezTo>
                    <a:pt x="29098" y="1349"/>
                    <a:pt x="28923" y="2277"/>
                    <a:pt x="28196" y="2552"/>
                  </a:cubicBezTo>
                  <a:cubicBezTo>
                    <a:pt x="28045" y="2590"/>
                    <a:pt x="27901" y="2609"/>
                    <a:pt x="27760" y="2609"/>
                  </a:cubicBezTo>
                  <a:cubicBezTo>
                    <a:pt x="27619" y="2609"/>
                    <a:pt x="27482" y="2590"/>
                    <a:pt x="27344" y="2552"/>
                  </a:cubicBezTo>
                  <a:cubicBezTo>
                    <a:pt x="26517" y="2001"/>
                    <a:pt x="26391" y="1399"/>
                    <a:pt x="26993" y="798"/>
                  </a:cubicBezTo>
                  <a:cubicBezTo>
                    <a:pt x="27118" y="623"/>
                    <a:pt x="27043" y="372"/>
                    <a:pt x="26817" y="372"/>
                  </a:cubicBezTo>
                  <a:cubicBezTo>
                    <a:pt x="26091" y="397"/>
                    <a:pt x="25339" y="497"/>
                    <a:pt x="24612" y="572"/>
                  </a:cubicBezTo>
                  <a:cubicBezTo>
                    <a:pt x="24587" y="572"/>
                    <a:pt x="24562" y="547"/>
                    <a:pt x="24537" y="547"/>
                  </a:cubicBezTo>
                  <a:cubicBezTo>
                    <a:pt x="24503" y="522"/>
                    <a:pt x="24467" y="511"/>
                    <a:pt x="24432" y="511"/>
                  </a:cubicBezTo>
                  <a:cubicBezTo>
                    <a:pt x="24361" y="511"/>
                    <a:pt x="24294" y="556"/>
                    <a:pt x="24261" y="623"/>
                  </a:cubicBezTo>
                  <a:cubicBezTo>
                    <a:pt x="24086" y="698"/>
                    <a:pt x="24111" y="998"/>
                    <a:pt x="24336" y="998"/>
                  </a:cubicBezTo>
                  <a:lnTo>
                    <a:pt x="24436" y="998"/>
                  </a:lnTo>
                  <a:cubicBezTo>
                    <a:pt x="24637" y="1299"/>
                    <a:pt x="24512" y="1800"/>
                    <a:pt x="24336" y="2026"/>
                  </a:cubicBezTo>
                  <a:cubicBezTo>
                    <a:pt x="24134" y="2249"/>
                    <a:pt x="23882" y="2373"/>
                    <a:pt x="23608" y="2373"/>
                  </a:cubicBezTo>
                  <a:cubicBezTo>
                    <a:pt x="23543" y="2373"/>
                    <a:pt x="23476" y="2366"/>
                    <a:pt x="23409" y="2352"/>
                  </a:cubicBezTo>
                  <a:cubicBezTo>
                    <a:pt x="22732" y="2252"/>
                    <a:pt x="22381" y="1425"/>
                    <a:pt x="22857" y="823"/>
                  </a:cubicBezTo>
                  <a:cubicBezTo>
                    <a:pt x="22983" y="673"/>
                    <a:pt x="22908" y="472"/>
                    <a:pt x="22707" y="447"/>
                  </a:cubicBezTo>
                  <a:cubicBezTo>
                    <a:pt x="22439" y="428"/>
                    <a:pt x="22171" y="420"/>
                    <a:pt x="21903" y="420"/>
                  </a:cubicBezTo>
                  <a:cubicBezTo>
                    <a:pt x="21469" y="420"/>
                    <a:pt x="21036" y="441"/>
                    <a:pt x="20602" y="472"/>
                  </a:cubicBezTo>
                  <a:cubicBezTo>
                    <a:pt x="20351" y="497"/>
                    <a:pt x="20351" y="848"/>
                    <a:pt x="20602" y="873"/>
                  </a:cubicBezTo>
                  <a:lnTo>
                    <a:pt x="20652" y="873"/>
                  </a:lnTo>
                  <a:cubicBezTo>
                    <a:pt x="21028" y="1525"/>
                    <a:pt x="20777" y="2452"/>
                    <a:pt x="19925" y="2452"/>
                  </a:cubicBezTo>
                  <a:cubicBezTo>
                    <a:pt x="18998" y="2452"/>
                    <a:pt x="18747" y="1349"/>
                    <a:pt x="19198" y="698"/>
                  </a:cubicBezTo>
                  <a:cubicBezTo>
                    <a:pt x="19299" y="547"/>
                    <a:pt x="19173" y="322"/>
                    <a:pt x="18973" y="322"/>
                  </a:cubicBezTo>
                  <a:cubicBezTo>
                    <a:pt x="18529" y="322"/>
                    <a:pt x="18085" y="305"/>
                    <a:pt x="17641" y="305"/>
                  </a:cubicBezTo>
                  <a:cubicBezTo>
                    <a:pt x="17308" y="305"/>
                    <a:pt x="16975" y="315"/>
                    <a:pt x="16642" y="347"/>
                  </a:cubicBezTo>
                  <a:lnTo>
                    <a:pt x="16592" y="347"/>
                  </a:lnTo>
                  <a:cubicBezTo>
                    <a:pt x="16592" y="347"/>
                    <a:pt x="16567" y="322"/>
                    <a:pt x="16542" y="322"/>
                  </a:cubicBezTo>
                  <a:cubicBezTo>
                    <a:pt x="16503" y="299"/>
                    <a:pt x="16465" y="289"/>
                    <a:pt x="16428" y="289"/>
                  </a:cubicBezTo>
                  <a:cubicBezTo>
                    <a:pt x="16226" y="289"/>
                    <a:pt x="16083" y="595"/>
                    <a:pt x="16316" y="723"/>
                  </a:cubicBezTo>
                  <a:cubicBezTo>
                    <a:pt x="17068" y="1224"/>
                    <a:pt x="17118" y="2427"/>
                    <a:pt x="16065" y="2628"/>
                  </a:cubicBezTo>
                  <a:cubicBezTo>
                    <a:pt x="16001" y="2641"/>
                    <a:pt x="15937" y="2648"/>
                    <a:pt x="15874" y="2648"/>
                  </a:cubicBezTo>
                  <a:cubicBezTo>
                    <a:pt x="15009" y="2648"/>
                    <a:pt x="14351" y="1430"/>
                    <a:pt x="15238" y="823"/>
                  </a:cubicBezTo>
                  <a:cubicBezTo>
                    <a:pt x="15414" y="723"/>
                    <a:pt x="15339" y="472"/>
                    <a:pt x="15113" y="447"/>
                  </a:cubicBezTo>
                  <a:cubicBezTo>
                    <a:pt x="14835" y="428"/>
                    <a:pt x="14558" y="420"/>
                    <a:pt x="14279" y="420"/>
                  </a:cubicBezTo>
                  <a:cubicBezTo>
                    <a:pt x="13827" y="420"/>
                    <a:pt x="13372" y="441"/>
                    <a:pt x="12908" y="472"/>
                  </a:cubicBezTo>
                  <a:cubicBezTo>
                    <a:pt x="12882" y="497"/>
                    <a:pt x="12857" y="497"/>
                    <a:pt x="12807" y="522"/>
                  </a:cubicBezTo>
                  <a:cubicBezTo>
                    <a:pt x="12682" y="522"/>
                    <a:pt x="12582" y="748"/>
                    <a:pt x="12682" y="898"/>
                  </a:cubicBezTo>
                  <a:cubicBezTo>
                    <a:pt x="13208" y="1525"/>
                    <a:pt x="13008" y="2628"/>
                    <a:pt x="12030" y="2628"/>
                  </a:cubicBezTo>
                  <a:cubicBezTo>
                    <a:pt x="11103" y="2628"/>
                    <a:pt x="10627" y="1274"/>
                    <a:pt x="11604" y="923"/>
                  </a:cubicBezTo>
                  <a:cubicBezTo>
                    <a:pt x="11730" y="873"/>
                    <a:pt x="11730" y="698"/>
                    <a:pt x="11629" y="673"/>
                  </a:cubicBezTo>
                  <a:cubicBezTo>
                    <a:pt x="11604" y="572"/>
                    <a:pt x="11554" y="472"/>
                    <a:pt x="11429" y="472"/>
                  </a:cubicBezTo>
                  <a:cubicBezTo>
                    <a:pt x="11209" y="457"/>
                    <a:pt x="10984" y="449"/>
                    <a:pt x="10758" y="449"/>
                  </a:cubicBezTo>
                  <a:cubicBezTo>
                    <a:pt x="10236" y="449"/>
                    <a:pt x="9705" y="493"/>
                    <a:pt x="9198" y="597"/>
                  </a:cubicBezTo>
                  <a:cubicBezTo>
                    <a:pt x="9187" y="596"/>
                    <a:pt x="9176" y="595"/>
                    <a:pt x="9164" y="595"/>
                  </a:cubicBezTo>
                  <a:cubicBezTo>
                    <a:pt x="9020" y="595"/>
                    <a:pt x="8857" y="736"/>
                    <a:pt x="8973" y="898"/>
                  </a:cubicBezTo>
                  <a:cubicBezTo>
                    <a:pt x="9248" y="1299"/>
                    <a:pt x="9424" y="1750"/>
                    <a:pt x="9223" y="2227"/>
                  </a:cubicBezTo>
                  <a:cubicBezTo>
                    <a:pt x="9070" y="2620"/>
                    <a:pt x="8688" y="2842"/>
                    <a:pt x="8276" y="2842"/>
                  </a:cubicBezTo>
                  <a:cubicBezTo>
                    <a:pt x="8216" y="2842"/>
                    <a:pt x="8156" y="2838"/>
                    <a:pt x="8095" y="2828"/>
                  </a:cubicBezTo>
                  <a:cubicBezTo>
                    <a:pt x="7669" y="2778"/>
                    <a:pt x="7344" y="2452"/>
                    <a:pt x="7344" y="2001"/>
                  </a:cubicBezTo>
                  <a:cubicBezTo>
                    <a:pt x="7319" y="1600"/>
                    <a:pt x="7544" y="1299"/>
                    <a:pt x="7845" y="1024"/>
                  </a:cubicBezTo>
                  <a:cubicBezTo>
                    <a:pt x="7920" y="948"/>
                    <a:pt x="7920" y="873"/>
                    <a:pt x="7870" y="798"/>
                  </a:cubicBezTo>
                  <a:cubicBezTo>
                    <a:pt x="7945" y="698"/>
                    <a:pt x="7895" y="497"/>
                    <a:pt x="7770" y="472"/>
                  </a:cubicBezTo>
                  <a:cubicBezTo>
                    <a:pt x="7476" y="428"/>
                    <a:pt x="7177" y="412"/>
                    <a:pt x="6874" y="412"/>
                  </a:cubicBezTo>
                  <a:cubicBezTo>
                    <a:pt x="6324" y="412"/>
                    <a:pt x="5763" y="465"/>
                    <a:pt x="5213" y="497"/>
                  </a:cubicBezTo>
                  <a:cubicBezTo>
                    <a:pt x="5163" y="497"/>
                    <a:pt x="5113" y="522"/>
                    <a:pt x="5088" y="572"/>
                  </a:cubicBezTo>
                  <a:cubicBezTo>
                    <a:pt x="5069" y="567"/>
                    <a:pt x="5050" y="565"/>
                    <a:pt x="5032" y="565"/>
                  </a:cubicBezTo>
                  <a:cubicBezTo>
                    <a:pt x="4879" y="565"/>
                    <a:pt x="4756" y="736"/>
                    <a:pt x="4913" y="848"/>
                  </a:cubicBezTo>
                  <a:cubicBezTo>
                    <a:pt x="5213" y="1099"/>
                    <a:pt x="5464" y="1425"/>
                    <a:pt x="5439" y="1826"/>
                  </a:cubicBezTo>
                  <a:cubicBezTo>
                    <a:pt x="5389" y="2327"/>
                    <a:pt x="4988" y="2728"/>
                    <a:pt x="4512" y="2778"/>
                  </a:cubicBezTo>
                  <a:cubicBezTo>
                    <a:pt x="4478" y="2781"/>
                    <a:pt x="4444" y="2783"/>
                    <a:pt x="4409" y="2783"/>
                  </a:cubicBezTo>
                  <a:cubicBezTo>
                    <a:pt x="3603" y="2783"/>
                    <a:pt x="2415" y="1966"/>
                    <a:pt x="3208" y="1149"/>
                  </a:cubicBezTo>
                  <a:cubicBezTo>
                    <a:pt x="3312" y="1045"/>
                    <a:pt x="3210" y="873"/>
                    <a:pt x="3087" y="873"/>
                  </a:cubicBezTo>
                  <a:cubicBezTo>
                    <a:pt x="3061" y="873"/>
                    <a:pt x="3034" y="881"/>
                    <a:pt x="3008" y="898"/>
                  </a:cubicBezTo>
                  <a:lnTo>
                    <a:pt x="2983" y="898"/>
                  </a:lnTo>
                  <a:cubicBezTo>
                    <a:pt x="2933" y="873"/>
                    <a:pt x="2907" y="848"/>
                    <a:pt x="2857" y="848"/>
                  </a:cubicBezTo>
                  <a:cubicBezTo>
                    <a:pt x="2773" y="836"/>
                    <a:pt x="2689" y="831"/>
                    <a:pt x="2605" y="831"/>
                  </a:cubicBezTo>
                  <a:cubicBezTo>
                    <a:pt x="2339" y="831"/>
                    <a:pt x="2077" y="879"/>
                    <a:pt x="1830" y="898"/>
                  </a:cubicBezTo>
                  <a:cubicBezTo>
                    <a:pt x="1479" y="923"/>
                    <a:pt x="1153" y="923"/>
                    <a:pt x="802" y="923"/>
                  </a:cubicBezTo>
                  <a:cubicBezTo>
                    <a:pt x="752" y="923"/>
                    <a:pt x="727" y="923"/>
                    <a:pt x="702" y="948"/>
                  </a:cubicBezTo>
                  <a:cubicBezTo>
                    <a:pt x="669" y="893"/>
                    <a:pt x="606" y="862"/>
                    <a:pt x="547" y="862"/>
                  </a:cubicBezTo>
                  <a:cubicBezTo>
                    <a:pt x="472" y="862"/>
                    <a:pt x="401" y="912"/>
                    <a:pt x="401" y="1024"/>
                  </a:cubicBezTo>
                  <a:cubicBezTo>
                    <a:pt x="151" y="8693"/>
                    <a:pt x="552" y="16412"/>
                    <a:pt x="501" y="24106"/>
                  </a:cubicBezTo>
                  <a:cubicBezTo>
                    <a:pt x="451" y="32126"/>
                    <a:pt x="226" y="40147"/>
                    <a:pt x="0" y="48167"/>
                  </a:cubicBezTo>
                  <a:cubicBezTo>
                    <a:pt x="0" y="48346"/>
                    <a:pt x="141" y="48435"/>
                    <a:pt x="276" y="48435"/>
                  </a:cubicBezTo>
                  <a:cubicBezTo>
                    <a:pt x="330" y="48435"/>
                    <a:pt x="383" y="48421"/>
                    <a:pt x="426" y="48392"/>
                  </a:cubicBezTo>
                  <a:cubicBezTo>
                    <a:pt x="451" y="48417"/>
                    <a:pt x="501" y="48442"/>
                    <a:pt x="552" y="48442"/>
                  </a:cubicBezTo>
                  <a:cubicBezTo>
                    <a:pt x="6395" y="48873"/>
                    <a:pt x="12274" y="49015"/>
                    <a:pt x="18164" y="49015"/>
                  </a:cubicBezTo>
                  <a:cubicBezTo>
                    <a:pt x="27709" y="49015"/>
                    <a:pt x="37282" y="48642"/>
                    <a:pt x="46767" y="48518"/>
                  </a:cubicBezTo>
                  <a:cubicBezTo>
                    <a:pt x="46968" y="48518"/>
                    <a:pt x="47068" y="48367"/>
                    <a:pt x="47068" y="48217"/>
                  </a:cubicBezTo>
                  <a:cubicBezTo>
                    <a:pt x="47118" y="48217"/>
                    <a:pt x="47193" y="48167"/>
                    <a:pt x="47193" y="48066"/>
                  </a:cubicBezTo>
                  <a:cubicBezTo>
                    <a:pt x="47519" y="40147"/>
                    <a:pt x="47118" y="32152"/>
                    <a:pt x="47168" y="24207"/>
                  </a:cubicBezTo>
                  <a:cubicBezTo>
                    <a:pt x="47193" y="16237"/>
                    <a:pt x="47269" y="8292"/>
                    <a:pt x="47419" y="347"/>
                  </a:cubicBezTo>
                  <a:cubicBezTo>
                    <a:pt x="47434" y="118"/>
                    <a:pt x="47263" y="0"/>
                    <a:pt x="47088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8" name="Google Shape;10598;p294"/>
            <p:cNvSpPr/>
            <p:nvPr/>
          </p:nvSpPr>
          <p:spPr>
            <a:xfrm>
              <a:off x="1505775" y="444875"/>
              <a:ext cx="1157925" cy="1185100"/>
            </a:xfrm>
            <a:custGeom>
              <a:rect b="b" l="l" r="r" t="t"/>
              <a:pathLst>
                <a:path extrusionOk="0" h="47404" w="46317">
                  <a:moveTo>
                    <a:pt x="19694" y="12839"/>
                  </a:moveTo>
                  <a:cubicBezTo>
                    <a:pt x="25666" y="12839"/>
                    <a:pt x="31640" y="12924"/>
                    <a:pt x="37606" y="12924"/>
                  </a:cubicBezTo>
                  <a:cubicBezTo>
                    <a:pt x="38998" y="12924"/>
                    <a:pt x="40389" y="12919"/>
                    <a:pt x="41780" y="12908"/>
                  </a:cubicBezTo>
                  <a:cubicBezTo>
                    <a:pt x="42031" y="12908"/>
                    <a:pt x="42031" y="13309"/>
                    <a:pt x="41780" y="13309"/>
                  </a:cubicBezTo>
                  <a:cubicBezTo>
                    <a:pt x="40353" y="13295"/>
                    <a:pt x="38925" y="13288"/>
                    <a:pt x="37497" y="13288"/>
                  </a:cubicBezTo>
                  <a:cubicBezTo>
                    <a:pt x="30111" y="13288"/>
                    <a:pt x="22711" y="13452"/>
                    <a:pt x="15319" y="13452"/>
                  </a:cubicBezTo>
                  <a:cubicBezTo>
                    <a:pt x="11840" y="13452"/>
                    <a:pt x="8362" y="13415"/>
                    <a:pt x="4888" y="13309"/>
                  </a:cubicBezTo>
                  <a:cubicBezTo>
                    <a:pt x="4763" y="13309"/>
                    <a:pt x="4763" y="13109"/>
                    <a:pt x="4888" y="13109"/>
                  </a:cubicBezTo>
                  <a:cubicBezTo>
                    <a:pt x="9817" y="12897"/>
                    <a:pt x="14755" y="12839"/>
                    <a:pt x="19694" y="12839"/>
                  </a:cubicBezTo>
                  <a:close/>
                  <a:moveTo>
                    <a:pt x="41778" y="16165"/>
                  </a:moveTo>
                  <a:cubicBezTo>
                    <a:pt x="42081" y="16165"/>
                    <a:pt x="42073" y="16643"/>
                    <a:pt x="41755" y="16667"/>
                  </a:cubicBezTo>
                  <a:cubicBezTo>
                    <a:pt x="33336" y="16859"/>
                    <a:pt x="24820" y="17221"/>
                    <a:pt x="16342" y="17221"/>
                  </a:cubicBezTo>
                  <a:cubicBezTo>
                    <a:pt x="12630" y="17221"/>
                    <a:pt x="8925" y="17151"/>
                    <a:pt x="5239" y="16968"/>
                  </a:cubicBezTo>
                  <a:cubicBezTo>
                    <a:pt x="5113" y="16968"/>
                    <a:pt x="5113" y="16793"/>
                    <a:pt x="5239" y="16793"/>
                  </a:cubicBezTo>
                  <a:cubicBezTo>
                    <a:pt x="17369" y="16166"/>
                    <a:pt x="29625" y="16467"/>
                    <a:pt x="41755" y="16166"/>
                  </a:cubicBezTo>
                  <a:cubicBezTo>
                    <a:pt x="41763" y="16166"/>
                    <a:pt x="41771" y="16165"/>
                    <a:pt x="41778" y="16165"/>
                  </a:cubicBezTo>
                  <a:close/>
                  <a:moveTo>
                    <a:pt x="30937" y="19611"/>
                  </a:moveTo>
                  <a:cubicBezTo>
                    <a:pt x="34361" y="19611"/>
                    <a:pt x="37787" y="19640"/>
                    <a:pt x="41204" y="19725"/>
                  </a:cubicBezTo>
                  <a:cubicBezTo>
                    <a:pt x="41505" y="19750"/>
                    <a:pt x="41505" y="20201"/>
                    <a:pt x="41204" y="20201"/>
                  </a:cubicBezTo>
                  <a:cubicBezTo>
                    <a:pt x="36567" y="20163"/>
                    <a:pt x="31916" y="20110"/>
                    <a:pt x="27273" y="20110"/>
                  </a:cubicBezTo>
                  <a:cubicBezTo>
                    <a:pt x="25867" y="20110"/>
                    <a:pt x="24462" y="20114"/>
                    <a:pt x="23058" y="20126"/>
                  </a:cubicBezTo>
                  <a:cubicBezTo>
                    <a:pt x="18090" y="20167"/>
                    <a:pt x="13089" y="20446"/>
                    <a:pt x="8109" y="20446"/>
                  </a:cubicBezTo>
                  <a:cubicBezTo>
                    <a:pt x="7034" y="20446"/>
                    <a:pt x="5960" y="20433"/>
                    <a:pt x="4888" y="20402"/>
                  </a:cubicBezTo>
                  <a:cubicBezTo>
                    <a:pt x="4737" y="20402"/>
                    <a:pt x="4763" y="20176"/>
                    <a:pt x="4888" y="20176"/>
                  </a:cubicBezTo>
                  <a:cubicBezTo>
                    <a:pt x="10903" y="19575"/>
                    <a:pt x="17018" y="19700"/>
                    <a:pt x="23058" y="19650"/>
                  </a:cubicBezTo>
                  <a:cubicBezTo>
                    <a:pt x="25681" y="19628"/>
                    <a:pt x="28309" y="19611"/>
                    <a:pt x="30937" y="19611"/>
                  </a:cubicBezTo>
                  <a:close/>
                  <a:moveTo>
                    <a:pt x="29043" y="23158"/>
                  </a:moveTo>
                  <a:cubicBezTo>
                    <a:pt x="32026" y="23158"/>
                    <a:pt x="35010" y="23162"/>
                    <a:pt x="37992" y="23162"/>
                  </a:cubicBezTo>
                  <a:cubicBezTo>
                    <a:pt x="39330" y="23162"/>
                    <a:pt x="40668" y="23161"/>
                    <a:pt x="42006" y="23159"/>
                  </a:cubicBezTo>
                  <a:cubicBezTo>
                    <a:pt x="42013" y="23158"/>
                    <a:pt x="42021" y="23158"/>
                    <a:pt x="42028" y="23158"/>
                  </a:cubicBezTo>
                  <a:cubicBezTo>
                    <a:pt x="42357" y="23158"/>
                    <a:pt x="42349" y="23710"/>
                    <a:pt x="42006" y="23710"/>
                  </a:cubicBezTo>
                  <a:cubicBezTo>
                    <a:pt x="33957" y="23743"/>
                    <a:pt x="25897" y="23862"/>
                    <a:pt x="17848" y="23862"/>
                  </a:cubicBezTo>
                  <a:cubicBezTo>
                    <a:pt x="13641" y="23862"/>
                    <a:pt x="9437" y="23830"/>
                    <a:pt x="5239" y="23735"/>
                  </a:cubicBezTo>
                  <a:cubicBezTo>
                    <a:pt x="5038" y="23735"/>
                    <a:pt x="5063" y="23459"/>
                    <a:pt x="5239" y="23434"/>
                  </a:cubicBezTo>
                  <a:cubicBezTo>
                    <a:pt x="13159" y="23191"/>
                    <a:pt x="21101" y="23158"/>
                    <a:pt x="29043" y="23158"/>
                  </a:cubicBezTo>
                  <a:close/>
                  <a:moveTo>
                    <a:pt x="41678" y="26667"/>
                  </a:moveTo>
                  <a:cubicBezTo>
                    <a:pt x="41981" y="26667"/>
                    <a:pt x="41973" y="27144"/>
                    <a:pt x="41655" y="27144"/>
                  </a:cubicBezTo>
                  <a:cubicBezTo>
                    <a:pt x="33375" y="27482"/>
                    <a:pt x="25039" y="27820"/>
                    <a:pt x="16714" y="27820"/>
                  </a:cubicBezTo>
                  <a:cubicBezTo>
                    <a:pt x="12691" y="27820"/>
                    <a:pt x="8672" y="27741"/>
                    <a:pt x="4662" y="27545"/>
                  </a:cubicBezTo>
                  <a:cubicBezTo>
                    <a:pt x="4462" y="27545"/>
                    <a:pt x="4462" y="27219"/>
                    <a:pt x="4662" y="27219"/>
                  </a:cubicBezTo>
                  <a:cubicBezTo>
                    <a:pt x="16993" y="27018"/>
                    <a:pt x="29324" y="27194"/>
                    <a:pt x="41655" y="26668"/>
                  </a:cubicBezTo>
                  <a:cubicBezTo>
                    <a:pt x="41663" y="26667"/>
                    <a:pt x="41671" y="26667"/>
                    <a:pt x="41678" y="26667"/>
                  </a:cubicBezTo>
                  <a:close/>
                  <a:moveTo>
                    <a:pt x="31837" y="30448"/>
                  </a:moveTo>
                  <a:cubicBezTo>
                    <a:pt x="35001" y="30448"/>
                    <a:pt x="38165" y="30457"/>
                    <a:pt x="41329" y="30477"/>
                  </a:cubicBezTo>
                  <a:cubicBezTo>
                    <a:pt x="41605" y="30477"/>
                    <a:pt x="41605" y="30928"/>
                    <a:pt x="41329" y="30928"/>
                  </a:cubicBezTo>
                  <a:cubicBezTo>
                    <a:pt x="33886" y="31036"/>
                    <a:pt x="26444" y="31087"/>
                    <a:pt x="19001" y="31087"/>
                  </a:cubicBezTo>
                  <a:cubicBezTo>
                    <a:pt x="14338" y="31087"/>
                    <a:pt x="9676" y="31067"/>
                    <a:pt x="5013" y="31028"/>
                  </a:cubicBezTo>
                  <a:cubicBezTo>
                    <a:pt x="4763" y="31028"/>
                    <a:pt x="4763" y="30678"/>
                    <a:pt x="5013" y="30653"/>
                  </a:cubicBezTo>
                  <a:cubicBezTo>
                    <a:pt x="13954" y="30523"/>
                    <a:pt x="22895" y="30448"/>
                    <a:pt x="31837" y="30448"/>
                  </a:cubicBezTo>
                  <a:close/>
                  <a:moveTo>
                    <a:pt x="41079" y="33485"/>
                  </a:moveTo>
                  <a:cubicBezTo>
                    <a:pt x="41429" y="33485"/>
                    <a:pt x="41429" y="34011"/>
                    <a:pt x="41079" y="34011"/>
                  </a:cubicBezTo>
                  <a:cubicBezTo>
                    <a:pt x="29149" y="34136"/>
                    <a:pt x="17194" y="34387"/>
                    <a:pt x="5239" y="34487"/>
                  </a:cubicBezTo>
                  <a:cubicBezTo>
                    <a:pt x="4938" y="34487"/>
                    <a:pt x="4938" y="34036"/>
                    <a:pt x="5239" y="34036"/>
                  </a:cubicBezTo>
                  <a:cubicBezTo>
                    <a:pt x="17169" y="33660"/>
                    <a:pt x="29149" y="33560"/>
                    <a:pt x="41079" y="33485"/>
                  </a:cubicBezTo>
                  <a:close/>
                  <a:moveTo>
                    <a:pt x="41079" y="36617"/>
                  </a:moveTo>
                  <a:cubicBezTo>
                    <a:pt x="41404" y="36617"/>
                    <a:pt x="41404" y="37094"/>
                    <a:pt x="41079" y="37094"/>
                  </a:cubicBezTo>
                  <a:cubicBezTo>
                    <a:pt x="30993" y="37304"/>
                    <a:pt x="20855" y="37549"/>
                    <a:pt x="10738" y="37549"/>
                  </a:cubicBezTo>
                  <a:cubicBezTo>
                    <a:pt x="8787" y="37549"/>
                    <a:pt x="6837" y="37540"/>
                    <a:pt x="4888" y="37520"/>
                  </a:cubicBezTo>
                  <a:cubicBezTo>
                    <a:pt x="4612" y="37520"/>
                    <a:pt x="4612" y="37094"/>
                    <a:pt x="4888" y="37094"/>
                  </a:cubicBezTo>
                  <a:cubicBezTo>
                    <a:pt x="16943" y="36693"/>
                    <a:pt x="29023" y="36668"/>
                    <a:pt x="41079" y="36617"/>
                  </a:cubicBezTo>
                  <a:close/>
                  <a:moveTo>
                    <a:pt x="35737" y="40152"/>
                  </a:moveTo>
                  <a:cubicBezTo>
                    <a:pt x="37600" y="40152"/>
                    <a:pt x="39464" y="40188"/>
                    <a:pt x="41329" y="40277"/>
                  </a:cubicBezTo>
                  <a:cubicBezTo>
                    <a:pt x="41722" y="40301"/>
                    <a:pt x="41730" y="40904"/>
                    <a:pt x="41352" y="40904"/>
                  </a:cubicBezTo>
                  <a:cubicBezTo>
                    <a:pt x="41345" y="40904"/>
                    <a:pt x="41337" y="40904"/>
                    <a:pt x="41329" y="40903"/>
                  </a:cubicBezTo>
                  <a:cubicBezTo>
                    <a:pt x="39822" y="40831"/>
                    <a:pt x="38312" y="40801"/>
                    <a:pt x="36801" y="40801"/>
                  </a:cubicBezTo>
                  <a:cubicBezTo>
                    <a:pt x="29527" y="40801"/>
                    <a:pt x="22222" y="41492"/>
                    <a:pt x="14950" y="41492"/>
                  </a:cubicBezTo>
                  <a:cubicBezTo>
                    <a:pt x="11629" y="41492"/>
                    <a:pt x="8314" y="41348"/>
                    <a:pt x="5013" y="40928"/>
                  </a:cubicBezTo>
                  <a:cubicBezTo>
                    <a:pt x="4813" y="40903"/>
                    <a:pt x="4788" y="40602"/>
                    <a:pt x="5013" y="40602"/>
                  </a:cubicBezTo>
                  <a:cubicBezTo>
                    <a:pt x="7338" y="40747"/>
                    <a:pt x="9660" y="40802"/>
                    <a:pt x="11980" y="40802"/>
                  </a:cubicBezTo>
                  <a:cubicBezTo>
                    <a:pt x="19905" y="40802"/>
                    <a:pt x="27810" y="40152"/>
                    <a:pt x="35737" y="40152"/>
                  </a:cubicBezTo>
                  <a:close/>
                  <a:moveTo>
                    <a:pt x="44312" y="1"/>
                  </a:moveTo>
                  <a:lnTo>
                    <a:pt x="44312" y="1"/>
                  </a:lnTo>
                  <a:cubicBezTo>
                    <a:pt x="44756" y="1147"/>
                    <a:pt x="43804" y="2402"/>
                    <a:pt x="42575" y="2402"/>
                  </a:cubicBezTo>
                  <a:cubicBezTo>
                    <a:pt x="42487" y="2402"/>
                    <a:pt x="42397" y="2395"/>
                    <a:pt x="42307" y="2382"/>
                  </a:cubicBezTo>
                  <a:cubicBezTo>
                    <a:pt x="41329" y="2231"/>
                    <a:pt x="40652" y="1103"/>
                    <a:pt x="41079" y="377"/>
                  </a:cubicBezTo>
                  <a:cubicBezTo>
                    <a:pt x="40778" y="352"/>
                    <a:pt x="40477" y="327"/>
                    <a:pt x="40176" y="251"/>
                  </a:cubicBezTo>
                  <a:lnTo>
                    <a:pt x="40176" y="251"/>
                  </a:lnTo>
                  <a:cubicBezTo>
                    <a:pt x="40445" y="1132"/>
                    <a:pt x="39783" y="2108"/>
                    <a:pt x="38796" y="2108"/>
                  </a:cubicBezTo>
                  <a:cubicBezTo>
                    <a:pt x="38772" y="2108"/>
                    <a:pt x="38747" y="2107"/>
                    <a:pt x="38723" y="2106"/>
                  </a:cubicBezTo>
                  <a:cubicBezTo>
                    <a:pt x="37670" y="2056"/>
                    <a:pt x="37144" y="1078"/>
                    <a:pt x="37394" y="201"/>
                  </a:cubicBezTo>
                  <a:lnTo>
                    <a:pt x="37394" y="201"/>
                  </a:lnTo>
                  <a:cubicBezTo>
                    <a:pt x="37094" y="226"/>
                    <a:pt x="36768" y="251"/>
                    <a:pt x="36467" y="276"/>
                  </a:cubicBezTo>
                  <a:cubicBezTo>
                    <a:pt x="36764" y="1168"/>
                    <a:pt x="36131" y="2232"/>
                    <a:pt x="35075" y="2232"/>
                  </a:cubicBezTo>
                  <a:cubicBezTo>
                    <a:pt x="35063" y="2232"/>
                    <a:pt x="35051" y="2232"/>
                    <a:pt x="35038" y="2231"/>
                  </a:cubicBezTo>
                  <a:cubicBezTo>
                    <a:pt x="33885" y="2231"/>
                    <a:pt x="33334" y="1103"/>
                    <a:pt x="33685" y="151"/>
                  </a:cubicBezTo>
                  <a:cubicBezTo>
                    <a:pt x="33334" y="126"/>
                    <a:pt x="33008" y="101"/>
                    <a:pt x="32657" y="76"/>
                  </a:cubicBezTo>
                  <a:lnTo>
                    <a:pt x="32657" y="76"/>
                  </a:lnTo>
                  <a:cubicBezTo>
                    <a:pt x="33134" y="1053"/>
                    <a:pt x="32557" y="2332"/>
                    <a:pt x="31329" y="2432"/>
                  </a:cubicBezTo>
                  <a:cubicBezTo>
                    <a:pt x="31292" y="2434"/>
                    <a:pt x="31255" y="2435"/>
                    <a:pt x="31218" y="2435"/>
                  </a:cubicBezTo>
                  <a:cubicBezTo>
                    <a:pt x="30032" y="2435"/>
                    <a:pt x="29335" y="1272"/>
                    <a:pt x="29675" y="226"/>
                  </a:cubicBezTo>
                  <a:lnTo>
                    <a:pt x="28522" y="226"/>
                  </a:lnTo>
                  <a:cubicBezTo>
                    <a:pt x="29124" y="928"/>
                    <a:pt x="28622" y="2131"/>
                    <a:pt x="27645" y="2382"/>
                  </a:cubicBezTo>
                  <a:cubicBezTo>
                    <a:pt x="27522" y="2407"/>
                    <a:pt x="27391" y="2420"/>
                    <a:pt x="27258" y="2420"/>
                  </a:cubicBezTo>
                  <a:cubicBezTo>
                    <a:pt x="26740" y="2420"/>
                    <a:pt x="26179" y="2224"/>
                    <a:pt x="25840" y="1805"/>
                  </a:cubicBezTo>
                  <a:cubicBezTo>
                    <a:pt x="25439" y="1304"/>
                    <a:pt x="25590" y="753"/>
                    <a:pt x="25840" y="226"/>
                  </a:cubicBezTo>
                  <a:lnTo>
                    <a:pt x="25840" y="226"/>
                  </a:lnTo>
                  <a:cubicBezTo>
                    <a:pt x="25389" y="301"/>
                    <a:pt x="24938" y="301"/>
                    <a:pt x="24462" y="327"/>
                  </a:cubicBezTo>
                  <a:cubicBezTo>
                    <a:pt x="24788" y="1078"/>
                    <a:pt x="23885" y="2181"/>
                    <a:pt x="23008" y="2206"/>
                  </a:cubicBezTo>
                  <a:cubicBezTo>
                    <a:pt x="22985" y="2207"/>
                    <a:pt x="22963" y="2208"/>
                    <a:pt x="22941" y="2208"/>
                  </a:cubicBezTo>
                  <a:cubicBezTo>
                    <a:pt x="21909" y="2208"/>
                    <a:pt x="21412" y="1085"/>
                    <a:pt x="21755" y="226"/>
                  </a:cubicBezTo>
                  <a:cubicBezTo>
                    <a:pt x="21379" y="226"/>
                    <a:pt x="21028" y="226"/>
                    <a:pt x="20652" y="201"/>
                  </a:cubicBezTo>
                  <a:lnTo>
                    <a:pt x="20652" y="201"/>
                  </a:lnTo>
                  <a:cubicBezTo>
                    <a:pt x="21053" y="1078"/>
                    <a:pt x="20552" y="2181"/>
                    <a:pt x="19474" y="2256"/>
                  </a:cubicBezTo>
                  <a:cubicBezTo>
                    <a:pt x="19438" y="2259"/>
                    <a:pt x="19401" y="2260"/>
                    <a:pt x="19366" y="2260"/>
                  </a:cubicBezTo>
                  <a:cubicBezTo>
                    <a:pt x="18210" y="2260"/>
                    <a:pt x="17632" y="1099"/>
                    <a:pt x="18021" y="126"/>
                  </a:cubicBezTo>
                  <a:cubicBezTo>
                    <a:pt x="17519" y="126"/>
                    <a:pt x="17018" y="126"/>
                    <a:pt x="16542" y="101"/>
                  </a:cubicBezTo>
                  <a:lnTo>
                    <a:pt x="16542" y="101"/>
                  </a:lnTo>
                  <a:cubicBezTo>
                    <a:pt x="17093" y="928"/>
                    <a:pt x="16717" y="2231"/>
                    <a:pt x="15565" y="2382"/>
                  </a:cubicBezTo>
                  <a:cubicBezTo>
                    <a:pt x="15459" y="2398"/>
                    <a:pt x="15360" y="2406"/>
                    <a:pt x="15265" y="2406"/>
                  </a:cubicBezTo>
                  <a:cubicBezTo>
                    <a:pt x="14075" y="2406"/>
                    <a:pt x="13722" y="1153"/>
                    <a:pt x="14186" y="201"/>
                  </a:cubicBezTo>
                  <a:lnTo>
                    <a:pt x="14186" y="201"/>
                  </a:lnTo>
                  <a:cubicBezTo>
                    <a:pt x="14019" y="210"/>
                    <a:pt x="13852" y="212"/>
                    <a:pt x="13686" y="212"/>
                  </a:cubicBezTo>
                  <a:cubicBezTo>
                    <a:pt x="13353" y="212"/>
                    <a:pt x="13025" y="201"/>
                    <a:pt x="12707" y="201"/>
                  </a:cubicBezTo>
                  <a:cubicBezTo>
                    <a:pt x="12958" y="602"/>
                    <a:pt x="13008" y="1129"/>
                    <a:pt x="12808" y="1580"/>
                  </a:cubicBezTo>
                  <a:cubicBezTo>
                    <a:pt x="12587" y="2109"/>
                    <a:pt x="12056" y="2425"/>
                    <a:pt x="11505" y="2425"/>
                  </a:cubicBezTo>
                  <a:cubicBezTo>
                    <a:pt x="11430" y="2425"/>
                    <a:pt x="11354" y="2419"/>
                    <a:pt x="11279" y="2407"/>
                  </a:cubicBezTo>
                  <a:cubicBezTo>
                    <a:pt x="10627" y="2332"/>
                    <a:pt x="10076" y="1830"/>
                    <a:pt x="10001" y="1179"/>
                  </a:cubicBezTo>
                  <a:cubicBezTo>
                    <a:pt x="9976" y="803"/>
                    <a:pt x="10101" y="452"/>
                    <a:pt x="10352" y="201"/>
                  </a:cubicBezTo>
                  <a:lnTo>
                    <a:pt x="10352" y="201"/>
                  </a:lnTo>
                  <a:cubicBezTo>
                    <a:pt x="9900" y="276"/>
                    <a:pt x="9474" y="301"/>
                    <a:pt x="9048" y="301"/>
                  </a:cubicBezTo>
                  <a:cubicBezTo>
                    <a:pt x="9299" y="778"/>
                    <a:pt x="9299" y="1379"/>
                    <a:pt x="9073" y="1855"/>
                  </a:cubicBezTo>
                  <a:cubicBezTo>
                    <a:pt x="8811" y="2380"/>
                    <a:pt x="8262" y="2676"/>
                    <a:pt x="7693" y="2676"/>
                  </a:cubicBezTo>
                  <a:cubicBezTo>
                    <a:pt x="7610" y="2676"/>
                    <a:pt x="7527" y="2670"/>
                    <a:pt x="7444" y="2657"/>
                  </a:cubicBezTo>
                  <a:cubicBezTo>
                    <a:pt x="6793" y="2557"/>
                    <a:pt x="6291" y="2081"/>
                    <a:pt x="6241" y="1404"/>
                  </a:cubicBezTo>
                  <a:cubicBezTo>
                    <a:pt x="6191" y="1003"/>
                    <a:pt x="6367" y="502"/>
                    <a:pt x="6667" y="226"/>
                  </a:cubicBezTo>
                  <a:lnTo>
                    <a:pt x="6667" y="226"/>
                  </a:lnTo>
                  <a:cubicBezTo>
                    <a:pt x="6520" y="233"/>
                    <a:pt x="6370" y="236"/>
                    <a:pt x="6220" y="236"/>
                  </a:cubicBezTo>
                  <a:cubicBezTo>
                    <a:pt x="5809" y="236"/>
                    <a:pt x="5392" y="213"/>
                    <a:pt x="4988" y="176"/>
                  </a:cubicBezTo>
                  <a:lnTo>
                    <a:pt x="4988" y="176"/>
                  </a:lnTo>
                  <a:cubicBezTo>
                    <a:pt x="5765" y="1003"/>
                    <a:pt x="5189" y="2532"/>
                    <a:pt x="3961" y="2607"/>
                  </a:cubicBezTo>
                  <a:cubicBezTo>
                    <a:pt x="3896" y="2614"/>
                    <a:pt x="3830" y="2617"/>
                    <a:pt x="3763" y="2617"/>
                  </a:cubicBezTo>
                  <a:cubicBezTo>
                    <a:pt x="3085" y="2617"/>
                    <a:pt x="2350" y="2273"/>
                    <a:pt x="2031" y="1680"/>
                  </a:cubicBezTo>
                  <a:cubicBezTo>
                    <a:pt x="1855" y="1354"/>
                    <a:pt x="1855" y="953"/>
                    <a:pt x="2006" y="652"/>
                  </a:cubicBezTo>
                  <a:lnTo>
                    <a:pt x="2006" y="652"/>
                  </a:lnTo>
                  <a:cubicBezTo>
                    <a:pt x="1790" y="699"/>
                    <a:pt x="1561" y="718"/>
                    <a:pt x="1329" y="718"/>
                  </a:cubicBezTo>
                  <a:cubicBezTo>
                    <a:pt x="941" y="718"/>
                    <a:pt x="547" y="665"/>
                    <a:pt x="201" y="602"/>
                  </a:cubicBezTo>
                  <a:lnTo>
                    <a:pt x="176" y="602"/>
                  </a:lnTo>
                  <a:cubicBezTo>
                    <a:pt x="527" y="6166"/>
                    <a:pt x="652" y="11755"/>
                    <a:pt x="652" y="17369"/>
                  </a:cubicBezTo>
                  <a:cubicBezTo>
                    <a:pt x="652" y="27369"/>
                    <a:pt x="251" y="37419"/>
                    <a:pt x="1" y="47369"/>
                  </a:cubicBezTo>
                  <a:cubicBezTo>
                    <a:pt x="1877" y="47360"/>
                    <a:pt x="3753" y="47357"/>
                    <a:pt x="5629" y="47357"/>
                  </a:cubicBezTo>
                  <a:cubicBezTo>
                    <a:pt x="12383" y="47357"/>
                    <a:pt x="19133" y="47403"/>
                    <a:pt x="25885" y="47403"/>
                  </a:cubicBezTo>
                  <a:cubicBezTo>
                    <a:pt x="32660" y="47403"/>
                    <a:pt x="39436" y="47356"/>
                    <a:pt x="46216" y="47169"/>
                  </a:cubicBezTo>
                  <a:cubicBezTo>
                    <a:pt x="46241" y="47169"/>
                    <a:pt x="46267" y="47194"/>
                    <a:pt x="46317" y="47194"/>
                  </a:cubicBezTo>
                  <a:cubicBezTo>
                    <a:pt x="45815" y="39349"/>
                    <a:pt x="46116" y="31379"/>
                    <a:pt x="46091" y="23510"/>
                  </a:cubicBezTo>
                  <a:cubicBezTo>
                    <a:pt x="46066" y="15690"/>
                    <a:pt x="46116" y="7870"/>
                    <a:pt x="46166" y="51"/>
                  </a:cubicBezTo>
                  <a:lnTo>
                    <a:pt x="46166" y="51"/>
                  </a:lnTo>
                  <a:cubicBezTo>
                    <a:pt x="45946" y="60"/>
                    <a:pt x="45723" y="66"/>
                    <a:pt x="45497" y="66"/>
                  </a:cubicBezTo>
                  <a:cubicBezTo>
                    <a:pt x="45106" y="66"/>
                    <a:pt x="44709" y="48"/>
                    <a:pt x="44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9" name="Google Shape;10599;p294"/>
            <p:cNvSpPr/>
            <p:nvPr/>
          </p:nvSpPr>
          <p:spPr>
            <a:xfrm>
              <a:off x="1631725" y="1023800"/>
              <a:ext cx="932975" cy="17650"/>
            </a:xfrm>
            <a:custGeom>
              <a:rect b="b" l="l" r="r" t="t"/>
              <a:pathLst>
                <a:path extrusionOk="0" h="706" w="37319">
                  <a:moveTo>
                    <a:pt x="24005" y="1"/>
                  </a:moveTo>
                  <a:cubicBezTo>
                    <a:pt x="16063" y="1"/>
                    <a:pt x="8121" y="34"/>
                    <a:pt x="201" y="277"/>
                  </a:cubicBezTo>
                  <a:cubicBezTo>
                    <a:pt x="25" y="302"/>
                    <a:pt x="0" y="578"/>
                    <a:pt x="201" y="578"/>
                  </a:cubicBezTo>
                  <a:cubicBezTo>
                    <a:pt x="4399" y="673"/>
                    <a:pt x="8603" y="705"/>
                    <a:pt x="12810" y="705"/>
                  </a:cubicBezTo>
                  <a:cubicBezTo>
                    <a:pt x="20859" y="705"/>
                    <a:pt x="28919" y="586"/>
                    <a:pt x="36968" y="553"/>
                  </a:cubicBezTo>
                  <a:cubicBezTo>
                    <a:pt x="37311" y="553"/>
                    <a:pt x="37319" y="1"/>
                    <a:pt x="36990" y="1"/>
                  </a:cubicBezTo>
                  <a:cubicBezTo>
                    <a:pt x="36983" y="1"/>
                    <a:pt x="36975" y="1"/>
                    <a:pt x="36968" y="2"/>
                  </a:cubicBezTo>
                  <a:cubicBezTo>
                    <a:pt x="35630" y="4"/>
                    <a:pt x="34292" y="5"/>
                    <a:pt x="32954" y="5"/>
                  </a:cubicBezTo>
                  <a:cubicBezTo>
                    <a:pt x="29972" y="5"/>
                    <a:pt x="26988" y="1"/>
                    <a:pt x="24005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0" name="Google Shape;10600;p294"/>
            <p:cNvSpPr/>
            <p:nvPr/>
          </p:nvSpPr>
          <p:spPr>
            <a:xfrm>
              <a:off x="1633600" y="849000"/>
              <a:ext cx="924200" cy="26400"/>
            </a:xfrm>
            <a:custGeom>
              <a:rect b="b" l="l" r="r" t="t"/>
              <a:pathLst>
                <a:path extrusionOk="0" h="1056" w="36968">
                  <a:moveTo>
                    <a:pt x="36665" y="0"/>
                  </a:moveTo>
                  <a:cubicBezTo>
                    <a:pt x="36658" y="0"/>
                    <a:pt x="36650" y="1"/>
                    <a:pt x="36642" y="1"/>
                  </a:cubicBezTo>
                  <a:cubicBezTo>
                    <a:pt x="24512" y="302"/>
                    <a:pt x="12256" y="1"/>
                    <a:pt x="126" y="628"/>
                  </a:cubicBezTo>
                  <a:cubicBezTo>
                    <a:pt x="0" y="628"/>
                    <a:pt x="0" y="803"/>
                    <a:pt x="126" y="803"/>
                  </a:cubicBezTo>
                  <a:cubicBezTo>
                    <a:pt x="3812" y="986"/>
                    <a:pt x="7517" y="1056"/>
                    <a:pt x="11229" y="1056"/>
                  </a:cubicBezTo>
                  <a:cubicBezTo>
                    <a:pt x="19707" y="1056"/>
                    <a:pt x="28223" y="694"/>
                    <a:pt x="36642" y="502"/>
                  </a:cubicBezTo>
                  <a:cubicBezTo>
                    <a:pt x="36960" y="478"/>
                    <a:pt x="36968" y="0"/>
                    <a:pt x="3666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1" name="Google Shape;10601;p294"/>
            <p:cNvSpPr/>
            <p:nvPr/>
          </p:nvSpPr>
          <p:spPr>
            <a:xfrm>
              <a:off x="1624825" y="765850"/>
              <a:ext cx="931725" cy="15325"/>
            </a:xfrm>
            <a:custGeom>
              <a:rect b="b" l="l" r="r" t="t"/>
              <a:pathLst>
                <a:path extrusionOk="0" h="613" w="37269">
                  <a:moveTo>
                    <a:pt x="14932" y="0"/>
                  </a:moveTo>
                  <a:cubicBezTo>
                    <a:pt x="9993" y="0"/>
                    <a:pt x="5055" y="58"/>
                    <a:pt x="126" y="270"/>
                  </a:cubicBezTo>
                  <a:cubicBezTo>
                    <a:pt x="1" y="270"/>
                    <a:pt x="1" y="470"/>
                    <a:pt x="126" y="470"/>
                  </a:cubicBezTo>
                  <a:cubicBezTo>
                    <a:pt x="3600" y="576"/>
                    <a:pt x="7078" y="613"/>
                    <a:pt x="10557" y="613"/>
                  </a:cubicBezTo>
                  <a:cubicBezTo>
                    <a:pt x="17949" y="613"/>
                    <a:pt x="25349" y="449"/>
                    <a:pt x="32735" y="449"/>
                  </a:cubicBezTo>
                  <a:cubicBezTo>
                    <a:pt x="34163" y="449"/>
                    <a:pt x="35591" y="456"/>
                    <a:pt x="37018" y="470"/>
                  </a:cubicBezTo>
                  <a:cubicBezTo>
                    <a:pt x="37269" y="470"/>
                    <a:pt x="37269" y="69"/>
                    <a:pt x="37018" y="69"/>
                  </a:cubicBezTo>
                  <a:cubicBezTo>
                    <a:pt x="35627" y="80"/>
                    <a:pt x="34236" y="85"/>
                    <a:pt x="32844" y="85"/>
                  </a:cubicBezTo>
                  <a:cubicBezTo>
                    <a:pt x="26878" y="85"/>
                    <a:pt x="20904" y="0"/>
                    <a:pt x="14932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2" name="Google Shape;10602;p294"/>
            <p:cNvSpPr/>
            <p:nvPr/>
          </p:nvSpPr>
          <p:spPr>
            <a:xfrm>
              <a:off x="1617300" y="1111525"/>
              <a:ext cx="938000" cy="28850"/>
            </a:xfrm>
            <a:custGeom>
              <a:rect b="b" l="l" r="r" t="t"/>
              <a:pathLst>
                <a:path extrusionOk="0" h="1154" w="37520">
                  <a:moveTo>
                    <a:pt x="37217" y="1"/>
                  </a:moveTo>
                  <a:cubicBezTo>
                    <a:pt x="37210" y="1"/>
                    <a:pt x="37202" y="1"/>
                    <a:pt x="37194" y="2"/>
                  </a:cubicBezTo>
                  <a:cubicBezTo>
                    <a:pt x="24863" y="528"/>
                    <a:pt x="12532" y="352"/>
                    <a:pt x="201" y="553"/>
                  </a:cubicBezTo>
                  <a:cubicBezTo>
                    <a:pt x="1" y="553"/>
                    <a:pt x="1" y="879"/>
                    <a:pt x="201" y="879"/>
                  </a:cubicBezTo>
                  <a:cubicBezTo>
                    <a:pt x="4211" y="1075"/>
                    <a:pt x="8230" y="1154"/>
                    <a:pt x="12253" y="1154"/>
                  </a:cubicBezTo>
                  <a:cubicBezTo>
                    <a:pt x="20578" y="1154"/>
                    <a:pt x="28914" y="816"/>
                    <a:pt x="37194" y="478"/>
                  </a:cubicBezTo>
                  <a:cubicBezTo>
                    <a:pt x="37512" y="478"/>
                    <a:pt x="37520" y="1"/>
                    <a:pt x="37217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3" name="Google Shape;10603;p294"/>
            <p:cNvSpPr/>
            <p:nvPr/>
          </p:nvSpPr>
          <p:spPr>
            <a:xfrm>
              <a:off x="1624825" y="1206075"/>
              <a:ext cx="921075" cy="16000"/>
            </a:xfrm>
            <a:custGeom>
              <a:rect b="b" l="l" r="r" t="t"/>
              <a:pathLst>
                <a:path extrusionOk="0" h="640" w="36843">
                  <a:moveTo>
                    <a:pt x="27075" y="0"/>
                  </a:moveTo>
                  <a:cubicBezTo>
                    <a:pt x="18133" y="0"/>
                    <a:pt x="9192" y="75"/>
                    <a:pt x="251" y="205"/>
                  </a:cubicBezTo>
                  <a:cubicBezTo>
                    <a:pt x="1" y="230"/>
                    <a:pt x="1" y="580"/>
                    <a:pt x="251" y="580"/>
                  </a:cubicBezTo>
                  <a:cubicBezTo>
                    <a:pt x="4914" y="619"/>
                    <a:pt x="9576" y="639"/>
                    <a:pt x="14239" y="639"/>
                  </a:cubicBezTo>
                  <a:cubicBezTo>
                    <a:pt x="21682" y="639"/>
                    <a:pt x="29124" y="588"/>
                    <a:pt x="36567" y="480"/>
                  </a:cubicBezTo>
                  <a:cubicBezTo>
                    <a:pt x="36843" y="480"/>
                    <a:pt x="36843" y="29"/>
                    <a:pt x="36567" y="29"/>
                  </a:cubicBezTo>
                  <a:cubicBezTo>
                    <a:pt x="33403" y="9"/>
                    <a:pt x="30239" y="0"/>
                    <a:pt x="27075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4" name="Google Shape;10604;p294"/>
            <p:cNvSpPr/>
            <p:nvPr/>
          </p:nvSpPr>
          <p:spPr>
            <a:xfrm>
              <a:off x="1625450" y="1448675"/>
              <a:ext cx="923575" cy="33500"/>
            </a:xfrm>
            <a:custGeom>
              <a:rect b="b" l="l" r="r" t="t"/>
              <a:pathLst>
                <a:path extrusionOk="0" h="1340" w="36943">
                  <a:moveTo>
                    <a:pt x="30950" y="0"/>
                  </a:moveTo>
                  <a:cubicBezTo>
                    <a:pt x="23023" y="0"/>
                    <a:pt x="15118" y="650"/>
                    <a:pt x="7193" y="650"/>
                  </a:cubicBezTo>
                  <a:cubicBezTo>
                    <a:pt x="4873" y="650"/>
                    <a:pt x="2551" y="595"/>
                    <a:pt x="226" y="450"/>
                  </a:cubicBezTo>
                  <a:cubicBezTo>
                    <a:pt x="1" y="450"/>
                    <a:pt x="26" y="751"/>
                    <a:pt x="226" y="776"/>
                  </a:cubicBezTo>
                  <a:cubicBezTo>
                    <a:pt x="3527" y="1196"/>
                    <a:pt x="6842" y="1340"/>
                    <a:pt x="10163" y="1340"/>
                  </a:cubicBezTo>
                  <a:cubicBezTo>
                    <a:pt x="17435" y="1340"/>
                    <a:pt x="24740" y="649"/>
                    <a:pt x="32014" y="649"/>
                  </a:cubicBezTo>
                  <a:cubicBezTo>
                    <a:pt x="33525" y="649"/>
                    <a:pt x="35035" y="679"/>
                    <a:pt x="36542" y="751"/>
                  </a:cubicBezTo>
                  <a:cubicBezTo>
                    <a:pt x="36550" y="752"/>
                    <a:pt x="36558" y="752"/>
                    <a:pt x="36565" y="752"/>
                  </a:cubicBezTo>
                  <a:cubicBezTo>
                    <a:pt x="36943" y="752"/>
                    <a:pt x="36935" y="149"/>
                    <a:pt x="36542" y="125"/>
                  </a:cubicBezTo>
                  <a:cubicBezTo>
                    <a:pt x="34677" y="36"/>
                    <a:pt x="32813" y="0"/>
                    <a:pt x="3095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5" name="Google Shape;10605;p294"/>
            <p:cNvSpPr/>
            <p:nvPr/>
          </p:nvSpPr>
          <p:spPr>
            <a:xfrm>
              <a:off x="1624200" y="934225"/>
              <a:ext cx="919200" cy="21800"/>
            </a:xfrm>
            <a:custGeom>
              <a:rect b="b" l="l" r="r" t="t"/>
              <a:pathLst>
                <a:path extrusionOk="0" h="872" w="36768">
                  <a:moveTo>
                    <a:pt x="26200" y="37"/>
                  </a:moveTo>
                  <a:cubicBezTo>
                    <a:pt x="23572" y="37"/>
                    <a:pt x="20944" y="54"/>
                    <a:pt x="18321" y="76"/>
                  </a:cubicBezTo>
                  <a:cubicBezTo>
                    <a:pt x="12281" y="126"/>
                    <a:pt x="6166" y="1"/>
                    <a:pt x="151" y="602"/>
                  </a:cubicBezTo>
                  <a:cubicBezTo>
                    <a:pt x="26" y="602"/>
                    <a:pt x="0" y="828"/>
                    <a:pt x="151" y="828"/>
                  </a:cubicBezTo>
                  <a:cubicBezTo>
                    <a:pt x="1223" y="859"/>
                    <a:pt x="2297" y="872"/>
                    <a:pt x="3372" y="872"/>
                  </a:cubicBezTo>
                  <a:cubicBezTo>
                    <a:pt x="8352" y="872"/>
                    <a:pt x="13353" y="593"/>
                    <a:pt x="18321" y="552"/>
                  </a:cubicBezTo>
                  <a:cubicBezTo>
                    <a:pt x="19725" y="540"/>
                    <a:pt x="21130" y="536"/>
                    <a:pt x="22536" y="536"/>
                  </a:cubicBezTo>
                  <a:cubicBezTo>
                    <a:pt x="27179" y="536"/>
                    <a:pt x="31830" y="589"/>
                    <a:pt x="36467" y="627"/>
                  </a:cubicBezTo>
                  <a:cubicBezTo>
                    <a:pt x="36768" y="627"/>
                    <a:pt x="36768" y="176"/>
                    <a:pt x="36467" y="151"/>
                  </a:cubicBezTo>
                  <a:cubicBezTo>
                    <a:pt x="33050" y="66"/>
                    <a:pt x="29624" y="37"/>
                    <a:pt x="26200" y="37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6" name="Google Shape;10606;p294"/>
            <p:cNvSpPr/>
            <p:nvPr/>
          </p:nvSpPr>
          <p:spPr>
            <a:xfrm>
              <a:off x="1629200" y="1281975"/>
              <a:ext cx="912325" cy="25100"/>
            </a:xfrm>
            <a:custGeom>
              <a:rect b="b" l="l" r="r" t="t"/>
              <a:pathLst>
                <a:path extrusionOk="0" h="1004" w="36493">
                  <a:moveTo>
                    <a:pt x="36142" y="1"/>
                  </a:moveTo>
                  <a:cubicBezTo>
                    <a:pt x="24212" y="76"/>
                    <a:pt x="12232" y="176"/>
                    <a:pt x="302" y="552"/>
                  </a:cubicBezTo>
                  <a:cubicBezTo>
                    <a:pt x="1" y="552"/>
                    <a:pt x="1" y="1003"/>
                    <a:pt x="302" y="1003"/>
                  </a:cubicBezTo>
                  <a:cubicBezTo>
                    <a:pt x="12257" y="903"/>
                    <a:pt x="24212" y="652"/>
                    <a:pt x="36142" y="527"/>
                  </a:cubicBezTo>
                  <a:cubicBezTo>
                    <a:pt x="36492" y="527"/>
                    <a:pt x="36492" y="1"/>
                    <a:pt x="36142" y="1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7" name="Google Shape;10607;p294"/>
            <p:cNvSpPr/>
            <p:nvPr/>
          </p:nvSpPr>
          <p:spPr>
            <a:xfrm>
              <a:off x="1621075" y="1360300"/>
              <a:ext cx="919825" cy="23325"/>
            </a:xfrm>
            <a:custGeom>
              <a:rect b="b" l="l" r="r" t="t"/>
              <a:pathLst>
                <a:path extrusionOk="0" h="933" w="36793">
                  <a:moveTo>
                    <a:pt x="36467" y="0"/>
                  </a:moveTo>
                  <a:cubicBezTo>
                    <a:pt x="24411" y="51"/>
                    <a:pt x="12331" y="76"/>
                    <a:pt x="276" y="477"/>
                  </a:cubicBezTo>
                  <a:cubicBezTo>
                    <a:pt x="0" y="477"/>
                    <a:pt x="0" y="903"/>
                    <a:pt x="276" y="903"/>
                  </a:cubicBezTo>
                  <a:cubicBezTo>
                    <a:pt x="2225" y="923"/>
                    <a:pt x="4175" y="932"/>
                    <a:pt x="6126" y="932"/>
                  </a:cubicBezTo>
                  <a:cubicBezTo>
                    <a:pt x="16243" y="932"/>
                    <a:pt x="26381" y="687"/>
                    <a:pt x="36467" y="477"/>
                  </a:cubicBezTo>
                  <a:cubicBezTo>
                    <a:pt x="36792" y="477"/>
                    <a:pt x="36792" y="0"/>
                    <a:pt x="36467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37">
    <p:spTree>
      <p:nvGrpSpPr>
        <p:cNvPr id="10608" name="Shape 10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09" name="Google Shape;10609;p295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610" name="Google Shape;10610;p295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1" name="Google Shape;10611;p295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2" name="Google Shape;10612;p295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3" name="Google Shape;10613;p295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4" name="Google Shape;10614;p295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5" name="Google Shape;10615;p295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6" name="Google Shape;10616;p295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7" name="Google Shape;10617;p295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8" name="Google Shape;10618;p295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9" name="Google Shape;10619;p295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0" name="Google Shape;10620;p295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1" name="Google Shape;10621;p295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2" name="Google Shape;10622;p295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3" name="Google Shape;10623;p295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4" name="Google Shape;10624;p295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5" name="Google Shape;10625;p295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6" name="Google Shape;10626;p295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7" name="Google Shape;10627;p295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8" name="Google Shape;10628;p295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9" name="Google Shape;10629;p295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0" name="Google Shape;10630;p295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1" name="Google Shape;10631;p295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8">
    <p:spTree>
      <p:nvGrpSpPr>
        <p:cNvPr id="10632" name="Shape 10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33" name="Google Shape;10633;p296"/>
          <p:cNvGrpSpPr/>
          <p:nvPr/>
        </p:nvGrpSpPr>
        <p:grpSpPr>
          <a:xfrm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634" name="Google Shape;10634;p296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5" name="Google Shape;10635;p296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6" name="Google Shape;10636;p296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7" name="Google Shape;10637;p296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8" name="Google Shape;10638;p296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9" name="Google Shape;10639;p296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0" name="Google Shape;10640;p296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1" name="Google Shape;10641;p296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2" name="Google Shape;10642;p296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3" name="Google Shape;10643;p296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4" name="Google Shape;10644;p296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5" name="Google Shape;10645;p296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6" name="Google Shape;10646;p296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7" name="Google Shape;10647;p296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8" name="Google Shape;10648;p296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9" name="Google Shape;10649;p296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0" name="Google Shape;10650;p296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1" name="Google Shape;10651;p296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2" name="Google Shape;10652;p296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3" name="Google Shape;10653;p296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4" name="Google Shape;10654;p296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5" name="Google Shape;10655;p296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56" name="Google Shape;10656;p296"/>
          <p:cNvGrpSpPr/>
          <p:nvPr/>
        </p:nvGrpSpPr>
        <p:grpSpPr>
          <a:xfrm>
            <a:off x="2995920" y="1056023"/>
            <a:ext cx="3152176" cy="3031462"/>
            <a:chOff x="1857000" y="3245400"/>
            <a:chExt cx="1233825" cy="1186575"/>
          </a:xfrm>
        </p:grpSpPr>
        <p:sp>
          <p:nvSpPr>
            <p:cNvPr id="10657" name="Google Shape;10657;p296"/>
            <p:cNvSpPr/>
            <p:nvPr/>
          </p:nvSpPr>
          <p:spPr>
            <a:xfrm>
              <a:off x="2513000" y="4148825"/>
              <a:ext cx="463125" cy="272250"/>
            </a:xfrm>
            <a:custGeom>
              <a:rect b="b" l="l" r="r" t="t"/>
              <a:pathLst>
                <a:path extrusionOk="0" h="10890" w="18525">
                  <a:moveTo>
                    <a:pt x="12728" y="1"/>
                  </a:moveTo>
                  <a:cubicBezTo>
                    <a:pt x="12377" y="28"/>
                    <a:pt x="11899" y="1641"/>
                    <a:pt x="11664" y="2065"/>
                  </a:cubicBezTo>
                  <a:cubicBezTo>
                    <a:pt x="10979" y="3318"/>
                    <a:pt x="10015" y="4435"/>
                    <a:pt x="9005" y="5418"/>
                  </a:cubicBezTo>
                  <a:cubicBezTo>
                    <a:pt x="6527" y="7843"/>
                    <a:pt x="3263" y="9754"/>
                    <a:pt x="0" y="10889"/>
                  </a:cubicBezTo>
                  <a:cubicBezTo>
                    <a:pt x="5192" y="10331"/>
                    <a:pt x="10556" y="9114"/>
                    <a:pt x="15144" y="6626"/>
                  </a:cubicBezTo>
                  <a:cubicBezTo>
                    <a:pt x="16685" y="5788"/>
                    <a:pt x="17578" y="5409"/>
                    <a:pt x="18524" y="4066"/>
                  </a:cubicBezTo>
                  <a:cubicBezTo>
                    <a:pt x="17623" y="3976"/>
                    <a:pt x="17064" y="3038"/>
                    <a:pt x="16189" y="2651"/>
                  </a:cubicBezTo>
                  <a:cubicBezTo>
                    <a:pt x="15928" y="2543"/>
                    <a:pt x="12728" y="1"/>
                    <a:pt x="1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8" name="Google Shape;10658;p296"/>
            <p:cNvSpPr/>
            <p:nvPr/>
          </p:nvSpPr>
          <p:spPr>
            <a:xfrm>
              <a:off x="2508725" y="4143800"/>
              <a:ext cx="474150" cy="281125"/>
            </a:xfrm>
            <a:custGeom>
              <a:rect b="b" l="l" r="r" t="t"/>
              <a:pathLst>
                <a:path extrusionOk="0" h="11245" w="18966">
                  <a:moveTo>
                    <a:pt x="12884" y="443"/>
                  </a:moveTo>
                  <a:lnTo>
                    <a:pt x="14486" y="1707"/>
                  </a:lnTo>
                  <a:lnTo>
                    <a:pt x="15351" y="2383"/>
                  </a:lnTo>
                  <a:lnTo>
                    <a:pt x="15793" y="2716"/>
                  </a:lnTo>
                  <a:lnTo>
                    <a:pt x="16018" y="2879"/>
                  </a:lnTo>
                  <a:lnTo>
                    <a:pt x="16135" y="2960"/>
                  </a:lnTo>
                  <a:lnTo>
                    <a:pt x="16198" y="2996"/>
                  </a:lnTo>
                  <a:lnTo>
                    <a:pt x="16225" y="3023"/>
                  </a:lnTo>
                  <a:lnTo>
                    <a:pt x="16279" y="3050"/>
                  </a:lnTo>
                  <a:cubicBezTo>
                    <a:pt x="16469" y="3131"/>
                    <a:pt x="16649" y="3248"/>
                    <a:pt x="16820" y="3393"/>
                  </a:cubicBezTo>
                  <a:cubicBezTo>
                    <a:pt x="16991" y="3528"/>
                    <a:pt x="17163" y="3681"/>
                    <a:pt x="17334" y="3834"/>
                  </a:cubicBezTo>
                  <a:cubicBezTo>
                    <a:pt x="17514" y="3987"/>
                    <a:pt x="17703" y="4141"/>
                    <a:pt x="17920" y="4267"/>
                  </a:cubicBezTo>
                  <a:cubicBezTo>
                    <a:pt x="18030" y="4333"/>
                    <a:pt x="18147" y="4389"/>
                    <a:pt x="18270" y="4431"/>
                  </a:cubicBezTo>
                  <a:lnTo>
                    <a:pt x="18270" y="4431"/>
                  </a:lnTo>
                  <a:cubicBezTo>
                    <a:pt x="18099" y="4651"/>
                    <a:pt x="17917" y="4859"/>
                    <a:pt x="17713" y="5051"/>
                  </a:cubicBezTo>
                  <a:cubicBezTo>
                    <a:pt x="17424" y="5321"/>
                    <a:pt x="17100" y="5565"/>
                    <a:pt x="16757" y="5790"/>
                  </a:cubicBezTo>
                  <a:cubicBezTo>
                    <a:pt x="16415" y="6007"/>
                    <a:pt x="16045" y="6214"/>
                    <a:pt x="15684" y="6412"/>
                  </a:cubicBezTo>
                  <a:cubicBezTo>
                    <a:pt x="15315" y="6619"/>
                    <a:pt x="14945" y="6818"/>
                    <a:pt x="14585" y="7016"/>
                  </a:cubicBezTo>
                  <a:cubicBezTo>
                    <a:pt x="13106" y="7791"/>
                    <a:pt x="11547" y="8413"/>
                    <a:pt x="9961" y="8927"/>
                  </a:cubicBezTo>
                  <a:cubicBezTo>
                    <a:pt x="8374" y="9450"/>
                    <a:pt x="6752" y="9846"/>
                    <a:pt x="5111" y="10180"/>
                  </a:cubicBezTo>
                  <a:cubicBezTo>
                    <a:pt x="3896" y="10420"/>
                    <a:pt x="2671" y="10616"/>
                    <a:pt x="1444" y="10775"/>
                  </a:cubicBezTo>
                  <a:lnTo>
                    <a:pt x="1444" y="10775"/>
                  </a:lnTo>
                  <a:cubicBezTo>
                    <a:pt x="2382" y="10395"/>
                    <a:pt x="3302" y="9962"/>
                    <a:pt x="4192" y="9477"/>
                  </a:cubicBezTo>
                  <a:cubicBezTo>
                    <a:pt x="5463" y="8783"/>
                    <a:pt x="6670" y="7981"/>
                    <a:pt x="7806" y="7070"/>
                  </a:cubicBezTo>
                  <a:cubicBezTo>
                    <a:pt x="8933" y="6160"/>
                    <a:pt x="9979" y="5150"/>
                    <a:pt x="10898" y="4005"/>
                  </a:cubicBezTo>
                  <a:cubicBezTo>
                    <a:pt x="11123" y="3726"/>
                    <a:pt x="11340" y="3429"/>
                    <a:pt x="11538" y="3122"/>
                  </a:cubicBezTo>
                  <a:cubicBezTo>
                    <a:pt x="11646" y="2969"/>
                    <a:pt x="11736" y="2816"/>
                    <a:pt x="11835" y="2662"/>
                  </a:cubicBezTo>
                  <a:cubicBezTo>
                    <a:pt x="11881" y="2581"/>
                    <a:pt x="11926" y="2500"/>
                    <a:pt x="11971" y="2419"/>
                  </a:cubicBezTo>
                  <a:lnTo>
                    <a:pt x="12007" y="2356"/>
                  </a:lnTo>
                  <a:lnTo>
                    <a:pt x="12043" y="2293"/>
                  </a:lnTo>
                  <a:cubicBezTo>
                    <a:pt x="12061" y="2248"/>
                    <a:pt x="12079" y="2203"/>
                    <a:pt x="12097" y="2158"/>
                  </a:cubicBezTo>
                  <a:cubicBezTo>
                    <a:pt x="12241" y="1824"/>
                    <a:pt x="12367" y="1482"/>
                    <a:pt x="12502" y="1157"/>
                  </a:cubicBezTo>
                  <a:cubicBezTo>
                    <a:pt x="12575" y="995"/>
                    <a:pt x="12647" y="833"/>
                    <a:pt x="12728" y="688"/>
                  </a:cubicBezTo>
                  <a:cubicBezTo>
                    <a:pt x="12764" y="616"/>
                    <a:pt x="12809" y="544"/>
                    <a:pt x="12854" y="481"/>
                  </a:cubicBezTo>
                  <a:cubicBezTo>
                    <a:pt x="12863" y="468"/>
                    <a:pt x="12874" y="455"/>
                    <a:pt x="12884" y="443"/>
                  </a:cubicBezTo>
                  <a:close/>
                  <a:moveTo>
                    <a:pt x="12906" y="1"/>
                  </a:moveTo>
                  <a:cubicBezTo>
                    <a:pt x="12897" y="1"/>
                    <a:pt x="12889" y="2"/>
                    <a:pt x="12881" y="3"/>
                  </a:cubicBezTo>
                  <a:cubicBezTo>
                    <a:pt x="12755" y="21"/>
                    <a:pt x="12701" y="75"/>
                    <a:pt x="12647" y="120"/>
                  </a:cubicBezTo>
                  <a:cubicBezTo>
                    <a:pt x="12602" y="157"/>
                    <a:pt x="12566" y="202"/>
                    <a:pt x="12539" y="247"/>
                  </a:cubicBezTo>
                  <a:cubicBezTo>
                    <a:pt x="12475" y="337"/>
                    <a:pt x="12421" y="418"/>
                    <a:pt x="12376" y="499"/>
                  </a:cubicBezTo>
                  <a:cubicBezTo>
                    <a:pt x="12286" y="670"/>
                    <a:pt x="12214" y="842"/>
                    <a:pt x="12142" y="1004"/>
                  </a:cubicBezTo>
                  <a:cubicBezTo>
                    <a:pt x="12007" y="1346"/>
                    <a:pt x="11881" y="1689"/>
                    <a:pt x="11745" y="2013"/>
                  </a:cubicBezTo>
                  <a:lnTo>
                    <a:pt x="11691" y="2122"/>
                  </a:lnTo>
                  <a:lnTo>
                    <a:pt x="11673" y="2176"/>
                  </a:lnTo>
                  <a:lnTo>
                    <a:pt x="11637" y="2239"/>
                  </a:lnTo>
                  <a:cubicBezTo>
                    <a:pt x="11592" y="2311"/>
                    <a:pt x="11556" y="2392"/>
                    <a:pt x="11502" y="2464"/>
                  </a:cubicBezTo>
                  <a:cubicBezTo>
                    <a:pt x="11421" y="2617"/>
                    <a:pt x="11322" y="2771"/>
                    <a:pt x="11222" y="2915"/>
                  </a:cubicBezTo>
                  <a:cubicBezTo>
                    <a:pt x="11033" y="3212"/>
                    <a:pt x="10826" y="3501"/>
                    <a:pt x="10601" y="3780"/>
                  </a:cubicBezTo>
                  <a:cubicBezTo>
                    <a:pt x="9717" y="4889"/>
                    <a:pt x="8690" y="5898"/>
                    <a:pt x="7590" y="6800"/>
                  </a:cubicBezTo>
                  <a:cubicBezTo>
                    <a:pt x="6472" y="7701"/>
                    <a:pt x="5282" y="8503"/>
                    <a:pt x="4029" y="9188"/>
                  </a:cubicBezTo>
                  <a:cubicBezTo>
                    <a:pt x="2776" y="9883"/>
                    <a:pt x="1469" y="10459"/>
                    <a:pt x="117" y="10937"/>
                  </a:cubicBezTo>
                  <a:cubicBezTo>
                    <a:pt x="45" y="10964"/>
                    <a:pt x="0" y="11027"/>
                    <a:pt x="9" y="11108"/>
                  </a:cubicBezTo>
                  <a:cubicBezTo>
                    <a:pt x="18" y="11184"/>
                    <a:pt x="89" y="11244"/>
                    <a:pt x="172" y="11244"/>
                  </a:cubicBezTo>
                  <a:cubicBezTo>
                    <a:pt x="178" y="11244"/>
                    <a:pt x="184" y="11244"/>
                    <a:pt x="189" y="11244"/>
                  </a:cubicBezTo>
                  <a:cubicBezTo>
                    <a:pt x="1857" y="11063"/>
                    <a:pt x="3525" y="10820"/>
                    <a:pt x="5174" y="10486"/>
                  </a:cubicBezTo>
                  <a:cubicBezTo>
                    <a:pt x="6824" y="10153"/>
                    <a:pt x="8455" y="9747"/>
                    <a:pt x="10060" y="9225"/>
                  </a:cubicBezTo>
                  <a:cubicBezTo>
                    <a:pt x="10456" y="9089"/>
                    <a:pt x="10862" y="8963"/>
                    <a:pt x="11250" y="8810"/>
                  </a:cubicBezTo>
                  <a:lnTo>
                    <a:pt x="11844" y="8594"/>
                  </a:lnTo>
                  <a:lnTo>
                    <a:pt x="12430" y="8359"/>
                  </a:lnTo>
                  <a:cubicBezTo>
                    <a:pt x="12818" y="8206"/>
                    <a:pt x="13206" y="8026"/>
                    <a:pt x="13593" y="7863"/>
                  </a:cubicBezTo>
                  <a:lnTo>
                    <a:pt x="14170" y="7593"/>
                  </a:lnTo>
                  <a:cubicBezTo>
                    <a:pt x="14359" y="7503"/>
                    <a:pt x="14549" y="7422"/>
                    <a:pt x="14738" y="7323"/>
                  </a:cubicBezTo>
                  <a:cubicBezTo>
                    <a:pt x="15117" y="7133"/>
                    <a:pt x="15495" y="6944"/>
                    <a:pt x="15865" y="6755"/>
                  </a:cubicBezTo>
                  <a:cubicBezTo>
                    <a:pt x="16234" y="6556"/>
                    <a:pt x="16613" y="6367"/>
                    <a:pt x="16982" y="6151"/>
                  </a:cubicBezTo>
                  <a:cubicBezTo>
                    <a:pt x="17352" y="5934"/>
                    <a:pt x="17713" y="5691"/>
                    <a:pt x="18037" y="5394"/>
                  </a:cubicBezTo>
                  <a:cubicBezTo>
                    <a:pt x="18362" y="5096"/>
                    <a:pt x="18650" y="4763"/>
                    <a:pt x="18902" y="4420"/>
                  </a:cubicBezTo>
                  <a:cubicBezTo>
                    <a:pt x="18929" y="4384"/>
                    <a:pt x="18947" y="4339"/>
                    <a:pt x="18947" y="4303"/>
                  </a:cubicBezTo>
                  <a:cubicBezTo>
                    <a:pt x="18965" y="4159"/>
                    <a:pt x="18866" y="4042"/>
                    <a:pt x="18731" y="4023"/>
                  </a:cubicBezTo>
                  <a:lnTo>
                    <a:pt x="18722" y="4023"/>
                  </a:lnTo>
                  <a:cubicBezTo>
                    <a:pt x="18533" y="3996"/>
                    <a:pt x="18352" y="3924"/>
                    <a:pt x="18172" y="3825"/>
                  </a:cubicBezTo>
                  <a:cubicBezTo>
                    <a:pt x="18001" y="3726"/>
                    <a:pt x="17821" y="3600"/>
                    <a:pt x="17640" y="3456"/>
                  </a:cubicBezTo>
                  <a:cubicBezTo>
                    <a:pt x="17460" y="3320"/>
                    <a:pt x="17280" y="3176"/>
                    <a:pt x="17082" y="3032"/>
                  </a:cubicBezTo>
                  <a:cubicBezTo>
                    <a:pt x="16892" y="2897"/>
                    <a:pt x="16685" y="2762"/>
                    <a:pt x="16451" y="2662"/>
                  </a:cubicBezTo>
                  <a:lnTo>
                    <a:pt x="16415" y="2644"/>
                  </a:lnTo>
                  <a:lnTo>
                    <a:pt x="16360" y="2608"/>
                  </a:lnTo>
                  <a:lnTo>
                    <a:pt x="16261" y="2536"/>
                  </a:lnTo>
                  <a:lnTo>
                    <a:pt x="16036" y="2374"/>
                  </a:lnTo>
                  <a:lnTo>
                    <a:pt x="15603" y="2049"/>
                  </a:lnTo>
                  <a:lnTo>
                    <a:pt x="14738" y="1391"/>
                  </a:lnTo>
                  <a:lnTo>
                    <a:pt x="13025" y="48"/>
                  </a:lnTo>
                  <a:lnTo>
                    <a:pt x="13016" y="39"/>
                  </a:lnTo>
                  <a:cubicBezTo>
                    <a:pt x="12987" y="17"/>
                    <a:pt x="12945" y="1"/>
                    <a:pt x="12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9" name="Google Shape;10659;p296"/>
            <p:cNvSpPr/>
            <p:nvPr/>
          </p:nvSpPr>
          <p:spPr>
            <a:xfrm>
              <a:off x="1867600" y="3249925"/>
              <a:ext cx="1223225" cy="1178125"/>
            </a:xfrm>
            <a:custGeom>
              <a:rect b="b" l="l" r="r" t="t"/>
              <a:pathLst>
                <a:path extrusionOk="0" h="47125" w="48929">
                  <a:moveTo>
                    <a:pt x="2615" y="0"/>
                  </a:moveTo>
                  <a:cubicBezTo>
                    <a:pt x="1335" y="7617"/>
                    <a:pt x="541" y="15315"/>
                    <a:pt x="316" y="23049"/>
                  </a:cubicBezTo>
                  <a:cubicBezTo>
                    <a:pt x="82" y="30638"/>
                    <a:pt x="803" y="38291"/>
                    <a:pt x="100" y="45863"/>
                  </a:cubicBezTo>
                  <a:cubicBezTo>
                    <a:pt x="100" y="45944"/>
                    <a:pt x="55" y="45998"/>
                    <a:pt x="1" y="46025"/>
                  </a:cubicBezTo>
                  <a:cubicBezTo>
                    <a:pt x="5231" y="46886"/>
                    <a:pt x="10526" y="47124"/>
                    <a:pt x="15820" y="47124"/>
                  </a:cubicBezTo>
                  <a:cubicBezTo>
                    <a:pt x="17678" y="47124"/>
                    <a:pt x="19536" y="47095"/>
                    <a:pt x="21391" y="47053"/>
                  </a:cubicBezTo>
                  <a:cubicBezTo>
                    <a:pt x="22815" y="47017"/>
                    <a:pt x="24257" y="46963"/>
                    <a:pt x="25708" y="46863"/>
                  </a:cubicBezTo>
                  <a:cubicBezTo>
                    <a:pt x="31351" y="45601"/>
                    <a:pt x="37354" y="42402"/>
                    <a:pt x="38589" y="36633"/>
                  </a:cubicBezTo>
                  <a:cubicBezTo>
                    <a:pt x="38618" y="36502"/>
                    <a:pt x="38725" y="36441"/>
                    <a:pt x="38838" y="36441"/>
                  </a:cubicBezTo>
                  <a:cubicBezTo>
                    <a:pt x="38935" y="36441"/>
                    <a:pt x="39036" y="36486"/>
                    <a:pt x="39094" y="36570"/>
                  </a:cubicBezTo>
                  <a:cubicBezTo>
                    <a:pt x="40374" y="38517"/>
                    <a:pt x="42222" y="39634"/>
                    <a:pt x="44502" y="39941"/>
                  </a:cubicBezTo>
                  <a:cubicBezTo>
                    <a:pt x="47396" y="35452"/>
                    <a:pt x="47197" y="28520"/>
                    <a:pt x="47585" y="23599"/>
                  </a:cubicBezTo>
                  <a:cubicBezTo>
                    <a:pt x="48135" y="16631"/>
                    <a:pt x="48928" y="9645"/>
                    <a:pt x="48468" y="2668"/>
                  </a:cubicBezTo>
                  <a:cubicBezTo>
                    <a:pt x="33280" y="54"/>
                    <a:pt x="17929" y="1352"/>
                    <a:pt x="2642" y="9"/>
                  </a:cubicBezTo>
                  <a:cubicBezTo>
                    <a:pt x="2633" y="0"/>
                    <a:pt x="2624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0" name="Google Shape;10660;p296"/>
            <p:cNvSpPr/>
            <p:nvPr/>
          </p:nvSpPr>
          <p:spPr>
            <a:xfrm>
              <a:off x="1857000" y="3245400"/>
              <a:ext cx="1232000" cy="1186575"/>
            </a:xfrm>
            <a:custGeom>
              <a:rect b="b" l="l" r="r" t="t"/>
              <a:pathLst>
                <a:path extrusionOk="0" h="47463" w="49280">
                  <a:moveTo>
                    <a:pt x="3133" y="33"/>
                  </a:moveTo>
                  <a:lnTo>
                    <a:pt x="3147" y="37"/>
                  </a:lnTo>
                  <a:cubicBezTo>
                    <a:pt x="3142" y="37"/>
                    <a:pt x="3138" y="35"/>
                    <a:pt x="3133" y="33"/>
                  </a:cubicBezTo>
                  <a:close/>
                  <a:moveTo>
                    <a:pt x="3174" y="372"/>
                  </a:moveTo>
                  <a:cubicBezTo>
                    <a:pt x="10770" y="1029"/>
                    <a:pt x="18401" y="1047"/>
                    <a:pt x="26015" y="1227"/>
                  </a:cubicBezTo>
                  <a:cubicBezTo>
                    <a:pt x="29837" y="1317"/>
                    <a:pt x="33668" y="1443"/>
                    <a:pt x="37481" y="1714"/>
                  </a:cubicBezTo>
                  <a:lnTo>
                    <a:pt x="40338" y="1948"/>
                  </a:lnTo>
                  <a:lnTo>
                    <a:pt x="43187" y="2245"/>
                  </a:lnTo>
                  <a:lnTo>
                    <a:pt x="46026" y="2606"/>
                  </a:lnTo>
                  <a:cubicBezTo>
                    <a:pt x="46927" y="2750"/>
                    <a:pt x="47829" y="2867"/>
                    <a:pt x="48739" y="2985"/>
                  </a:cubicBezTo>
                  <a:cubicBezTo>
                    <a:pt x="48730" y="3354"/>
                    <a:pt x="48730" y="3697"/>
                    <a:pt x="48739" y="4048"/>
                  </a:cubicBezTo>
                  <a:lnTo>
                    <a:pt x="48766" y="5211"/>
                  </a:lnTo>
                  <a:cubicBezTo>
                    <a:pt x="48784" y="5995"/>
                    <a:pt x="48793" y="6779"/>
                    <a:pt x="48784" y="7564"/>
                  </a:cubicBezTo>
                  <a:cubicBezTo>
                    <a:pt x="48766" y="9132"/>
                    <a:pt x="48721" y="10700"/>
                    <a:pt x="48631" y="12269"/>
                  </a:cubicBezTo>
                  <a:cubicBezTo>
                    <a:pt x="48478" y="15415"/>
                    <a:pt x="48207" y="18542"/>
                    <a:pt x="47955" y="21688"/>
                  </a:cubicBezTo>
                  <a:cubicBezTo>
                    <a:pt x="47892" y="22473"/>
                    <a:pt x="47829" y="23257"/>
                    <a:pt x="47775" y="24041"/>
                  </a:cubicBezTo>
                  <a:cubicBezTo>
                    <a:pt x="47721" y="24834"/>
                    <a:pt x="47676" y="25618"/>
                    <a:pt x="47639" y="26403"/>
                  </a:cubicBezTo>
                  <a:cubicBezTo>
                    <a:pt x="47558" y="27980"/>
                    <a:pt x="47486" y="29548"/>
                    <a:pt x="47333" y="31108"/>
                  </a:cubicBezTo>
                  <a:cubicBezTo>
                    <a:pt x="47180" y="32667"/>
                    <a:pt x="46954" y="34218"/>
                    <a:pt x="46567" y="35732"/>
                  </a:cubicBezTo>
                  <a:cubicBezTo>
                    <a:pt x="46188" y="37213"/>
                    <a:pt x="45645" y="38651"/>
                    <a:pt x="44846" y="39944"/>
                  </a:cubicBezTo>
                  <a:lnTo>
                    <a:pt x="44846" y="39944"/>
                  </a:lnTo>
                  <a:cubicBezTo>
                    <a:pt x="43883" y="39803"/>
                    <a:pt x="42948" y="39509"/>
                    <a:pt x="42105" y="39022"/>
                  </a:cubicBezTo>
                  <a:cubicBezTo>
                    <a:pt x="41240" y="38526"/>
                    <a:pt x="40482" y="37832"/>
                    <a:pt x="39887" y="37021"/>
                  </a:cubicBezTo>
                  <a:lnTo>
                    <a:pt x="39671" y="36714"/>
                  </a:lnTo>
                  <a:lnTo>
                    <a:pt x="39644" y="36669"/>
                  </a:lnTo>
                  <a:cubicBezTo>
                    <a:pt x="39635" y="36660"/>
                    <a:pt x="39617" y="36633"/>
                    <a:pt x="39608" y="36615"/>
                  </a:cubicBezTo>
                  <a:cubicBezTo>
                    <a:pt x="39572" y="36579"/>
                    <a:pt x="39527" y="36552"/>
                    <a:pt x="39491" y="36525"/>
                  </a:cubicBezTo>
                  <a:cubicBezTo>
                    <a:pt x="39416" y="36488"/>
                    <a:pt x="39341" y="36469"/>
                    <a:pt x="39260" y="36469"/>
                  </a:cubicBezTo>
                  <a:cubicBezTo>
                    <a:pt x="39244" y="36469"/>
                    <a:pt x="39228" y="36470"/>
                    <a:pt x="39211" y="36471"/>
                  </a:cubicBezTo>
                  <a:cubicBezTo>
                    <a:pt x="39112" y="36480"/>
                    <a:pt x="39013" y="36534"/>
                    <a:pt x="38941" y="36615"/>
                  </a:cubicBezTo>
                  <a:cubicBezTo>
                    <a:pt x="38905" y="36660"/>
                    <a:pt x="38887" y="36705"/>
                    <a:pt x="38869" y="36760"/>
                  </a:cubicBezTo>
                  <a:cubicBezTo>
                    <a:pt x="38860" y="36787"/>
                    <a:pt x="38860" y="36796"/>
                    <a:pt x="38860" y="36814"/>
                  </a:cubicBezTo>
                  <a:lnTo>
                    <a:pt x="38842" y="36859"/>
                  </a:lnTo>
                  <a:lnTo>
                    <a:pt x="38761" y="37228"/>
                  </a:lnTo>
                  <a:cubicBezTo>
                    <a:pt x="38626" y="37715"/>
                    <a:pt x="38463" y="38193"/>
                    <a:pt x="38256" y="38652"/>
                  </a:cubicBezTo>
                  <a:cubicBezTo>
                    <a:pt x="38058" y="39112"/>
                    <a:pt x="37823" y="39563"/>
                    <a:pt x="37544" y="39987"/>
                  </a:cubicBezTo>
                  <a:cubicBezTo>
                    <a:pt x="37273" y="40410"/>
                    <a:pt x="36976" y="40825"/>
                    <a:pt x="36652" y="41203"/>
                  </a:cubicBezTo>
                  <a:cubicBezTo>
                    <a:pt x="35344" y="42754"/>
                    <a:pt x="33650" y="43953"/>
                    <a:pt x="31838" y="44872"/>
                  </a:cubicBezTo>
                  <a:cubicBezTo>
                    <a:pt x="30026" y="45782"/>
                    <a:pt x="28079" y="46449"/>
                    <a:pt x="26096" y="46891"/>
                  </a:cubicBezTo>
                  <a:lnTo>
                    <a:pt x="26123" y="46891"/>
                  </a:lnTo>
                  <a:cubicBezTo>
                    <a:pt x="23978" y="46972"/>
                    <a:pt x="21842" y="47098"/>
                    <a:pt x="19687" y="47117"/>
                  </a:cubicBezTo>
                  <a:cubicBezTo>
                    <a:pt x="18556" y="47136"/>
                    <a:pt x="17424" y="47147"/>
                    <a:pt x="16292" y="47147"/>
                  </a:cubicBezTo>
                  <a:cubicBezTo>
                    <a:pt x="15279" y="47147"/>
                    <a:pt x="14265" y="47138"/>
                    <a:pt x="13251" y="47117"/>
                  </a:cubicBezTo>
                  <a:cubicBezTo>
                    <a:pt x="11106" y="47071"/>
                    <a:pt x="8970" y="46981"/>
                    <a:pt x="6833" y="46810"/>
                  </a:cubicBezTo>
                  <a:cubicBezTo>
                    <a:pt x="4777" y="46645"/>
                    <a:pt x="2720" y="46413"/>
                    <a:pt x="687" y="46091"/>
                  </a:cubicBezTo>
                  <a:lnTo>
                    <a:pt x="687" y="46091"/>
                  </a:lnTo>
                  <a:cubicBezTo>
                    <a:pt x="694" y="46042"/>
                    <a:pt x="686" y="46024"/>
                    <a:pt x="695" y="45990"/>
                  </a:cubicBezTo>
                  <a:lnTo>
                    <a:pt x="704" y="45900"/>
                  </a:lnTo>
                  <a:lnTo>
                    <a:pt x="731" y="45539"/>
                  </a:lnTo>
                  <a:lnTo>
                    <a:pt x="785" y="44818"/>
                  </a:lnTo>
                  <a:cubicBezTo>
                    <a:pt x="830" y="44340"/>
                    <a:pt x="848" y="43853"/>
                    <a:pt x="884" y="43376"/>
                  </a:cubicBezTo>
                  <a:cubicBezTo>
                    <a:pt x="902" y="42898"/>
                    <a:pt x="920" y="42411"/>
                    <a:pt x="947" y="41934"/>
                  </a:cubicBezTo>
                  <a:lnTo>
                    <a:pt x="983" y="40482"/>
                  </a:lnTo>
                  <a:cubicBezTo>
                    <a:pt x="1020" y="38553"/>
                    <a:pt x="1001" y="36624"/>
                    <a:pt x="974" y="34704"/>
                  </a:cubicBezTo>
                  <a:cubicBezTo>
                    <a:pt x="911" y="30846"/>
                    <a:pt x="785" y="26998"/>
                    <a:pt x="902" y="23158"/>
                  </a:cubicBezTo>
                  <a:cubicBezTo>
                    <a:pt x="1135" y="15524"/>
                    <a:pt x="1919" y="7908"/>
                    <a:pt x="3174" y="372"/>
                  </a:cubicBezTo>
                  <a:close/>
                  <a:moveTo>
                    <a:pt x="2894" y="1"/>
                  </a:moveTo>
                  <a:lnTo>
                    <a:pt x="2867" y="145"/>
                  </a:lnTo>
                  <a:cubicBezTo>
                    <a:pt x="1587" y="7753"/>
                    <a:pt x="803" y="15442"/>
                    <a:pt x="569" y="23149"/>
                  </a:cubicBezTo>
                  <a:cubicBezTo>
                    <a:pt x="452" y="27007"/>
                    <a:pt x="578" y="30855"/>
                    <a:pt x="641" y="34704"/>
                  </a:cubicBezTo>
                  <a:cubicBezTo>
                    <a:pt x="677" y="36633"/>
                    <a:pt x="695" y="38553"/>
                    <a:pt x="659" y="40473"/>
                  </a:cubicBezTo>
                  <a:lnTo>
                    <a:pt x="614" y="41916"/>
                  </a:lnTo>
                  <a:cubicBezTo>
                    <a:pt x="596" y="42402"/>
                    <a:pt x="578" y="42880"/>
                    <a:pt x="551" y="43358"/>
                  </a:cubicBezTo>
                  <a:cubicBezTo>
                    <a:pt x="524" y="43835"/>
                    <a:pt x="506" y="44313"/>
                    <a:pt x="461" y="44800"/>
                  </a:cubicBezTo>
                  <a:lnTo>
                    <a:pt x="407" y="45512"/>
                  </a:lnTo>
                  <a:lnTo>
                    <a:pt x="380" y="45873"/>
                  </a:lnTo>
                  <a:lnTo>
                    <a:pt x="361" y="46035"/>
                  </a:lnTo>
                  <a:cubicBezTo>
                    <a:pt x="361" y="46053"/>
                    <a:pt x="361" y="46062"/>
                    <a:pt x="334" y="46071"/>
                  </a:cubicBezTo>
                  <a:lnTo>
                    <a:pt x="1" y="46305"/>
                  </a:lnTo>
                  <a:lnTo>
                    <a:pt x="398" y="46368"/>
                  </a:lnTo>
                  <a:cubicBezTo>
                    <a:pt x="2525" y="46711"/>
                    <a:pt x="4661" y="46963"/>
                    <a:pt x="6806" y="47135"/>
                  </a:cubicBezTo>
                  <a:cubicBezTo>
                    <a:pt x="8952" y="47306"/>
                    <a:pt x="11097" y="47387"/>
                    <a:pt x="13251" y="47432"/>
                  </a:cubicBezTo>
                  <a:cubicBezTo>
                    <a:pt x="14265" y="47453"/>
                    <a:pt x="15281" y="47463"/>
                    <a:pt x="16296" y="47463"/>
                  </a:cubicBezTo>
                  <a:cubicBezTo>
                    <a:pt x="17430" y="47463"/>
                    <a:pt x="18565" y="47451"/>
                    <a:pt x="19696" y="47432"/>
                  </a:cubicBezTo>
                  <a:cubicBezTo>
                    <a:pt x="21842" y="47414"/>
                    <a:pt x="23996" y="47288"/>
                    <a:pt x="26141" y="47207"/>
                  </a:cubicBezTo>
                  <a:lnTo>
                    <a:pt x="26150" y="47207"/>
                  </a:lnTo>
                  <a:lnTo>
                    <a:pt x="26168" y="47198"/>
                  </a:lnTo>
                  <a:cubicBezTo>
                    <a:pt x="28178" y="46747"/>
                    <a:pt x="30143" y="46080"/>
                    <a:pt x="31982" y="45151"/>
                  </a:cubicBezTo>
                  <a:cubicBezTo>
                    <a:pt x="33821" y="44214"/>
                    <a:pt x="35543" y="42997"/>
                    <a:pt x="36886" y="41411"/>
                  </a:cubicBezTo>
                  <a:cubicBezTo>
                    <a:pt x="37228" y="41014"/>
                    <a:pt x="37535" y="40590"/>
                    <a:pt x="37805" y="40149"/>
                  </a:cubicBezTo>
                  <a:cubicBezTo>
                    <a:pt x="38094" y="39716"/>
                    <a:pt x="38328" y="39247"/>
                    <a:pt x="38544" y="38779"/>
                  </a:cubicBezTo>
                  <a:cubicBezTo>
                    <a:pt x="38761" y="38301"/>
                    <a:pt x="38914" y="37805"/>
                    <a:pt x="39058" y="37300"/>
                  </a:cubicBezTo>
                  <a:lnTo>
                    <a:pt x="39148" y="36922"/>
                  </a:lnTo>
                  <a:lnTo>
                    <a:pt x="39157" y="36877"/>
                  </a:lnTo>
                  <a:cubicBezTo>
                    <a:pt x="39166" y="36868"/>
                    <a:pt x="39166" y="36841"/>
                    <a:pt x="39166" y="36841"/>
                  </a:cubicBezTo>
                  <a:cubicBezTo>
                    <a:pt x="39175" y="36832"/>
                    <a:pt x="39175" y="36814"/>
                    <a:pt x="39184" y="36814"/>
                  </a:cubicBezTo>
                  <a:cubicBezTo>
                    <a:pt x="39193" y="36796"/>
                    <a:pt x="39220" y="36787"/>
                    <a:pt x="39248" y="36778"/>
                  </a:cubicBezTo>
                  <a:cubicBezTo>
                    <a:pt x="39275" y="36778"/>
                    <a:pt x="39311" y="36787"/>
                    <a:pt x="39338" y="36796"/>
                  </a:cubicBezTo>
                  <a:cubicBezTo>
                    <a:pt x="39356" y="36805"/>
                    <a:pt x="39365" y="36814"/>
                    <a:pt x="39374" y="36823"/>
                  </a:cubicBezTo>
                  <a:lnTo>
                    <a:pt x="39392" y="36841"/>
                  </a:lnTo>
                  <a:lnTo>
                    <a:pt x="39419" y="36886"/>
                  </a:lnTo>
                  <a:lnTo>
                    <a:pt x="39644" y="37201"/>
                  </a:lnTo>
                  <a:cubicBezTo>
                    <a:pt x="40266" y="38040"/>
                    <a:pt x="41041" y="38770"/>
                    <a:pt x="41952" y="39292"/>
                  </a:cubicBezTo>
                  <a:cubicBezTo>
                    <a:pt x="42862" y="39824"/>
                    <a:pt x="43872" y="40140"/>
                    <a:pt x="44908" y="40284"/>
                  </a:cubicBezTo>
                  <a:lnTo>
                    <a:pt x="45007" y="40293"/>
                  </a:lnTo>
                  <a:lnTo>
                    <a:pt x="45061" y="40212"/>
                  </a:lnTo>
                  <a:cubicBezTo>
                    <a:pt x="45927" y="38860"/>
                    <a:pt x="46495" y="37354"/>
                    <a:pt x="46900" y="35822"/>
                  </a:cubicBezTo>
                  <a:cubicBezTo>
                    <a:pt x="47297" y="34281"/>
                    <a:pt x="47540" y="32712"/>
                    <a:pt x="47712" y="31144"/>
                  </a:cubicBezTo>
                  <a:cubicBezTo>
                    <a:pt x="47874" y="29575"/>
                    <a:pt x="47964" y="27998"/>
                    <a:pt x="48054" y="26430"/>
                  </a:cubicBezTo>
                  <a:cubicBezTo>
                    <a:pt x="48099" y="25636"/>
                    <a:pt x="48144" y="24852"/>
                    <a:pt x="48207" y="24077"/>
                  </a:cubicBezTo>
                  <a:cubicBezTo>
                    <a:pt x="48261" y="23293"/>
                    <a:pt x="48334" y="22509"/>
                    <a:pt x="48406" y="21724"/>
                  </a:cubicBezTo>
                  <a:cubicBezTo>
                    <a:pt x="48667" y="18588"/>
                    <a:pt x="48965" y="15451"/>
                    <a:pt x="49145" y="12296"/>
                  </a:cubicBezTo>
                  <a:cubicBezTo>
                    <a:pt x="49217" y="10727"/>
                    <a:pt x="49280" y="9141"/>
                    <a:pt x="49280" y="7564"/>
                  </a:cubicBezTo>
                  <a:cubicBezTo>
                    <a:pt x="49280" y="6779"/>
                    <a:pt x="49262" y="5986"/>
                    <a:pt x="49235" y="5193"/>
                  </a:cubicBezTo>
                  <a:lnTo>
                    <a:pt x="49208" y="4607"/>
                  </a:lnTo>
                  <a:lnTo>
                    <a:pt x="49199" y="4310"/>
                  </a:lnTo>
                  <a:lnTo>
                    <a:pt x="49190" y="4165"/>
                  </a:lnTo>
                  <a:lnTo>
                    <a:pt x="49181" y="4003"/>
                  </a:lnTo>
                  <a:cubicBezTo>
                    <a:pt x="49154" y="3561"/>
                    <a:pt x="49109" y="3120"/>
                    <a:pt x="49055" y="2705"/>
                  </a:cubicBezTo>
                  <a:cubicBezTo>
                    <a:pt x="48081" y="2525"/>
                    <a:pt x="47081" y="2345"/>
                    <a:pt x="46089" y="2200"/>
                  </a:cubicBezTo>
                  <a:lnTo>
                    <a:pt x="43232" y="1840"/>
                  </a:lnTo>
                  <a:lnTo>
                    <a:pt x="40374" y="1551"/>
                  </a:lnTo>
                  <a:lnTo>
                    <a:pt x="37508" y="1317"/>
                  </a:lnTo>
                  <a:cubicBezTo>
                    <a:pt x="33686" y="1056"/>
                    <a:pt x="29855" y="938"/>
                    <a:pt x="26024" y="857"/>
                  </a:cubicBezTo>
                  <a:cubicBezTo>
                    <a:pt x="22193" y="776"/>
                    <a:pt x="18362" y="731"/>
                    <a:pt x="14540" y="632"/>
                  </a:cubicBezTo>
                  <a:cubicBezTo>
                    <a:pt x="10726" y="524"/>
                    <a:pt x="6903" y="353"/>
                    <a:pt x="3107" y="21"/>
                  </a:cubicBezTo>
                  <a:lnTo>
                    <a:pt x="3107" y="21"/>
                  </a:lnTo>
                  <a:cubicBezTo>
                    <a:pt x="3091" y="15"/>
                    <a:pt x="3070" y="10"/>
                    <a:pt x="3039" y="10"/>
                  </a:cubicBezTo>
                  <a:lnTo>
                    <a:pt x="28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1" name="Google Shape;10661;p296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A67A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2" name="Google Shape;10662;p296"/>
            <p:cNvSpPr/>
            <p:nvPr/>
          </p:nvSpPr>
          <p:spPr>
            <a:xfrm>
              <a:off x="2004625" y="3411050"/>
              <a:ext cx="976675" cy="36075"/>
            </a:xfrm>
            <a:custGeom>
              <a:rect b="b" l="l" r="r" t="t"/>
              <a:pathLst>
                <a:path extrusionOk="0" h="1443" w="39067">
                  <a:moveTo>
                    <a:pt x="180" y="0"/>
                  </a:moveTo>
                  <a:cubicBezTo>
                    <a:pt x="0" y="0"/>
                    <a:pt x="9" y="262"/>
                    <a:pt x="180" y="271"/>
                  </a:cubicBezTo>
                  <a:cubicBezTo>
                    <a:pt x="13025" y="748"/>
                    <a:pt x="25897" y="1253"/>
                    <a:pt x="38751" y="1442"/>
                  </a:cubicBezTo>
                  <a:cubicBezTo>
                    <a:pt x="39066" y="1442"/>
                    <a:pt x="39066" y="965"/>
                    <a:pt x="38751" y="947"/>
                  </a:cubicBezTo>
                  <a:cubicBezTo>
                    <a:pt x="25906" y="424"/>
                    <a:pt x="13025" y="234"/>
                    <a:pt x="180" y="0"/>
                  </a:cubicBezTo>
                  <a:close/>
                </a:path>
              </a:pathLst>
            </a:custGeom>
            <a:solidFill>
              <a:srgbClr val="1C1C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9">
    <p:spTree>
      <p:nvGrpSpPr>
        <p:cNvPr id="10663" name="Shape 10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64" name="Google Shape;10664;p297"/>
          <p:cNvGrpSpPr/>
          <p:nvPr/>
        </p:nvGrpSpPr>
        <p:grpSpPr>
          <a:xfrm flipH="1">
            <a:off x="-1700" y="329"/>
            <a:ext cx="9147400" cy="5142843"/>
            <a:chOff x="238125" y="854700"/>
            <a:chExt cx="7142500" cy="4015650"/>
          </a:xfrm>
        </p:grpSpPr>
        <p:sp>
          <p:nvSpPr>
            <p:cNvPr id="10665" name="Google Shape;10665;p297"/>
            <p:cNvSpPr/>
            <p:nvPr/>
          </p:nvSpPr>
          <p:spPr>
            <a:xfrm>
              <a:off x="238125" y="854700"/>
              <a:ext cx="7142500" cy="4015650"/>
            </a:xfrm>
            <a:custGeom>
              <a:rect b="b" l="l" r="r" t="t"/>
              <a:pathLst>
                <a:path extrusionOk="0" h="160626" w="285700">
                  <a:moveTo>
                    <a:pt x="5823" y="8897"/>
                  </a:moveTo>
                  <a:cubicBezTo>
                    <a:pt x="6990" y="8897"/>
                    <a:pt x="7943" y="9851"/>
                    <a:pt x="7943" y="11018"/>
                  </a:cubicBezTo>
                  <a:cubicBezTo>
                    <a:pt x="7943" y="12185"/>
                    <a:pt x="6990" y="13139"/>
                    <a:pt x="5823" y="13139"/>
                  </a:cubicBezTo>
                  <a:cubicBezTo>
                    <a:pt x="4656" y="13139"/>
                    <a:pt x="3714" y="12185"/>
                    <a:pt x="3714" y="11018"/>
                  </a:cubicBezTo>
                  <a:cubicBezTo>
                    <a:pt x="3714" y="9851"/>
                    <a:pt x="4656" y="8897"/>
                    <a:pt x="5823" y="8897"/>
                  </a:cubicBezTo>
                  <a:close/>
                  <a:moveTo>
                    <a:pt x="5823" y="20718"/>
                  </a:moveTo>
                  <a:cubicBezTo>
                    <a:pt x="6990" y="20718"/>
                    <a:pt x="7943" y="21660"/>
                    <a:pt x="7943" y="22839"/>
                  </a:cubicBezTo>
                  <a:cubicBezTo>
                    <a:pt x="7943" y="24006"/>
                    <a:pt x="6990" y="24960"/>
                    <a:pt x="5823" y="24960"/>
                  </a:cubicBezTo>
                  <a:cubicBezTo>
                    <a:pt x="4656" y="24960"/>
                    <a:pt x="3714" y="24006"/>
                    <a:pt x="3714" y="22839"/>
                  </a:cubicBezTo>
                  <a:cubicBezTo>
                    <a:pt x="3714" y="21660"/>
                    <a:pt x="4656" y="20718"/>
                    <a:pt x="5823" y="20718"/>
                  </a:cubicBezTo>
                  <a:close/>
                  <a:moveTo>
                    <a:pt x="5823" y="32527"/>
                  </a:moveTo>
                  <a:cubicBezTo>
                    <a:pt x="6990" y="32527"/>
                    <a:pt x="7943" y="33481"/>
                    <a:pt x="7943" y="34648"/>
                  </a:cubicBezTo>
                  <a:cubicBezTo>
                    <a:pt x="7943" y="35827"/>
                    <a:pt x="6990" y="36768"/>
                    <a:pt x="5823" y="36768"/>
                  </a:cubicBezTo>
                  <a:cubicBezTo>
                    <a:pt x="4656" y="36768"/>
                    <a:pt x="3714" y="35827"/>
                    <a:pt x="3714" y="34648"/>
                  </a:cubicBezTo>
                  <a:cubicBezTo>
                    <a:pt x="3714" y="33481"/>
                    <a:pt x="4656" y="32527"/>
                    <a:pt x="5823" y="32527"/>
                  </a:cubicBezTo>
                  <a:close/>
                  <a:moveTo>
                    <a:pt x="5823" y="44348"/>
                  </a:moveTo>
                  <a:cubicBezTo>
                    <a:pt x="6990" y="44348"/>
                    <a:pt x="7943" y="45302"/>
                    <a:pt x="7943" y="46469"/>
                  </a:cubicBezTo>
                  <a:cubicBezTo>
                    <a:pt x="7943" y="47636"/>
                    <a:pt x="6990" y="48589"/>
                    <a:pt x="5823" y="48589"/>
                  </a:cubicBezTo>
                  <a:cubicBezTo>
                    <a:pt x="4656" y="48589"/>
                    <a:pt x="3714" y="47636"/>
                    <a:pt x="3714" y="46469"/>
                  </a:cubicBezTo>
                  <a:cubicBezTo>
                    <a:pt x="3714" y="45302"/>
                    <a:pt x="4656" y="44348"/>
                    <a:pt x="5823" y="44348"/>
                  </a:cubicBezTo>
                  <a:close/>
                  <a:moveTo>
                    <a:pt x="5823" y="56169"/>
                  </a:moveTo>
                  <a:cubicBezTo>
                    <a:pt x="6990" y="56169"/>
                    <a:pt x="7943" y="57110"/>
                    <a:pt x="7943" y="58277"/>
                  </a:cubicBezTo>
                  <a:cubicBezTo>
                    <a:pt x="7943" y="59457"/>
                    <a:pt x="6990" y="60398"/>
                    <a:pt x="5823" y="60398"/>
                  </a:cubicBezTo>
                  <a:cubicBezTo>
                    <a:pt x="4656" y="60398"/>
                    <a:pt x="3714" y="59457"/>
                    <a:pt x="3714" y="58277"/>
                  </a:cubicBezTo>
                  <a:cubicBezTo>
                    <a:pt x="3714" y="57110"/>
                    <a:pt x="4656" y="56169"/>
                    <a:pt x="5823" y="56169"/>
                  </a:cubicBezTo>
                  <a:close/>
                  <a:moveTo>
                    <a:pt x="5823" y="67977"/>
                  </a:moveTo>
                  <a:cubicBezTo>
                    <a:pt x="6990" y="67977"/>
                    <a:pt x="7943" y="68931"/>
                    <a:pt x="7943" y="70098"/>
                  </a:cubicBezTo>
                  <a:cubicBezTo>
                    <a:pt x="7943" y="71265"/>
                    <a:pt x="6990" y="72219"/>
                    <a:pt x="5823" y="72219"/>
                  </a:cubicBezTo>
                  <a:cubicBezTo>
                    <a:pt x="4656" y="72219"/>
                    <a:pt x="3714" y="71265"/>
                    <a:pt x="3714" y="70098"/>
                  </a:cubicBezTo>
                  <a:cubicBezTo>
                    <a:pt x="3714" y="68931"/>
                    <a:pt x="4656" y="67977"/>
                    <a:pt x="5823" y="67977"/>
                  </a:cubicBezTo>
                  <a:close/>
                  <a:moveTo>
                    <a:pt x="5823" y="79798"/>
                  </a:moveTo>
                  <a:cubicBezTo>
                    <a:pt x="6990" y="79798"/>
                    <a:pt x="7943" y="80739"/>
                    <a:pt x="7943" y="81919"/>
                  </a:cubicBezTo>
                  <a:cubicBezTo>
                    <a:pt x="7943" y="83086"/>
                    <a:pt x="6990" y="84027"/>
                    <a:pt x="5823" y="84027"/>
                  </a:cubicBezTo>
                  <a:cubicBezTo>
                    <a:pt x="4656" y="84027"/>
                    <a:pt x="3714" y="83086"/>
                    <a:pt x="3714" y="81919"/>
                  </a:cubicBezTo>
                  <a:cubicBezTo>
                    <a:pt x="3714" y="80739"/>
                    <a:pt x="4656" y="79798"/>
                    <a:pt x="5823" y="79798"/>
                  </a:cubicBezTo>
                  <a:close/>
                  <a:moveTo>
                    <a:pt x="5823" y="91607"/>
                  </a:moveTo>
                  <a:cubicBezTo>
                    <a:pt x="6990" y="91607"/>
                    <a:pt x="7943" y="92560"/>
                    <a:pt x="7943" y="93727"/>
                  </a:cubicBezTo>
                  <a:cubicBezTo>
                    <a:pt x="7943" y="94895"/>
                    <a:pt x="6990" y="95848"/>
                    <a:pt x="5823" y="95848"/>
                  </a:cubicBezTo>
                  <a:cubicBezTo>
                    <a:pt x="4656" y="95848"/>
                    <a:pt x="3714" y="94895"/>
                    <a:pt x="3714" y="93727"/>
                  </a:cubicBezTo>
                  <a:cubicBezTo>
                    <a:pt x="3714" y="92560"/>
                    <a:pt x="4656" y="91607"/>
                    <a:pt x="5823" y="91607"/>
                  </a:cubicBezTo>
                  <a:close/>
                  <a:moveTo>
                    <a:pt x="5823" y="103428"/>
                  </a:moveTo>
                  <a:cubicBezTo>
                    <a:pt x="6990" y="103428"/>
                    <a:pt x="7943" y="104381"/>
                    <a:pt x="7943" y="105548"/>
                  </a:cubicBezTo>
                  <a:cubicBezTo>
                    <a:pt x="7943" y="106716"/>
                    <a:pt x="6990" y="107669"/>
                    <a:pt x="5823" y="107669"/>
                  </a:cubicBezTo>
                  <a:cubicBezTo>
                    <a:pt x="4656" y="107669"/>
                    <a:pt x="3714" y="106716"/>
                    <a:pt x="3714" y="105548"/>
                  </a:cubicBezTo>
                  <a:cubicBezTo>
                    <a:pt x="3714" y="104381"/>
                    <a:pt x="4656" y="103428"/>
                    <a:pt x="5823" y="103428"/>
                  </a:cubicBezTo>
                  <a:close/>
                  <a:moveTo>
                    <a:pt x="5823" y="115249"/>
                  </a:moveTo>
                  <a:cubicBezTo>
                    <a:pt x="6990" y="115249"/>
                    <a:pt x="7943" y="116190"/>
                    <a:pt x="7943" y="117357"/>
                  </a:cubicBezTo>
                  <a:cubicBezTo>
                    <a:pt x="7943" y="118536"/>
                    <a:pt x="6990" y="119478"/>
                    <a:pt x="5823" y="119478"/>
                  </a:cubicBezTo>
                  <a:cubicBezTo>
                    <a:pt x="4656" y="119478"/>
                    <a:pt x="3714" y="118536"/>
                    <a:pt x="3714" y="117357"/>
                  </a:cubicBezTo>
                  <a:cubicBezTo>
                    <a:pt x="3714" y="116190"/>
                    <a:pt x="4656" y="115249"/>
                    <a:pt x="5823" y="115249"/>
                  </a:cubicBezTo>
                  <a:close/>
                  <a:moveTo>
                    <a:pt x="5823" y="127057"/>
                  </a:moveTo>
                  <a:cubicBezTo>
                    <a:pt x="6990" y="127057"/>
                    <a:pt x="7943" y="128011"/>
                    <a:pt x="7943" y="129178"/>
                  </a:cubicBezTo>
                  <a:cubicBezTo>
                    <a:pt x="7943" y="130345"/>
                    <a:pt x="6990" y="131299"/>
                    <a:pt x="5823" y="131299"/>
                  </a:cubicBezTo>
                  <a:cubicBezTo>
                    <a:pt x="4656" y="131299"/>
                    <a:pt x="3714" y="130345"/>
                    <a:pt x="3714" y="129178"/>
                  </a:cubicBezTo>
                  <a:cubicBezTo>
                    <a:pt x="3714" y="128011"/>
                    <a:pt x="4656" y="127057"/>
                    <a:pt x="5823" y="127057"/>
                  </a:cubicBezTo>
                  <a:close/>
                  <a:moveTo>
                    <a:pt x="5823" y="138878"/>
                  </a:moveTo>
                  <a:cubicBezTo>
                    <a:pt x="6990" y="138878"/>
                    <a:pt x="7943" y="139819"/>
                    <a:pt x="7943" y="140999"/>
                  </a:cubicBezTo>
                  <a:cubicBezTo>
                    <a:pt x="7943" y="142166"/>
                    <a:pt x="6990" y="143107"/>
                    <a:pt x="5823" y="143107"/>
                  </a:cubicBezTo>
                  <a:cubicBezTo>
                    <a:pt x="4656" y="143107"/>
                    <a:pt x="3714" y="142166"/>
                    <a:pt x="3714" y="140999"/>
                  </a:cubicBezTo>
                  <a:cubicBezTo>
                    <a:pt x="3714" y="139819"/>
                    <a:pt x="4656" y="138878"/>
                    <a:pt x="5823" y="138878"/>
                  </a:cubicBezTo>
                  <a:close/>
                  <a:moveTo>
                    <a:pt x="5823" y="150687"/>
                  </a:moveTo>
                  <a:cubicBezTo>
                    <a:pt x="6990" y="150687"/>
                    <a:pt x="7943" y="151640"/>
                    <a:pt x="7943" y="152807"/>
                  </a:cubicBezTo>
                  <a:cubicBezTo>
                    <a:pt x="7943" y="153974"/>
                    <a:pt x="6990" y="154928"/>
                    <a:pt x="5823" y="154928"/>
                  </a:cubicBezTo>
                  <a:cubicBezTo>
                    <a:pt x="4656" y="154928"/>
                    <a:pt x="3714" y="153974"/>
                    <a:pt x="3714" y="152807"/>
                  </a:cubicBezTo>
                  <a:cubicBezTo>
                    <a:pt x="3714" y="151640"/>
                    <a:pt x="4656" y="150687"/>
                    <a:pt x="5823" y="150687"/>
                  </a:cubicBezTo>
                  <a:close/>
                  <a:moveTo>
                    <a:pt x="0" y="0"/>
                  </a:moveTo>
                  <a:lnTo>
                    <a:pt x="0" y="160625"/>
                  </a:lnTo>
                  <a:lnTo>
                    <a:pt x="285700" y="160625"/>
                  </a:lnTo>
                  <a:lnTo>
                    <a:pt x="285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6" name="Google Shape;10666;p297"/>
            <p:cNvSpPr/>
            <p:nvPr/>
          </p:nvSpPr>
          <p:spPr>
            <a:xfrm>
              <a:off x="561875" y="2486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7" name="Google Shape;10667;p297"/>
            <p:cNvSpPr/>
            <p:nvPr/>
          </p:nvSpPr>
          <p:spPr>
            <a:xfrm>
              <a:off x="561875" y="26946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8" name="Google Shape;10668;p297"/>
            <p:cNvSpPr/>
            <p:nvPr/>
          </p:nvSpPr>
          <p:spPr>
            <a:xfrm>
              <a:off x="561875" y="28923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9" name="Google Shape;10669;p297"/>
            <p:cNvSpPr/>
            <p:nvPr/>
          </p:nvSpPr>
          <p:spPr>
            <a:xfrm>
              <a:off x="561875" y="31000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0" name="Google Shape;10670;p297"/>
            <p:cNvSpPr/>
            <p:nvPr/>
          </p:nvSpPr>
          <p:spPr>
            <a:xfrm>
              <a:off x="561875" y="1675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1" name="Google Shape;10671;p297"/>
            <p:cNvSpPr/>
            <p:nvPr/>
          </p:nvSpPr>
          <p:spPr>
            <a:xfrm>
              <a:off x="561875" y="18837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2" name="Google Shape;10672;p297"/>
            <p:cNvSpPr/>
            <p:nvPr/>
          </p:nvSpPr>
          <p:spPr>
            <a:xfrm>
              <a:off x="561875" y="20813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3" name="Google Shape;10673;p297"/>
            <p:cNvSpPr/>
            <p:nvPr/>
          </p:nvSpPr>
          <p:spPr>
            <a:xfrm>
              <a:off x="561875" y="22890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4" name="Google Shape;10674;p297"/>
            <p:cNvSpPr/>
            <p:nvPr/>
          </p:nvSpPr>
          <p:spPr>
            <a:xfrm>
              <a:off x="561875" y="10727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5" name="Google Shape;10675;p297"/>
            <p:cNvSpPr/>
            <p:nvPr/>
          </p:nvSpPr>
          <p:spPr>
            <a:xfrm>
              <a:off x="561875" y="12703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6" name="Google Shape;10676;p297"/>
            <p:cNvSpPr/>
            <p:nvPr/>
          </p:nvSpPr>
          <p:spPr>
            <a:xfrm>
              <a:off x="561875" y="14780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7" name="Google Shape;10677;p297"/>
            <p:cNvSpPr/>
            <p:nvPr/>
          </p:nvSpPr>
          <p:spPr>
            <a:xfrm>
              <a:off x="561875" y="4108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8" name="Google Shape;10678;p297"/>
            <p:cNvSpPr/>
            <p:nvPr/>
          </p:nvSpPr>
          <p:spPr>
            <a:xfrm>
              <a:off x="561875" y="431660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9" name="Google Shape;10679;p297"/>
            <p:cNvSpPr/>
            <p:nvPr/>
          </p:nvSpPr>
          <p:spPr>
            <a:xfrm>
              <a:off x="561875" y="45142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0" name="Google Shape;10680;p297"/>
            <p:cNvSpPr/>
            <p:nvPr/>
          </p:nvSpPr>
          <p:spPr>
            <a:xfrm>
              <a:off x="561875" y="47219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1" name="Google Shape;10681;p297"/>
            <p:cNvSpPr/>
            <p:nvPr/>
          </p:nvSpPr>
          <p:spPr>
            <a:xfrm>
              <a:off x="561875" y="3297650"/>
              <a:ext cx="6818750" cy="0"/>
            </a:xfrm>
            <a:custGeom>
              <a:rect b="b" l="l" r="r" t="t"/>
              <a:pathLst>
                <a:path extrusionOk="0" fill="none" h="120000" w="272750">
                  <a:moveTo>
                    <a:pt x="272750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2" name="Google Shape;10682;p297"/>
            <p:cNvSpPr/>
            <p:nvPr/>
          </p:nvSpPr>
          <p:spPr>
            <a:xfrm>
              <a:off x="561875" y="350562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3" name="Google Shape;10683;p297"/>
            <p:cNvSpPr/>
            <p:nvPr/>
          </p:nvSpPr>
          <p:spPr>
            <a:xfrm>
              <a:off x="561875" y="3703275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4" name="Google Shape;10684;p297"/>
            <p:cNvSpPr/>
            <p:nvPr/>
          </p:nvSpPr>
          <p:spPr>
            <a:xfrm>
              <a:off x="561875" y="3910950"/>
              <a:ext cx="6818750" cy="25"/>
            </a:xfrm>
            <a:custGeom>
              <a:rect b="b" l="l" r="r" t="t"/>
              <a:pathLst>
                <a:path extrusionOk="0" fill="none" h="1" w="272750">
                  <a:moveTo>
                    <a:pt x="272750" y="1"/>
                  </a:moveTo>
                  <a:lnTo>
                    <a:pt x="0" y="1"/>
                  </a:lnTo>
                </a:path>
              </a:pathLst>
            </a:custGeom>
            <a:noFill/>
            <a:ln cap="flat" cmpd="sng" w="10975">
              <a:solidFill>
                <a:srgbClr val="D9D9D9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5" name="Google Shape;10685;p297"/>
            <p:cNvSpPr/>
            <p:nvPr/>
          </p:nvSpPr>
          <p:spPr>
            <a:xfrm>
              <a:off x="514825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0" y="0"/>
                  </a:moveTo>
                  <a:lnTo>
                    <a:pt x="0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6" name="Google Shape;10686;p297"/>
            <p:cNvSpPr/>
            <p:nvPr/>
          </p:nvSpPr>
          <p:spPr>
            <a:xfrm>
              <a:off x="563750" y="859725"/>
              <a:ext cx="25" cy="4005275"/>
            </a:xfrm>
            <a:custGeom>
              <a:rect b="b" l="l" r="r" t="t"/>
              <a:pathLst>
                <a:path extrusionOk="0" fill="none" h="160211" w="1">
                  <a:moveTo>
                    <a:pt x="1" y="0"/>
                  </a:moveTo>
                  <a:lnTo>
                    <a:pt x="1" y="16021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1254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87" name="Google Shape;10687;p297"/>
          <p:cNvGrpSpPr/>
          <p:nvPr/>
        </p:nvGrpSpPr>
        <p:grpSpPr>
          <a:xfrm>
            <a:off x="262" y="2729663"/>
            <a:ext cx="2995174" cy="2414035"/>
            <a:chOff x="6562292" y="3785209"/>
            <a:chExt cx="1875030" cy="1511227"/>
          </a:xfrm>
        </p:grpSpPr>
        <p:grpSp>
          <p:nvGrpSpPr>
            <p:cNvPr id="10688" name="Google Shape;10688;p297"/>
            <p:cNvGrpSpPr/>
            <p:nvPr/>
          </p:nvGrpSpPr>
          <p:grpSpPr>
            <a:xfrm>
              <a:off x="7717466" y="3785209"/>
              <a:ext cx="719856" cy="680112"/>
              <a:chOff x="7717200" y="3905550"/>
              <a:chExt cx="592377" cy="559671"/>
            </a:xfrm>
          </p:grpSpPr>
          <p:sp>
            <p:nvSpPr>
              <p:cNvPr id="10689" name="Google Shape;10689;p297"/>
              <p:cNvSpPr/>
              <p:nvPr/>
            </p:nvSpPr>
            <p:spPr>
              <a:xfrm>
                <a:off x="7724869" y="3917054"/>
                <a:ext cx="581268" cy="532152"/>
              </a:xfrm>
              <a:custGeom>
                <a:rect b="b" l="l" r="r" t="t"/>
                <a:pathLst>
                  <a:path extrusionOk="0" h="9437" w="10308">
                    <a:moveTo>
                      <a:pt x="10129" y="1"/>
                    </a:moveTo>
                    <a:cubicBezTo>
                      <a:pt x="9518" y="1"/>
                      <a:pt x="4203" y="2425"/>
                      <a:pt x="3814" y="2672"/>
                    </a:cubicBezTo>
                    <a:cubicBezTo>
                      <a:pt x="3407" y="2932"/>
                      <a:pt x="0" y="4549"/>
                      <a:pt x="0" y="4684"/>
                    </a:cubicBezTo>
                    <a:cubicBezTo>
                      <a:pt x="0" y="4808"/>
                      <a:pt x="2382" y="5425"/>
                      <a:pt x="2382" y="5425"/>
                    </a:cubicBezTo>
                    <a:cubicBezTo>
                      <a:pt x="2382" y="5425"/>
                      <a:pt x="2456" y="6129"/>
                      <a:pt x="2580" y="6771"/>
                    </a:cubicBezTo>
                    <a:cubicBezTo>
                      <a:pt x="2703" y="7400"/>
                      <a:pt x="2963" y="8511"/>
                      <a:pt x="2963" y="8511"/>
                    </a:cubicBezTo>
                    <a:cubicBezTo>
                      <a:pt x="3308" y="8474"/>
                      <a:pt x="4901" y="7104"/>
                      <a:pt x="4901" y="7104"/>
                    </a:cubicBezTo>
                    <a:cubicBezTo>
                      <a:pt x="4901" y="7104"/>
                      <a:pt x="6308" y="9424"/>
                      <a:pt x="6542" y="9437"/>
                    </a:cubicBezTo>
                    <a:cubicBezTo>
                      <a:pt x="6543" y="9437"/>
                      <a:pt x="6543" y="9437"/>
                      <a:pt x="6543" y="9437"/>
                    </a:cubicBezTo>
                    <a:cubicBezTo>
                      <a:pt x="6786" y="9437"/>
                      <a:pt x="10307" y="265"/>
                      <a:pt x="10184" y="18"/>
                    </a:cubicBezTo>
                    <a:cubicBezTo>
                      <a:pt x="10177" y="6"/>
                      <a:pt x="10159" y="1"/>
                      <a:pt x="10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0" name="Google Shape;10690;p297"/>
              <p:cNvSpPr/>
              <p:nvPr/>
            </p:nvSpPr>
            <p:spPr>
              <a:xfrm>
                <a:off x="7717200" y="3905550"/>
                <a:ext cx="592377" cy="559671"/>
              </a:xfrm>
              <a:custGeom>
                <a:rect b="b" l="l" r="r" t="t"/>
                <a:pathLst>
                  <a:path extrusionOk="0" h="9925" w="10505">
                    <a:moveTo>
                      <a:pt x="9764" y="420"/>
                    </a:moveTo>
                    <a:cubicBezTo>
                      <a:pt x="9147" y="827"/>
                      <a:pt x="8518" y="1247"/>
                      <a:pt x="7913" y="1654"/>
                    </a:cubicBezTo>
                    <a:cubicBezTo>
                      <a:pt x="7715" y="1802"/>
                      <a:pt x="7505" y="1938"/>
                      <a:pt x="7283" y="2086"/>
                    </a:cubicBezTo>
                    <a:cubicBezTo>
                      <a:pt x="6111" y="2889"/>
                      <a:pt x="4728" y="3839"/>
                      <a:pt x="3382" y="4851"/>
                    </a:cubicBezTo>
                    <a:cubicBezTo>
                      <a:pt x="3148" y="5037"/>
                      <a:pt x="2926" y="5209"/>
                      <a:pt x="2728" y="5382"/>
                    </a:cubicBezTo>
                    <a:lnTo>
                      <a:pt x="2679" y="5419"/>
                    </a:lnTo>
                    <a:lnTo>
                      <a:pt x="2605" y="5493"/>
                    </a:lnTo>
                    <a:cubicBezTo>
                      <a:pt x="2506" y="5432"/>
                      <a:pt x="2407" y="5382"/>
                      <a:pt x="2296" y="5370"/>
                    </a:cubicBezTo>
                    <a:lnTo>
                      <a:pt x="2197" y="5345"/>
                    </a:lnTo>
                    <a:cubicBezTo>
                      <a:pt x="1963" y="5259"/>
                      <a:pt x="1728" y="5197"/>
                      <a:pt x="1482" y="5123"/>
                    </a:cubicBezTo>
                    <a:cubicBezTo>
                      <a:pt x="1087" y="5000"/>
                      <a:pt x="716" y="4913"/>
                      <a:pt x="358" y="4839"/>
                    </a:cubicBezTo>
                    <a:lnTo>
                      <a:pt x="371" y="4839"/>
                    </a:lnTo>
                    <a:lnTo>
                      <a:pt x="420" y="4802"/>
                    </a:lnTo>
                    <a:cubicBezTo>
                      <a:pt x="506" y="4740"/>
                      <a:pt x="605" y="4679"/>
                      <a:pt x="704" y="4629"/>
                    </a:cubicBezTo>
                    <a:cubicBezTo>
                      <a:pt x="815" y="4568"/>
                      <a:pt x="938" y="4518"/>
                      <a:pt x="1062" y="4456"/>
                    </a:cubicBezTo>
                    <a:lnTo>
                      <a:pt x="1210" y="4382"/>
                    </a:lnTo>
                    <a:cubicBezTo>
                      <a:pt x="1802" y="4098"/>
                      <a:pt x="2407" y="3790"/>
                      <a:pt x="3062" y="3457"/>
                    </a:cubicBezTo>
                    <a:cubicBezTo>
                      <a:pt x="3432" y="3259"/>
                      <a:pt x="3827" y="3062"/>
                      <a:pt x="4296" y="2827"/>
                    </a:cubicBezTo>
                    <a:cubicBezTo>
                      <a:pt x="5975" y="1988"/>
                      <a:pt x="7382" y="1309"/>
                      <a:pt x="8876" y="729"/>
                    </a:cubicBezTo>
                    <a:cubicBezTo>
                      <a:pt x="9159" y="605"/>
                      <a:pt x="9468" y="506"/>
                      <a:pt x="9764" y="420"/>
                    </a:cubicBezTo>
                    <a:close/>
                    <a:moveTo>
                      <a:pt x="9949" y="494"/>
                    </a:moveTo>
                    <a:lnTo>
                      <a:pt x="9949" y="494"/>
                    </a:lnTo>
                    <a:cubicBezTo>
                      <a:pt x="9814" y="630"/>
                      <a:pt x="9678" y="790"/>
                      <a:pt x="9542" y="938"/>
                    </a:cubicBezTo>
                    <a:cubicBezTo>
                      <a:pt x="9468" y="1037"/>
                      <a:pt x="9394" y="1124"/>
                      <a:pt x="9320" y="1198"/>
                    </a:cubicBezTo>
                    <a:cubicBezTo>
                      <a:pt x="8900" y="1654"/>
                      <a:pt x="8468" y="2111"/>
                      <a:pt x="8049" y="2568"/>
                    </a:cubicBezTo>
                    <a:cubicBezTo>
                      <a:pt x="7296" y="3358"/>
                      <a:pt x="6543" y="4148"/>
                      <a:pt x="5790" y="4938"/>
                    </a:cubicBezTo>
                    <a:lnTo>
                      <a:pt x="5283" y="5469"/>
                    </a:lnTo>
                    <a:lnTo>
                      <a:pt x="4913" y="5864"/>
                    </a:lnTo>
                    <a:cubicBezTo>
                      <a:pt x="4777" y="6012"/>
                      <a:pt x="4642" y="6160"/>
                      <a:pt x="4493" y="6308"/>
                    </a:cubicBezTo>
                    <a:lnTo>
                      <a:pt x="4469" y="6308"/>
                    </a:lnTo>
                    <a:cubicBezTo>
                      <a:pt x="4358" y="6370"/>
                      <a:pt x="4259" y="6456"/>
                      <a:pt x="4197" y="6567"/>
                    </a:cubicBezTo>
                    <a:cubicBezTo>
                      <a:pt x="4173" y="6580"/>
                      <a:pt x="4160" y="6604"/>
                      <a:pt x="4148" y="6617"/>
                    </a:cubicBezTo>
                    <a:cubicBezTo>
                      <a:pt x="4061" y="6740"/>
                      <a:pt x="3987" y="6863"/>
                      <a:pt x="3913" y="6987"/>
                    </a:cubicBezTo>
                    <a:lnTo>
                      <a:pt x="3864" y="7086"/>
                    </a:lnTo>
                    <a:cubicBezTo>
                      <a:pt x="3790" y="7209"/>
                      <a:pt x="3716" y="7320"/>
                      <a:pt x="3642" y="7431"/>
                    </a:cubicBezTo>
                    <a:cubicBezTo>
                      <a:pt x="3580" y="7555"/>
                      <a:pt x="3518" y="7641"/>
                      <a:pt x="3444" y="7752"/>
                    </a:cubicBezTo>
                    <a:lnTo>
                      <a:pt x="3173" y="8221"/>
                    </a:lnTo>
                    <a:lnTo>
                      <a:pt x="3123" y="8295"/>
                    </a:lnTo>
                    <a:cubicBezTo>
                      <a:pt x="3025" y="7876"/>
                      <a:pt x="2950" y="7444"/>
                      <a:pt x="2889" y="7024"/>
                    </a:cubicBezTo>
                    <a:cubicBezTo>
                      <a:pt x="2827" y="6592"/>
                      <a:pt x="2765" y="6148"/>
                      <a:pt x="2654" y="5728"/>
                    </a:cubicBezTo>
                    <a:cubicBezTo>
                      <a:pt x="2679" y="5678"/>
                      <a:pt x="2691" y="5629"/>
                      <a:pt x="2679" y="5580"/>
                    </a:cubicBezTo>
                    <a:cubicBezTo>
                      <a:pt x="2827" y="5456"/>
                      <a:pt x="2975" y="5333"/>
                      <a:pt x="3136" y="5222"/>
                    </a:cubicBezTo>
                    <a:cubicBezTo>
                      <a:pt x="3210" y="5172"/>
                      <a:pt x="3284" y="5123"/>
                      <a:pt x="3358" y="5074"/>
                    </a:cubicBezTo>
                    <a:cubicBezTo>
                      <a:pt x="3950" y="4629"/>
                      <a:pt x="4568" y="4197"/>
                      <a:pt x="5098" y="3815"/>
                    </a:cubicBezTo>
                    <a:cubicBezTo>
                      <a:pt x="6333" y="2950"/>
                      <a:pt x="7666" y="2025"/>
                      <a:pt x="9024" y="1111"/>
                    </a:cubicBezTo>
                    <a:lnTo>
                      <a:pt x="9196" y="988"/>
                    </a:lnTo>
                    <a:cubicBezTo>
                      <a:pt x="9443" y="827"/>
                      <a:pt x="9703" y="654"/>
                      <a:pt x="9949" y="494"/>
                    </a:cubicBezTo>
                    <a:close/>
                    <a:moveTo>
                      <a:pt x="4530" y="6530"/>
                    </a:moveTo>
                    <a:cubicBezTo>
                      <a:pt x="4555" y="6555"/>
                      <a:pt x="4580" y="6580"/>
                      <a:pt x="4592" y="6617"/>
                    </a:cubicBezTo>
                    <a:lnTo>
                      <a:pt x="4617" y="6641"/>
                    </a:lnTo>
                    <a:cubicBezTo>
                      <a:pt x="4679" y="6777"/>
                      <a:pt x="4753" y="6901"/>
                      <a:pt x="4802" y="7036"/>
                    </a:cubicBezTo>
                    <a:lnTo>
                      <a:pt x="4839" y="7110"/>
                    </a:lnTo>
                    <a:cubicBezTo>
                      <a:pt x="4864" y="7160"/>
                      <a:pt x="4888" y="7221"/>
                      <a:pt x="4925" y="7283"/>
                    </a:cubicBezTo>
                    <a:cubicBezTo>
                      <a:pt x="4802" y="7345"/>
                      <a:pt x="4691" y="7419"/>
                      <a:pt x="4580" y="7505"/>
                    </a:cubicBezTo>
                    <a:cubicBezTo>
                      <a:pt x="4555" y="7530"/>
                      <a:pt x="4530" y="7542"/>
                      <a:pt x="4493" y="7567"/>
                    </a:cubicBezTo>
                    <a:cubicBezTo>
                      <a:pt x="4333" y="7691"/>
                      <a:pt x="4160" y="7826"/>
                      <a:pt x="4000" y="7950"/>
                    </a:cubicBezTo>
                    <a:cubicBezTo>
                      <a:pt x="3901" y="8024"/>
                      <a:pt x="3815" y="8098"/>
                      <a:pt x="3728" y="8172"/>
                    </a:cubicBezTo>
                    <a:lnTo>
                      <a:pt x="3580" y="8308"/>
                    </a:lnTo>
                    <a:lnTo>
                      <a:pt x="3518" y="8357"/>
                    </a:lnTo>
                    <a:cubicBezTo>
                      <a:pt x="3457" y="8406"/>
                      <a:pt x="3395" y="8456"/>
                      <a:pt x="3321" y="8505"/>
                    </a:cubicBezTo>
                    <a:cubicBezTo>
                      <a:pt x="3407" y="8382"/>
                      <a:pt x="3481" y="8258"/>
                      <a:pt x="3555" y="8135"/>
                    </a:cubicBezTo>
                    <a:cubicBezTo>
                      <a:pt x="3703" y="7876"/>
                      <a:pt x="3864" y="7629"/>
                      <a:pt x="4000" y="7370"/>
                    </a:cubicBezTo>
                    <a:cubicBezTo>
                      <a:pt x="4049" y="7296"/>
                      <a:pt x="4086" y="7209"/>
                      <a:pt x="4135" y="7123"/>
                    </a:cubicBezTo>
                    <a:cubicBezTo>
                      <a:pt x="4222" y="6925"/>
                      <a:pt x="4333" y="6752"/>
                      <a:pt x="4469" y="6592"/>
                    </a:cubicBezTo>
                    <a:cubicBezTo>
                      <a:pt x="4493" y="6567"/>
                      <a:pt x="4506" y="6543"/>
                      <a:pt x="4530" y="6530"/>
                    </a:cubicBezTo>
                    <a:close/>
                    <a:moveTo>
                      <a:pt x="9912" y="877"/>
                    </a:moveTo>
                    <a:lnTo>
                      <a:pt x="9912" y="877"/>
                    </a:lnTo>
                    <a:cubicBezTo>
                      <a:pt x="9826" y="1087"/>
                      <a:pt x="9752" y="1296"/>
                      <a:pt x="9690" y="1469"/>
                    </a:cubicBezTo>
                    <a:cubicBezTo>
                      <a:pt x="9431" y="2222"/>
                      <a:pt x="9147" y="2963"/>
                      <a:pt x="8876" y="3654"/>
                    </a:cubicBezTo>
                    <a:cubicBezTo>
                      <a:pt x="8567" y="4444"/>
                      <a:pt x="8258" y="5246"/>
                      <a:pt x="7950" y="6049"/>
                    </a:cubicBezTo>
                    <a:cubicBezTo>
                      <a:pt x="7654" y="6802"/>
                      <a:pt x="7357" y="7567"/>
                      <a:pt x="7073" y="8320"/>
                    </a:cubicBezTo>
                    <a:cubicBezTo>
                      <a:pt x="7012" y="8456"/>
                      <a:pt x="6962" y="8604"/>
                      <a:pt x="6913" y="8740"/>
                    </a:cubicBezTo>
                    <a:cubicBezTo>
                      <a:pt x="6839" y="8962"/>
                      <a:pt x="6752" y="9196"/>
                      <a:pt x="6666" y="9406"/>
                    </a:cubicBezTo>
                    <a:cubicBezTo>
                      <a:pt x="6580" y="9258"/>
                      <a:pt x="6506" y="9110"/>
                      <a:pt x="6407" y="8974"/>
                    </a:cubicBezTo>
                    <a:lnTo>
                      <a:pt x="6333" y="8863"/>
                    </a:lnTo>
                    <a:lnTo>
                      <a:pt x="6197" y="8666"/>
                    </a:lnTo>
                    <a:cubicBezTo>
                      <a:pt x="6073" y="8468"/>
                      <a:pt x="5938" y="8258"/>
                      <a:pt x="5814" y="8061"/>
                    </a:cubicBezTo>
                    <a:cubicBezTo>
                      <a:pt x="5580" y="7715"/>
                      <a:pt x="5345" y="7345"/>
                      <a:pt x="5086" y="6851"/>
                    </a:cubicBezTo>
                    <a:lnTo>
                      <a:pt x="5061" y="6814"/>
                    </a:lnTo>
                    <a:cubicBezTo>
                      <a:pt x="4975" y="6666"/>
                      <a:pt x="4839" y="6407"/>
                      <a:pt x="4654" y="6333"/>
                    </a:cubicBezTo>
                    <a:cubicBezTo>
                      <a:pt x="5197" y="5839"/>
                      <a:pt x="5703" y="5308"/>
                      <a:pt x="6197" y="4790"/>
                    </a:cubicBezTo>
                    <a:cubicBezTo>
                      <a:pt x="6320" y="4654"/>
                      <a:pt x="6444" y="4530"/>
                      <a:pt x="6567" y="4395"/>
                    </a:cubicBezTo>
                    <a:cubicBezTo>
                      <a:pt x="7394" y="3531"/>
                      <a:pt x="8382" y="2494"/>
                      <a:pt x="9345" y="1469"/>
                    </a:cubicBezTo>
                    <a:cubicBezTo>
                      <a:pt x="9419" y="1383"/>
                      <a:pt x="9493" y="1309"/>
                      <a:pt x="9579" y="1222"/>
                    </a:cubicBezTo>
                    <a:cubicBezTo>
                      <a:pt x="9690" y="1111"/>
                      <a:pt x="9801" y="1000"/>
                      <a:pt x="9912" y="877"/>
                    </a:cubicBezTo>
                    <a:close/>
                    <a:moveTo>
                      <a:pt x="10172" y="0"/>
                    </a:moveTo>
                    <a:cubicBezTo>
                      <a:pt x="10085" y="0"/>
                      <a:pt x="10011" y="13"/>
                      <a:pt x="9937" y="25"/>
                    </a:cubicBezTo>
                    <a:cubicBezTo>
                      <a:pt x="9653" y="99"/>
                      <a:pt x="9369" y="185"/>
                      <a:pt x="9098" y="297"/>
                    </a:cubicBezTo>
                    <a:cubicBezTo>
                      <a:pt x="8258" y="605"/>
                      <a:pt x="7444" y="988"/>
                      <a:pt x="6691" y="1346"/>
                    </a:cubicBezTo>
                    <a:cubicBezTo>
                      <a:pt x="5506" y="1914"/>
                      <a:pt x="4271" y="2543"/>
                      <a:pt x="2913" y="3247"/>
                    </a:cubicBezTo>
                    <a:cubicBezTo>
                      <a:pt x="2407" y="3518"/>
                      <a:pt x="1889" y="3777"/>
                      <a:pt x="1370" y="4024"/>
                    </a:cubicBezTo>
                    <a:lnTo>
                      <a:pt x="667" y="4382"/>
                    </a:lnTo>
                    <a:cubicBezTo>
                      <a:pt x="482" y="4469"/>
                      <a:pt x="309" y="4568"/>
                      <a:pt x="161" y="4703"/>
                    </a:cubicBezTo>
                    <a:cubicBezTo>
                      <a:pt x="136" y="4728"/>
                      <a:pt x="111" y="4765"/>
                      <a:pt x="99" y="4802"/>
                    </a:cubicBezTo>
                    <a:cubicBezTo>
                      <a:pt x="50" y="4814"/>
                      <a:pt x="25" y="4851"/>
                      <a:pt x="13" y="4888"/>
                    </a:cubicBezTo>
                    <a:cubicBezTo>
                      <a:pt x="0" y="4938"/>
                      <a:pt x="25" y="4975"/>
                      <a:pt x="62" y="5000"/>
                    </a:cubicBezTo>
                    <a:cubicBezTo>
                      <a:pt x="482" y="5172"/>
                      <a:pt x="914" y="5333"/>
                      <a:pt x="1346" y="5456"/>
                    </a:cubicBezTo>
                    <a:cubicBezTo>
                      <a:pt x="1593" y="5530"/>
                      <a:pt x="1827" y="5617"/>
                      <a:pt x="2074" y="5691"/>
                    </a:cubicBezTo>
                    <a:cubicBezTo>
                      <a:pt x="2160" y="5715"/>
                      <a:pt x="2235" y="5740"/>
                      <a:pt x="2321" y="5765"/>
                    </a:cubicBezTo>
                    <a:lnTo>
                      <a:pt x="2395" y="5790"/>
                    </a:lnTo>
                    <a:lnTo>
                      <a:pt x="2407" y="5802"/>
                    </a:lnTo>
                    <a:cubicBezTo>
                      <a:pt x="2432" y="5814"/>
                      <a:pt x="2444" y="5827"/>
                      <a:pt x="2469" y="5827"/>
                    </a:cubicBezTo>
                    <a:cubicBezTo>
                      <a:pt x="2494" y="6061"/>
                      <a:pt x="2518" y="6283"/>
                      <a:pt x="2543" y="6518"/>
                    </a:cubicBezTo>
                    <a:cubicBezTo>
                      <a:pt x="2617" y="7246"/>
                      <a:pt x="2691" y="7999"/>
                      <a:pt x="2950" y="8690"/>
                    </a:cubicBezTo>
                    <a:lnTo>
                      <a:pt x="2950" y="8703"/>
                    </a:lnTo>
                    <a:cubicBezTo>
                      <a:pt x="2950" y="8740"/>
                      <a:pt x="2963" y="8764"/>
                      <a:pt x="2987" y="8789"/>
                    </a:cubicBezTo>
                    <a:cubicBezTo>
                      <a:pt x="3012" y="8838"/>
                      <a:pt x="3062" y="8876"/>
                      <a:pt x="3111" y="8876"/>
                    </a:cubicBezTo>
                    <a:lnTo>
                      <a:pt x="3148" y="8876"/>
                    </a:lnTo>
                    <a:cubicBezTo>
                      <a:pt x="3457" y="8764"/>
                      <a:pt x="3728" y="8604"/>
                      <a:pt x="3975" y="8382"/>
                    </a:cubicBezTo>
                    <a:cubicBezTo>
                      <a:pt x="4012" y="8345"/>
                      <a:pt x="4061" y="8308"/>
                      <a:pt x="4111" y="8271"/>
                    </a:cubicBezTo>
                    <a:cubicBezTo>
                      <a:pt x="4222" y="8184"/>
                      <a:pt x="4333" y="8098"/>
                      <a:pt x="4444" y="8024"/>
                    </a:cubicBezTo>
                    <a:lnTo>
                      <a:pt x="4617" y="7900"/>
                    </a:lnTo>
                    <a:lnTo>
                      <a:pt x="4765" y="7789"/>
                    </a:lnTo>
                    <a:cubicBezTo>
                      <a:pt x="4864" y="7728"/>
                      <a:pt x="4963" y="7653"/>
                      <a:pt x="5049" y="7579"/>
                    </a:cubicBezTo>
                    <a:cubicBezTo>
                      <a:pt x="5160" y="7777"/>
                      <a:pt x="5296" y="7999"/>
                      <a:pt x="5444" y="8258"/>
                    </a:cubicBezTo>
                    <a:cubicBezTo>
                      <a:pt x="5617" y="8530"/>
                      <a:pt x="5790" y="8814"/>
                      <a:pt x="5950" y="9061"/>
                    </a:cubicBezTo>
                    <a:cubicBezTo>
                      <a:pt x="6012" y="9147"/>
                      <a:pt x="6061" y="9246"/>
                      <a:pt x="6123" y="9345"/>
                    </a:cubicBezTo>
                    <a:cubicBezTo>
                      <a:pt x="6222" y="9530"/>
                      <a:pt x="6345" y="9703"/>
                      <a:pt x="6468" y="9875"/>
                    </a:cubicBezTo>
                    <a:cubicBezTo>
                      <a:pt x="6493" y="9900"/>
                      <a:pt x="6543" y="9925"/>
                      <a:pt x="6580" y="9925"/>
                    </a:cubicBezTo>
                    <a:cubicBezTo>
                      <a:pt x="6629" y="9925"/>
                      <a:pt x="6666" y="9900"/>
                      <a:pt x="6703" y="9875"/>
                    </a:cubicBezTo>
                    <a:cubicBezTo>
                      <a:pt x="6728" y="9838"/>
                      <a:pt x="6752" y="9789"/>
                      <a:pt x="6752" y="9740"/>
                    </a:cubicBezTo>
                    <a:cubicBezTo>
                      <a:pt x="6925" y="9431"/>
                      <a:pt x="7073" y="9110"/>
                      <a:pt x="7209" y="8801"/>
                    </a:cubicBezTo>
                    <a:lnTo>
                      <a:pt x="7258" y="8703"/>
                    </a:lnTo>
                    <a:cubicBezTo>
                      <a:pt x="7555" y="8024"/>
                      <a:pt x="7851" y="7333"/>
                      <a:pt x="8123" y="6666"/>
                    </a:cubicBezTo>
                    <a:lnTo>
                      <a:pt x="8147" y="6592"/>
                    </a:lnTo>
                    <a:cubicBezTo>
                      <a:pt x="8740" y="5185"/>
                      <a:pt x="9406" y="3518"/>
                      <a:pt x="10024" y="1827"/>
                    </a:cubicBezTo>
                    <a:cubicBezTo>
                      <a:pt x="10135" y="1519"/>
                      <a:pt x="10258" y="1210"/>
                      <a:pt x="10357" y="877"/>
                    </a:cubicBezTo>
                    <a:lnTo>
                      <a:pt x="10369" y="827"/>
                    </a:lnTo>
                    <a:cubicBezTo>
                      <a:pt x="10443" y="654"/>
                      <a:pt x="10480" y="469"/>
                      <a:pt x="10468" y="284"/>
                    </a:cubicBezTo>
                    <a:cubicBezTo>
                      <a:pt x="10505" y="222"/>
                      <a:pt x="10493" y="148"/>
                      <a:pt x="10443" y="111"/>
                    </a:cubicBezTo>
                    <a:cubicBezTo>
                      <a:pt x="10369" y="37"/>
                      <a:pt x="10270" y="0"/>
                      <a:pt x="101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91" name="Google Shape;10691;p297"/>
            <p:cNvSpPr/>
            <p:nvPr/>
          </p:nvSpPr>
          <p:spPr>
            <a:xfrm>
              <a:off x="6562292" y="4354432"/>
              <a:ext cx="1368335" cy="942004"/>
            </a:xfrm>
            <a:custGeom>
              <a:rect b="b" l="l" r="r" t="t"/>
              <a:pathLst>
                <a:path extrusionOk="0" h="11703" w="16999">
                  <a:moveTo>
                    <a:pt x="16961" y="211"/>
                  </a:moveTo>
                  <a:cubicBezTo>
                    <a:pt x="16998" y="87"/>
                    <a:pt x="16850" y="1"/>
                    <a:pt x="16764" y="100"/>
                  </a:cubicBezTo>
                  <a:cubicBezTo>
                    <a:pt x="16752" y="112"/>
                    <a:pt x="16752" y="124"/>
                    <a:pt x="16739" y="137"/>
                  </a:cubicBezTo>
                  <a:lnTo>
                    <a:pt x="16727" y="186"/>
                  </a:lnTo>
                  <a:lnTo>
                    <a:pt x="16715" y="235"/>
                  </a:lnTo>
                  <a:lnTo>
                    <a:pt x="16690" y="285"/>
                  </a:lnTo>
                  <a:lnTo>
                    <a:pt x="16665" y="346"/>
                  </a:lnTo>
                  <a:cubicBezTo>
                    <a:pt x="16616" y="495"/>
                    <a:pt x="16826" y="569"/>
                    <a:pt x="16887" y="433"/>
                  </a:cubicBezTo>
                  <a:lnTo>
                    <a:pt x="16912" y="359"/>
                  </a:lnTo>
                  <a:lnTo>
                    <a:pt x="16924" y="309"/>
                  </a:lnTo>
                  <a:lnTo>
                    <a:pt x="16949" y="260"/>
                  </a:lnTo>
                  <a:close/>
                  <a:moveTo>
                    <a:pt x="260" y="10197"/>
                  </a:moveTo>
                  <a:cubicBezTo>
                    <a:pt x="137" y="10110"/>
                    <a:pt x="1" y="10283"/>
                    <a:pt x="112" y="10382"/>
                  </a:cubicBezTo>
                  <a:lnTo>
                    <a:pt x="186" y="10444"/>
                  </a:lnTo>
                  <a:lnTo>
                    <a:pt x="248" y="10481"/>
                  </a:lnTo>
                  <a:lnTo>
                    <a:pt x="309" y="10530"/>
                  </a:lnTo>
                  <a:cubicBezTo>
                    <a:pt x="433" y="10617"/>
                    <a:pt x="569" y="10431"/>
                    <a:pt x="445" y="10345"/>
                  </a:cubicBezTo>
                  <a:lnTo>
                    <a:pt x="384" y="10296"/>
                  </a:lnTo>
                  <a:lnTo>
                    <a:pt x="334" y="10259"/>
                  </a:lnTo>
                  <a:close/>
                  <a:moveTo>
                    <a:pt x="1013" y="10728"/>
                  </a:moveTo>
                  <a:cubicBezTo>
                    <a:pt x="890" y="10617"/>
                    <a:pt x="741" y="10789"/>
                    <a:pt x="853" y="10900"/>
                  </a:cubicBezTo>
                  <a:cubicBezTo>
                    <a:pt x="865" y="10900"/>
                    <a:pt x="877" y="10913"/>
                    <a:pt x="890" y="10925"/>
                  </a:cubicBezTo>
                  <a:lnTo>
                    <a:pt x="951" y="10962"/>
                  </a:lnTo>
                  <a:lnTo>
                    <a:pt x="1013" y="10999"/>
                  </a:lnTo>
                  <a:lnTo>
                    <a:pt x="1087" y="11036"/>
                  </a:lnTo>
                  <a:cubicBezTo>
                    <a:pt x="1211" y="11135"/>
                    <a:pt x="1359" y="10962"/>
                    <a:pt x="1248" y="10863"/>
                  </a:cubicBezTo>
                  <a:cubicBezTo>
                    <a:pt x="1235" y="10851"/>
                    <a:pt x="1223" y="10839"/>
                    <a:pt x="1211" y="10839"/>
                  </a:cubicBezTo>
                  <a:lnTo>
                    <a:pt x="1136" y="10802"/>
                  </a:lnTo>
                  <a:lnTo>
                    <a:pt x="1075" y="10765"/>
                  </a:lnTo>
                  <a:close/>
                  <a:moveTo>
                    <a:pt x="1828" y="11123"/>
                  </a:moveTo>
                  <a:cubicBezTo>
                    <a:pt x="1680" y="11073"/>
                    <a:pt x="1593" y="11283"/>
                    <a:pt x="1741" y="11345"/>
                  </a:cubicBezTo>
                  <a:lnTo>
                    <a:pt x="1791" y="11370"/>
                  </a:lnTo>
                  <a:lnTo>
                    <a:pt x="1852" y="11382"/>
                  </a:lnTo>
                  <a:lnTo>
                    <a:pt x="1914" y="11407"/>
                  </a:lnTo>
                  <a:lnTo>
                    <a:pt x="1964" y="11431"/>
                  </a:lnTo>
                  <a:cubicBezTo>
                    <a:pt x="2001" y="11444"/>
                    <a:pt x="2050" y="11431"/>
                    <a:pt x="2075" y="11394"/>
                  </a:cubicBezTo>
                  <a:cubicBezTo>
                    <a:pt x="2136" y="11345"/>
                    <a:pt x="2124" y="11234"/>
                    <a:pt x="2038" y="11209"/>
                  </a:cubicBezTo>
                  <a:lnTo>
                    <a:pt x="1988" y="11184"/>
                  </a:lnTo>
                  <a:lnTo>
                    <a:pt x="1927" y="11172"/>
                  </a:lnTo>
                  <a:lnTo>
                    <a:pt x="1877" y="11147"/>
                  </a:lnTo>
                  <a:close/>
                  <a:moveTo>
                    <a:pt x="2692" y="11382"/>
                  </a:moveTo>
                  <a:cubicBezTo>
                    <a:pt x="2568" y="11370"/>
                    <a:pt x="2507" y="11518"/>
                    <a:pt x="2605" y="11592"/>
                  </a:cubicBezTo>
                  <a:cubicBezTo>
                    <a:pt x="2618" y="11604"/>
                    <a:pt x="2630" y="11616"/>
                    <a:pt x="2642" y="11616"/>
                  </a:cubicBezTo>
                  <a:lnTo>
                    <a:pt x="2717" y="11629"/>
                  </a:lnTo>
                  <a:lnTo>
                    <a:pt x="2778" y="11641"/>
                  </a:lnTo>
                  <a:lnTo>
                    <a:pt x="2840" y="11653"/>
                  </a:lnTo>
                  <a:lnTo>
                    <a:pt x="2877" y="11653"/>
                  </a:lnTo>
                  <a:cubicBezTo>
                    <a:pt x="3013" y="11666"/>
                    <a:pt x="3062" y="11481"/>
                    <a:pt x="2939" y="11431"/>
                  </a:cubicBezTo>
                  <a:lnTo>
                    <a:pt x="2914" y="11431"/>
                  </a:lnTo>
                  <a:lnTo>
                    <a:pt x="2865" y="11431"/>
                  </a:lnTo>
                  <a:lnTo>
                    <a:pt x="2815" y="11419"/>
                  </a:lnTo>
                  <a:lnTo>
                    <a:pt x="2766" y="11407"/>
                  </a:lnTo>
                  <a:lnTo>
                    <a:pt x="2692" y="11394"/>
                  </a:lnTo>
                  <a:close/>
                  <a:moveTo>
                    <a:pt x="3593" y="11468"/>
                  </a:moveTo>
                  <a:cubicBezTo>
                    <a:pt x="3457" y="11481"/>
                    <a:pt x="3432" y="11653"/>
                    <a:pt x="3556" y="11690"/>
                  </a:cubicBezTo>
                  <a:cubicBezTo>
                    <a:pt x="3568" y="11703"/>
                    <a:pt x="3581" y="11703"/>
                    <a:pt x="3593" y="11690"/>
                  </a:cubicBezTo>
                  <a:lnTo>
                    <a:pt x="3679" y="11690"/>
                  </a:lnTo>
                  <a:lnTo>
                    <a:pt x="3741" y="11690"/>
                  </a:lnTo>
                  <a:lnTo>
                    <a:pt x="3790" y="11690"/>
                  </a:lnTo>
                  <a:lnTo>
                    <a:pt x="3827" y="11690"/>
                  </a:lnTo>
                  <a:cubicBezTo>
                    <a:pt x="3963" y="11690"/>
                    <a:pt x="3988" y="11518"/>
                    <a:pt x="3865" y="11468"/>
                  </a:cubicBezTo>
                  <a:cubicBezTo>
                    <a:pt x="3852" y="11468"/>
                    <a:pt x="3840" y="11468"/>
                    <a:pt x="3815" y="11468"/>
                  </a:cubicBezTo>
                  <a:lnTo>
                    <a:pt x="3778" y="11468"/>
                  </a:lnTo>
                  <a:lnTo>
                    <a:pt x="3729" y="11468"/>
                  </a:lnTo>
                  <a:lnTo>
                    <a:pt x="3593" y="11468"/>
                  </a:lnTo>
                  <a:close/>
                  <a:moveTo>
                    <a:pt x="4482" y="11357"/>
                  </a:moveTo>
                  <a:cubicBezTo>
                    <a:pt x="4371" y="11394"/>
                    <a:pt x="4371" y="11567"/>
                    <a:pt x="4482" y="11592"/>
                  </a:cubicBezTo>
                  <a:cubicBezTo>
                    <a:pt x="4506" y="11592"/>
                    <a:pt x="4519" y="11592"/>
                    <a:pt x="4531" y="11592"/>
                  </a:cubicBezTo>
                  <a:lnTo>
                    <a:pt x="4593" y="11579"/>
                  </a:lnTo>
                  <a:lnTo>
                    <a:pt x="4642" y="11567"/>
                  </a:lnTo>
                  <a:lnTo>
                    <a:pt x="4704" y="11555"/>
                  </a:lnTo>
                  <a:lnTo>
                    <a:pt x="4766" y="11530"/>
                  </a:lnTo>
                  <a:cubicBezTo>
                    <a:pt x="4864" y="11505"/>
                    <a:pt x="4877" y="11370"/>
                    <a:pt x="4790" y="11320"/>
                  </a:cubicBezTo>
                  <a:cubicBezTo>
                    <a:pt x="4766" y="11308"/>
                    <a:pt x="4729" y="11295"/>
                    <a:pt x="4704" y="11308"/>
                  </a:cubicBezTo>
                  <a:lnTo>
                    <a:pt x="4642" y="11320"/>
                  </a:lnTo>
                  <a:lnTo>
                    <a:pt x="4593" y="11333"/>
                  </a:lnTo>
                  <a:lnTo>
                    <a:pt x="4543" y="11345"/>
                  </a:lnTo>
                  <a:lnTo>
                    <a:pt x="4482" y="11370"/>
                  </a:lnTo>
                  <a:close/>
                  <a:moveTo>
                    <a:pt x="5346" y="11073"/>
                  </a:moveTo>
                  <a:cubicBezTo>
                    <a:pt x="5222" y="11123"/>
                    <a:pt x="5272" y="11308"/>
                    <a:pt x="5395" y="11295"/>
                  </a:cubicBezTo>
                  <a:cubicBezTo>
                    <a:pt x="5408" y="11295"/>
                    <a:pt x="5432" y="11295"/>
                    <a:pt x="5445" y="11283"/>
                  </a:cubicBezTo>
                  <a:lnTo>
                    <a:pt x="5469" y="11271"/>
                  </a:lnTo>
                  <a:lnTo>
                    <a:pt x="5519" y="11258"/>
                  </a:lnTo>
                  <a:lnTo>
                    <a:pt x="5568" y="11234"/>
                  </a:lnTo>
                  <a:lnTo>
                    <a:pt x="5617" y="11209"/>
                  </a:lnTo>
                  <a:lnTo>
                    <a:pt x="5654" y="11184"/>
                  </a:lnTo>
                  <a:cubicBezTo>
                    <a:pt x="5741" y="11147"/>
                    <a:pt x="5741" y="11012"/>
                    <a:pt x="5642" y="10975"/>
                  </a:cubicBezTo>
                  <a:cubicBezTo>
                    <a:pt x="5617" y="10962"/>
                    <a:pt x="5580" y="10962"/>
                    <a:pt x="5556" y="10975"/>
                  </a:cubicBezTo>
                  <a:lnTo>
                    <a:pt x="5469" y="11012"/>
                  </a:lnTo>
                  <a:lnTo>
                    <a:pt x="5420" y="11036"/>
                  </a:lnTo>
                  <a:lnTo>
                    <a:pt x="5346" y="11073"/>
                  </a:lnTo>
                  <a:close/>
                  <a:moveTo>
                    <a:pt x="6136" y="10641"/>
                  </a:moveTo>
                  <a:cubicBezTo>
                    <a:pt x="6099" y="10666"/>
                    <a:pt x="6086" y="10703"/>
                    <a:pt x="6086" y="10752"/>
                  </a:cubicBezTo>
                  <a:cubicBezTo>
                    <a:pt x="6111" y="10839"/>
                    <a:pt x="6198" y="10876"/>
                    <a:pt x="6272" y="10839"/>
                  </a:cubicBezTo>
                  <a:lnTo>
                    <a:pt x="6333" y="10789"/>
                  </a:lnTo>
                  <a:lnTo>
                    <a:pt x="6370" y="10765"/>
                  </a:lnTo>
                  <a:lnTo>
                    <a:pt x="6420" y="10728"/>
                  </a:lnTo>
                  <a:lnTo>
                    <a:pt x="6469" y="10703"/>
                  </a:lnTo>
                  <a:cubicBezTo>
                    <a:pt x="6580" y="10617"/>
                    <a:pt x="6481" y="10444"/>
                    <a:pt x="6358" y="10493"/>
                  </a:cubicBezTo>
                  <a:lnTo>
                    <a:pt x="6333" y="10505"/>
                  </a:lnTo>
                  <a:lnTo>
                    <a:pt x="6247" y="10567"/>
                  </a:lnTo>
                  <a:cubicBezTo>
                    <a:pt x="6210" y="10592"/>
                    <a:pt x="6173" y="10617"/>
                    <a:pt x="6136" y="10641"/>
                  </a:cubicBezTo>
                  <a:close/>
                  <a:moveTo>
                    <a:pt x="6864" y="10086"/>
                  </a:moveTo>
                  <a:cubicBezTo>
                    <a:pt x="6753" y="10160"/>
                    <a:pt x="6864" y="10333"/>
                    <a:pt x="6988" y="10271"/>
                  </a:cubicBezTo>
                  <a:cubicBezTo>
                    <a:pt x="7000" y="10271"/>
                    <a:pt x="7000" y="10259"/>
                    <a:pt x="7012" y="10259"/>
                  </a:cubicBezTo>
                  <a:lnTo>
                    <a:pt x="7185" y="10098"/>
                  </a:lnTo>
                  <a:cubicBezTo>
                    <a:pt x="7222" y="10061"/>
                    <a:pt x="7234" y="10012"/>
                    <a:pt x="7210" y="9962"/>
                  </a:cubicBezTo>
                  <a:cubicBezTo>
                    <a:pt x="7173" y="9888"/>
                    <a:pt x="7086" y="9876"/>
                    <a:pt x="7025" y="9925"/>
                  </a:cubicBezTo>
                  <a:cubicBezTo>
                    <a:pt x="6975" y="9987"/>
                    <a:pt x="6913" y="10036"/>
                    <a:pt x="6864" y="10086"/>
                  </a:cubicBezTo>
                  <a:close/>
                  <a:moveTo>
                    <a:pt x="7494" y="9432"/>
                  </a:moveTo>
                  <a:cubicBezTo>
                    <a:pt x="7395" y="9543"/>
                    <a:pt x="7568" y="9703"/>
                    <a:pt x="7679" y="9580"/>
                  </a:cubicBezTo>
                  <a:lnTo>
                    <a:pt x="7827" y="9407"/>
                  </a:lnTo>
                  <a:cubicBezTo>
                    <a:pt x="7926" y="9296"/>
                    <a:pt x="7790" y="9148"/>
                    <a:pt x="7679" y="9222"/>
                  </a:cubicBezTo>
                  <a:cubicBezTo>
                    <a:pt x="7666" y="9234"/>
                    <a:pt x="7654" y="9246"/>
                    <a:pt x="7642" y="9259"/>
                  </a:cubicBezTo>
                  <a:cubicBezTo>
                    <a:pt x="7592" y="9320"/>
                    <a:pt x="7543" y="9370"/>
                    <a:pt x="7494" y="9432"/>
                  </a:cubicBezTo>
                  <a:close/>
                  <a:moveTo>
                    <a:pt x="8049" y="8703"/>
                  </a:moveTo>
                  <a:cubicBezTo>
                    <a:pt x="7963" y="8827"/>
                    <a:pt x="8160" y="8975"/>
                    <a:pt x="8247" y="8827"/>
                  </a:cubicBezTo>
                  <a:cubicBezTo>
                    <a:pt x="8296" y="8765"/>
                    <a:pt x="8333" y="8703"/>
                    <a:pt x="8382" y="8629"/>
                  </a:cubicBezTo>
                  <a:cubicBezTo>
                    <a:pt x="8456" y="8518"/>
                    <a:pt x="8308" y="8382"/>
                    <a:pt x="8210" y="8481"/>
                  </a:cubicBezTo>
                  <a:cubicBezTo>
                    <a:pt x="8197" y="8493"/>
                    <a:pt x="8185" y="8493"/>
                    <a:pt x="8185" y="8506"/>
                  </a:cubicBezTo>
                  <a:cubicBezTo>
                    <a:pt x="8136" y="8567"/>
                    <a:pt x="8098" y="8642"/>
                    <a:pt x="8061" y="8703"/>
                  </a:cubicBezTo>
                  <a:close/>
                  <a:moveTo>
                    <a:pt x="8518" y="7913"/>
                  </a:moveTo>
                  <a:cubicBezTo>
                    <a:pt x="8493" y="7963"/>
                    <a:pt x="8506" y="8024"/>
                    <a:pt x="8543" y="8061"/>
                  </a:cubicBezTo>
                  <a:cubicBezTo>
                    <a:pt x="8605" y="8111"/>
                    <a:pt x="8691" y="8086"/>
                    <a:pt x="8728" y="8024"/>
                  </a:cubicBezTo>
                  <a:cubicBezTo>
                    <a:pt x="8765" y="7950"/>
                    <a:pt x="8802" y="7889"/>
                    <a:pt x="8827" y="7814"/>
                  </a:cubicBezTo>
                  <a:cubicBezTo>
                    <a:pt x="8888" y="7703"/>
                    <a:pt x="8740" y="7592"/>
                    <a:pt x="8654" y="7679"/>
                  </a:cubicBezTo>
                  <a:cubicBezTo>
                    <a:pt x="8642" y="7691"/>
                    <a:pt x="8629" y="7703"/>
                    <a:pt x="8629" y="7716"/>
                  </a:cubicBezTo>
                  <a:cubicBezTo>
                    <a:pt x="8592" y="7777"/>
                    <a:pt x="8555" y="7852"/>
                    <a:pt x="8518" y="7913"/>
                  </a:cubicBezTo>
                  <a:close/>
                  <a:moveTo>
                    <a:pt x="8901" y="7086"/>
                  </a:moveTo>
                  <a:cubicBezTo>
                    <a:pt x="8851" y="7197"/>
                    <a:pt x="9000" y="7296"/>
                    <a:pt x="9098" y="7210"/>
                  </a:cubicBezTo>
                  <a:cubicBezTo>
                    <a:pt x="9111" y="7197"/>
                    <a:pt x="9111" y="7185"/>
                    <a:pt x="9123" y="7173"/>
                  </a:cubicBezTo>
                  <a:cubicBezTo>
                    <a:pt x="9148" y="7099"/>
                    <a:pt x="9172" y="7024"/>
                    <a:pt x="9197" y="6950"/>
                  </a:cubicBezTo>
                  <a:cubicBezTo>
                    <a:pt x="9246" y="6827"/>
                    <a:pt x="9086" y="6728"/>
                    <a:pt x="9012" y="6839"/>
                  </a:cubicBezTo>
                  <a:cubicBezTo>
                    <a:pt x="9000" y="6839"/>
                    <a:pt x="8987" y="6852"/>
                    <a:pt x="8987" y="6876"/>
                  </a:cubicBezTo>
                  <a:cubicBezTo>
                    <a:pt x="8963" y="6938"/>
                    <a:pt x="8926" y="7012"/>
                    <a:pt x="8901" y="7086"/>
                  </a:cubicBezTo>
                  <a:close/>
                  <a:moveTo>
                    <a:pt x="9197" y="6222"/>
                  </a:moveTo>
                  <a:cubicBezTo>
                    <a:pt x="9160" y="6370"/>
                    <a:pt x="9382" y="6432"/>
                    <a:pt x="9419" y="6284"/>
                  </a:cubicBezTo>
                  <a:cubicBezTo>
                    <a:pt x="9444" y="6197"/>
                    <a:pt x="9456" y="6123"/>
                    <a:pt x="9481" y="6049"/>
                  </a:cubicBezTo>
                  <a:cubicBezTo>
                    <a:pt x="9506" y="5951"/>
                    <a:pt x="9395" y="5864"/>
                    <a:pt x="9308" y="5926"/>
                  </a:cubicBezTo>
                  <a:cubicBezTo>
                    <a:pt x="9284" y="5938"/>
                    <a:pt x="9259" y="5963"/>
                    <a:pt x="9246" y="6000"/>
                  </a:cubicBezTo>
                  <a:cubicBezTo>
                    <a:pt x="9234" y="6074"/>
                    <a:pt x="9209" y="6148"/>
                    <a:pt x="9197" y="6222"/>
                  </a:cubicBezTo>
                  <a:close/>
                  <a:moveTo>
                    <a:pt x="9382" y="5321"/>
                  </a:moveTo>
                  <a:cubicBezTo>
                    <a:pt x="9358" y="5444"/>
                    <a:pt x="9530" y="5506"/>
                    <a:pt x="9592" y="5407"/>
                  </a:cubicBezTo>
                  <a:cubicBezTo>
                    <a:pt x="9604" y="5395"/>
                    <a:pt x="9617" y="5370"/>
                    <a:pt x="9617" y="5358"/>
                  </a:cubicBezTo>
                  <a:cubicBezTo>
                    <a:pt x="9629" y="5284"/>
                    <a:pt x="9629" y="5198"/>
                    <a:pt x="9641" y="5124"/>
                  </a:cubicBezTo>
                  <a:cubicBezTo>
                    <a:pt x="9641" y="5099"/>
                    <a:pt x="9641" y="5087"/>
                    <a:pt x="9641" y="5062"/>
                  </a:cubicBezTo>
                  <a:cubicBezTo>
                    <a:pt x="9666" y="5000"/>
                    <a:pt x="9629" y="4938"/>
                    <a:pt x="9567" y="4926"/>
                  </a:cubicBezTo>
                  <a:cubicBezTo>
                    <a:pt x="9555" y="4914"/>
                    <a:pt x="9543" y="4914"/>
                    <a:pt x="9530" y="4926"/>
                  </a:cubicBezTo>
                  <a:cubicBezTo>
                    <a:pt x="9456" y="4926"/>
                    <a:pt x="9370" y="4926"/>
                    <a:pt x="9296" y="4926"/>
                  </a:cubicBezTo>
                  <a:cubicBezTo>
                    <a:pt x="9172" y="4926"/>
                    <a:pt x="9135" y="5111"/>
                    <a:pt x="9259" y="5148"/>
                  </a:cubicBezTo>
                  <a:cubicBezTo>
                    <a:pt x="9271" y="5161"/>
                    <a:pt x="9284" y="5161"/>
                    <a:pt x="9308" y="5161"/>
                  </a:cubicBezTo>
                  <a:lnTo>
                    <a:pt x="9419" y="5161"/>
                  </a:lnTo>
                  <a:cubicBezTo>
                    <a:pt x="9419" y="5222"/>
                    <a:pt x="9395" y="5272"/>
                    <a:pt x="9395" y="5333"/>
                  </a:cubicBezTo>
                  <a:close/>
                  <a:moveTo>
                    <a:pt x="9456" y="4420"/>
                  </a:moveTo>
                  <a:cubicBezTo>
                    <a:pt x="9469" y="4556"/>
                    <a:pt x="9666" y="4556"/>
                    <a:pt x="9679" y="4420"/>
                  </a:cubicBezTo>
                  <a:lnTo>
                    <a:pt x="9679" y="4358"/>
                  </a:lnTo>
                  <a:lnTo>
                    <a:pt x="9679" y="4173"/>
                  </a:lnTo>
                  <a:cubicBezTo>
                    <a:pt x="9679" y="4050"/>
                    <a:pt x="9506" y="4025"/>
                    <a:pt x="9456" y="4136"/>
                  </a:cubicBezTo>
                  <a:cubicBezTo>
                    <a:pt x="9456" y="4161"/>
                    <a:pt x="9456" y="4173"/>
                    <a:pt x="9456" y="4185"/>
                  </a:cubicBezTo>
                  <a:lnTo>
                    <a:pt x="9456" y="4420"/>
                  </a:lnTo>
                  <a:close/>
                  <a:moveTo>
                    <a:pt x="9395" y="3506"/>
                  </a:moveTo>
                  <a:cubicBezTo>
                    <a:pt x="9407" y="3642"/>
                    <a:pt x="9604" y="3642"/>
                    <a:pt x="9617" y="3506"/>
                  </a:cubicBezTo>
                  <a:lnTo>
                    <a:pt x="9617" y="3482"/>
                  </a:lnTo>
                  <a:cubicBezTo>
                    <a:pt x="9604" y="3395"/>
                    <a:pt x="9592" y="3321"/>
                    <a:pt x="9580" y="3235"/>
                  </a:cubicBezTo>
                  <a:cubicBezTo>
                    <a:pt x="9555" y="3111"/>
                    <a:pt x="9370" y="3111"/>
                    <a:pt x="9358" y="3235"/>
                  </a:cubicBezTo>
                  <a:cubicBezTo>
                    <a:pt x="9345" y="3260"/>
                    <a:pt x="9345" y="3272"/>
                    <a:pt x="9358" y="3284"/>
                  </a:cubicBezTo>
                  <a:cubicBezTo>
                    <a:pt x="9370" y="3358"/>
                    <a:pt x="9382" y="3432"/>
                    <a:pt x="9395" y="3506"/>
                  </a:cubicBezTo>
                  <a:close/>
                  <a:moveTo>
                    <a:pt x="9111" y="2692"/>
                  </a:moveTo>
                  <a:cubicBezTo>
                    <a:pt x="9197" y="2791"/>
                    <a:pt x="9358" y="2716"/>
                    <a:pt x="9321" y="2593"/>
                  </a:cubicBezTo>
                  <a:cubicBezTo>
                    <a:pt x="9308" y="2568"/>
                    <a:pt x="9308" y="2556"/>
                    <a:pt x="9296" y="2544"/>
                  </a:cubicBezTo>
                  <a:cubicBezTo>
                    <a:pt x="9234" y="2482"/>
                    <a:pt x="9172" y="2420"/>
                    <a:pt x="9098" y="2371"/>
                  </a:cubicBezTo>
                  <a:cubicBezTo>
                    <a:pt x="8987" y="2297"/>
                    <a:pt x="8851" y="2433"/>
                    <a:pt x="8938" y="2544"/>
                  </a:cubicBezTo>
                  <a:cubicBezTo>
                    <a:pt x="8950" y="2544"/>
                    <a:pt x="8963" y="2556"/>
                    <a:pt x="8975" y="2568"/>
                  </a:cubicBezTo>
                  <a:cubicBezTo>
                    <a:pt x="9024" y="2593"/>
                    <a:pt x="9074" y="2642"/>
                    <a:pt x="9111" y="2692"/>
                  </a:cubicBezTo>
                  <a:close/>
                  <a:moveTo>
                    <a:pt x="8395" y="2544"/>
                  </a:moveTo>
                  <a:cubicBezTo>
                    <a:pt x="8531" y="2507"/>
                    <a:pt x="8493" y="2309"/>
                    <a:pt x="8358" y="2321"/>
                  </a:cubicBezTo>
                  <a:cubicBezTo>
                    <a:pt x="8345" y="2321"/>
                    <a:pt x="8333" y="2321"/>
                    <a:pt x="8321" y="2321"/>
                  </a:cubicBezTo>
                  <a:cubicBezTo>
                    <a:pt x="8247" y="2346"/>
                    <a:pt x="8173" y="2383"/>
                    <a:pt x="8098" y="2420"/>
                  </a:cubicBezTo>
                  <a:cubicBezTo>
                    <a:pt x="8074" y="2433"/>
                    <a:pt x="8049" y="2445"/>
                    <a:pt x="8037" y="2470"/>
                  </a:cubicBezTo>
                  <a:cubicBezTo>
                    <a:pt x="8000" y="2568"/>
                    <a:pt x="8098" y="2679"/>
                    <a:pt x="8197" y="2630"/>
                  </a:cubicBezTo>
                  <a:cubicBezTo>
                    <a:pt x="8259" y="2593"/>
                    <a:pt x="8333" y="2568"/>
                    <a:pt x="8395" y="2544"/>
                  </a:cubicBezTo>
                  <a:close/>
                  <a:moveTo>
                    <a:pt x="7642" y="3000"/>
                  </a:moveTo>
                  <a:cubicBezTo>
                    <a:pt x="7666" y="2976"/>
                    <a:pt x="7679" y="2951"/>
                    <a:pt x="7679" y="2926"/>
                  </a:cubicBezTo>
                  <a:cubicBezTo>
                    <a:pt x="7691" y="2815"/>
                    <a:pt x="7568" y="2754"/>
                    <a:pt x="7494" y="2815"/>
                  </a:cubicBezTo>
                  <a:cubicBezTo>
                    <a:pt x="7420" y="2877"/>
                    <a:pt x="7370" y="2926"/>
                    <a:pt x="7308" y="3000"/>
                  </a:cubicBezTo>
                  <a:cubicBezTo>
                    <a:pt x="7284" y="3037"/>
                    <a:pt x="7271" y="3087"/>
                    <a:pt x="7296" y="3136"/>
                  </a:cubicBezTo>
                  <a:cubicBezTo>
                    <a:pt x="7346" y="3198"/>
                    <a:pt x="7432" y="3210"/>
                    <a:pt x="7481" y="3149"/>
                  </a:cubicBezTo>
                  <a:cubicBezTo>
                    <a:pt x="7531" y="3087"/>
                    <a:pt x="7580" y="3037"/>
                    <a:pt x="7642" y="2988"/>
                  </a:cubicBezTo>
                  <a:close/>
                  <a:moveTo>
                    <a:pt x="7259" y="3692"/>
                  </a:moveTo>
                  <a:cubicBezTo>
                    <a:pt x="7259" y="3655"/>
                    <a:pt x="7234" y="3605"/>
                    <a:pt x="7185" y="3593"/>
                  </a:cubicBezTo>
                  <a:cubicBezTo>
                    <a:pt x="7111" y="3568"/>
                    <a:pt x="7025" y="3630"/>
                    <a:pt x="7037" y="3704"/>
                  </a:cubicBezTo>
                  <a:cubicBezTo>
                    <a:pt x="7037" y="3790"/>
                    <a:pt x="7049" y="3877"/>
                    <a:pt x="7086" y="3963"/>
                  </a:cubicBezTo>
                  <a:cubicBezTo>
                    <a:pt x="7123" y="4099"/>
                    <a:pt x="7321" y="4050"/>
                    <a:pt x="7308" y="3914"/>
                  </a:cubicBezTo>
                  <a:cubicBezTo>
                    <a:pt x="7308" y="3914"/>
                    <a:pt x="7308" y="3901"/>
                    <a:pt x="7308" y="3889"/>
                  </a:cubicBezTo>
                  <a:cubicBezTo>
                    <a:pt x="7284" y="3827"/>
                    <a:pt x="7271" y="3766"/>
                    <a:pt x="7271" y="3692"/>
                  </a:cubicBezTo>
                  <a:close/>
                  <a:moveTo>
                    <a:pt x="7666" y="4408"/>
                  </a:moveTo>
                  <a:cubicBezTo>
                    <a:pt x="7568" y="4321"/>
                    <a:pt x="7420" y="4432"/>
                    <a:pt x="7481" y="4556"/>
                  </a:cubicBezTo>
                  <a:cubicBezTo>
                    <a:pt x="7481" y="4556"/>
                    <a:pt x="7494" y="4568"/>
                    <a:pt x="7506" y="4580"/>
                  </a:cubicBezTo>
                  <a:cubicBezTo>
                    <a:pt x="7555" y="4642"/>
                    <a:pt x="7617" y="4691"/>
                    <a:pt x="7679" y="4741"/>
                  </a:cubicBezTo>
                  <a:cubicBezTo>
                    <a:pt x="7802" y="4840"/>
                    <a:pt x="7950" y="4667"/>
                    <a:pt x="7839" y="4568"/>
                  </a:cubicBezTo>
                  <a:cubicBezTo>
                    <a:pt x="7778" y="4519"/>
                    <a:pt x="7728" y="4469"/>
                    <a:pt x="7666" y="4408"/>
                  </a:cubicBezTo>
                  <a:close/>
                  <a:moveTo>
                    <a:pt x="8395" y="4852"/>
                  </a:moveTo>
                  <a:cubicBezTo>
                    <a:pt x="8271" y="4815"/>
                    <a:pt x="8197" y="4988"/>
                    <a:pt x="8308" y="5062"/>
                  </a:cubicBezTo>
                  <a:cubicBezTo>
                    <a:pt x="8321" y="5062"/>
                    <a:pt x="8333" y="5074"/>
                    <a:pt x="8345" y="5074"/>
                  </a:cubicBezTo>
                  <a:cubicBezTo>
                    <a:pt x="8419" y="5099"/>
                    <a:pt x="8493" y="5111"/>
                    <a:pt x="8580" y="5124"/>
                  </a:cubicBezTo>
                  <a:cubicBezTo>
                    <a:pt x="8703" y="5136"/>
                    <a:pt x="8765" y="4963"/>
                    <a:pt x="8654" y="4901"/>
                  </a:cubicBezTo>
                  <a:cubicBezTo>
                    <a:pt x="8642" y="4901"/>
                    <a:pt x="8629" y="4889"/>
                    <a:pt x="8617" y="4889"/>
                  </a:cubicBezTo>
                  <a:cubicBezTo>
                    <a:pt x="8543" y="4877"/>
                    <a:pt x="8469" y="4864"/>
                    <a:pt x="8395" y="4852"/>
                  </a:cubicBezTo>
                  <a:close/>
                  <a:moveTo>
                    <a:pt x="10197" y="4852"/>
                  </a:moveTo>
                  <a:cubicBezTo>
                    <a:pt x="10074" y="4864"/>
                    <a:pt x="10074" y="5049"/>
                    <a:pt x="10197" y="5074"/>
                  </a:cubicBezTo>
                  <a:cubicBezTo>
                    <a:pt x="10209" y="5074"/>
                    <a:pt x="10222" y="5074"/>
                    <a:pt x="10234" y="5074"/>
                  </a:cubicBezTo>
                  <a:lnTo>
                    <a:pt x="10469" y="5037"/>
                  </a:lnTo>
                  <a:cubicBezTo>
                    <a:pt x="10592" y="5012"/>
                    <a:pt x="10592" y="4827"/>
                    <a:pt x="10469" y="4815"/>
                  </a:cubicBezTo>
                  <a:cubicBezTo>
                    <a:pt x="10456" y="4803"/>
                    <a:pt x="10431" y="4803"/>
                    <a:pt x="10419" y="4815"/>
                  </a:cubicBezTo>
                  <a:cubicBezTo>
                    <a:pt x="10345" y="4827"/>
                    <a:pt x="10271" y="4840"/>
                    <a:pt x="10197" y="4852"/>
                  </a:cubicBezTo>
                  <a:close/>
                  <a:moveTo>
                    <a:pt x="11098" y="4667"/>
                  </a:moveTo>
                  <a:cubicBezTo>
                    <a:pt x="11012" y="4691"/>
                    <a:pt x="10975" y="4803"/>
                    <a:pt x="11049" y="4864"/>
                  </a:cubicBezTo>
                  <a:cubicBezTo>
                    <a:pt x="11073" y="4889"/>
                    <a:pt x="11123" y="4901"/>
                    <a:pt x="11160" y="4901"/>
                  </a:cubicBezTo>
                  <a:lnTo>
                    <a:pt x="11382" y="4840"/>
                  </a:lnTo>
                  <a:cubicBezTo>
                    <a:pt x="11518" y="4803"/>
                    <a:pt x="11493" y="4593"/>
                    <a:pt x="11345" y="4605"/>
                  </a:cubicBezTo>
                  <a:lnTo>
                    <a:pt x="11320" y="4605"/>
                  </a:lnTo>
                  <a:lnTo>
                    <a:pt x="11098" y="4667"/>
                  </a:lnTo>
                  <a:close/>
                  <a:moveTo>
                    <a:pt x="11987" y="4408"/>
                  </a:moveTo>
                  <a:cubicBezTo>
                    <a:pt x="11851" y="4457"/>
                    <a:pt x="11888" y="4642"/>
                    <a:pt x="12024" y="4642"/>
                  </a:cubicBezTo>
                  <a:cubicBezTo>
                    <a:pt x="12036" y="4642"/>
                    <a:pt x="12049" y="4642"/>
                    <a:pt x="12061" y="4642"/>
                  </a:cubicBezTo>
                  <a:lnTo>
                    <a:pt x="12283" y="4556"/>
                  </a:lnTo>
                  <a:cubicBezTo>
                    <a:pt x="12394" y="4519"/>
                    <a:pt x="12369" y="4334"/>
                    <a:pt x="12246" y="4334"/>
                  </a:cubicBezTo>
                  <a:cubicBezTo>
                    <a:pt x="12221" y="4334"/>
                    <a:pt x="12209" y="4334"/>
                    <a:pt x="12197" y="4346"/>
                  </a:cubicBezTo>
                  <a:lnTo>
                    <a:pt x="11987" y="4420"/>
                  </a:lnTo>
                  <a:close/>
                  <a:moveTo>
                    <a:pt x="12839" y="4074"/>
                  </a:moveTo>
                  <a:cubicBezTo>
                    <a:pt x="12727" y="4124"/>
                    <a:pt x="12764" y="4296"/>
                    <a:pt x="12888" y="4296"/>
                  </a:cubicBezTo>
                  <a:cubicBezTo>
                    <a:pt x="12900" y="4296"/>
                    <a:pt x="12913" y="4296"/>
                    <a:pt x="12925" y="4284"/>
                  </a:cubicBezTo>
                  <a:lnTo>
                    <a:pt x="13147" y="4185"/>
                  </a:lnTo>
                  <a:cubicBezTo>
                    <a:pt x="13258" y="4136"/>
                    <a:pt x="13209" y="3951"/>
                    <a:pt x="13085" y="3963"/>
                  </a:cubicBezTo>
                  <a:cubicBezTo>
                    <a:pt x="13073" y="3963"/>
                    <a:pt x="13061" y="3976"/>
                    <a:pt x="13048" y="3976"/>
                  </a:cubicBezTo>
                  <a:close/>
                  <a:moveTo>
                    <a:pt x="13653" y="3655"/>
                  </a:moveTo>
                  <a:cubicBezTo>
                    <a:pt x="13542" y="3729"/>
                    <a:pt x="13604" y="3889"/>
                    <a:pt x="13727" y="3877"/>
                  </a:cubicBezTo>
                  <a:cubicBezTo>
                    <a:pt x="13740" y="3877"/>
                    <a:pt x="13752" y="3864"/>
                    <a:pt x="13764" y="3864"/>
                  </a:cubicBezTo>
                  <a:cubicBezTo>
                    <a:pt x="13838" y="3827"/>
                    <a:pt x="13900" y="3778"/>
                    <a:pt x="13974" y="3741"/>
                  </a:cubicBezTo>
                  <a:cubicBezTo>
                    <a:pt x="14098" y="3655"/>
                    <a:pt x="13987" y="3457"/>
                    <a:pt x="13851" y="3544"/>
                  </a:cubicBezTo>
                  <a:close/>
                  <a:moveTo>
                    <a:pt x="14419" y="3161"/>
                  </a:moveTo>
                  <a:cubicBezTo>
                    <a:pt x="14320" y="3235"/>
                    <a:pt x="14394" y="3395"/>
                    <a:pt x="14517" y="3371"/>
                  </a:cubicBezTo>
                  <a:cubicBezTo>
                    <a:pt x="14530" y="3371"/>
                    <a:pt x="14554" y="3358"/>
                    <a:pt x="14567" y="3358"/>
                  </a:cubicBezTo>
                  <a:cubicBezTo>
                    <a:pt x="14628" y="3309"/>
                    <a:pt x="14690" y="3260"/>
                    <a:pt x="14752" y="3210"/>
                  </a:cubicBezTo>
                  <a:cubicBezTo>
                    <a:pt x="14826" y="3149"/>
                    <a:pt x="14801" y="3013"/>
                    <a:pt x="14690" y="3000"/>
                  </a:cubicBezTo>
                  <a:cubicBezTo>
                    <a:pt x="14665" y="3000"/>
                    <a:pt x="14628" y="3013"/>
                    <a:pt x="14604" y="3025"/>
                  </a:cubicBezTo>
                  <a:close/>
                  <a:moveTo>
                    <a:pt x="15135" y="2581"/>
                  </a:moveTo>
                  <a:cubicBezTo>
                    <a:pt x="15097" y="2605"/>
                    <a:pt x="15085" y="2655"/>
                    <a:pt x="15097" y="2692"/>
                  </a:cubicBezTo>
                  <a:cubicBezTo>
                    <a:pt x="15110" y="2778"/>
                    <a:pt x="15221" y="2815"/>
                    <a:pt x="15295" y="2754"/>
                  </a:cubicBezTo>
                  <a:cubicBezTo>
                    <a:pt x="15344" y="2704"/>
                    <a:pt x="15406" y="2642"/>
                    <a:pt x="15455" y="2593"/>
                  </a:cubicBezTo>
                  <a:cubicBezTo>
                    <a:pt x="15579" y="2482"/>
                    <a:pt x="15418" y="2309"/>
                    <a:pt x="15307" y="2420"/>
                  </a:cubicBezTo>
                  <a:cubicBezTo>
                    <a:pt x="15246" y="2470"/>
                    <a:pt x="15196" y="2531"/>
                    <a:pt x="15135" y="2581"/>
                  </a:cubicBezTo>
                  <a:close/>
                  <a:moveTo>
                    <a:pt x="15752" y="1926"/>
                  </a:moveTo>
                  <a:cubicBezTo>
                    <a:pt x="15715" y="1951"/>
                    <a:pt x="15715" y="2001"/>
                    <a:pt x="15739" y="2050"/>
                  </a:cubicBezTo>
                  <a:cubicBezTo>
                    <a:pt x="15776" y="2124"/>
                    <a:pt x="15875" y="2124"/>
                    <a:pt x="15925" y="2062"/>
                  </a:cubicBezTo>
                  <a:cubicBezTo>
                    <a:pt x="15974" y="2001"/>
                    <a:pt x="16023" y="1939"/>
                    <a:pt x="16073" y="1877"/>
                  </a:cubicBezTo>
                  <a:cubicBezTo>
                    <a:pt x="16134" y="1778"/>
                    <a:pt x="16023" y="1655"/>
                    <a:pt x="15925" y="1717"/>
                  </a:cubicBezTo>
                  <a:cubicBezTo>
                    <a:pt x="15912" y="1717"/>
                    <a:pt x="15900" y="1729"/>
                    <a:pt x="15900" y="1741"/>
                  </a:cubicBezTo>
                  <a:cubicBezTo>
                    <a:pt x="15850" y="1803"/>
                    <a:pt x="15801" y="1865"/>
                    <a:pt x="15752" y="1926"/>
                  </a:cubicBezTo>
                  <a:close/>
                  <a:moveTo>
                    <a:pt x="16270" y="1173"/>
                  </a:moveTo>
                  <a:cubicBezTo>
                    <a:pt x="16159" y="1285"/>
                    <a:pt x="16332" y="1445"/>
                    <a:pt x="16443" y="1322"/>
                  </a:cubicBezTo>
                  <a:cubicBezTo>
                    <a:pt x="16455" y="1322"/>
                    <a:pt x="16455" y="1309"/>
                    <a:pt x="16468" y="1297"/>
                  </a:cubicBezTo>
                  <a:lnTo>
                    <a:pt x="16492" y="1248"/>
                  </a:lnTo>
                  <a:lnTo>
                    <a:pt x="16542" y="1149"/>
                  </a:lnTo>
                  <a:lnTo>
                    <a:pt x="16579" y="1087"/>
                  </a:lnTo>
                  <a:cubicBezTo>
                    <a:pt x="16653" y="964"/>
                    <a:pt x="16480" y="853"/>
                    <a:pt x="16394" y="951"/>
                  </a:cubicBezTo>
                  <a:cubicBezTo>
                    <a:pt x="16381" y="964"/>
                    <a:pt x="16381" y="976"/>
                    <a:pt x="16381" y="976"/>
                  </a:cubicBezTo>
                  <a:lnTo>
                    <a:pt x="16344" y="1038"/>
                  </a:lnTo>
                  <a:lnTo>
                    <a:pt x="16295" y="1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52.xml"/><Relationship Id="rId42" Type="http://schemas.openxmlformats.org/officeDocument/2006/relationships/slideLayout" Target="../slideLayouts/slideLayout54.xml"/><Relationship Id="rId41" Type="http://schemas.openxmlformats.org/officeDocument/2006/relationships/slideLayout" Target="../slideLayouts/slideLayout53.xml"/><Relationship Id="rId44" Type="http://schemas.openxmlformats.org/officeDocument/2006/relationships/slideLayout" Target="../slideLayouts/slideLayout56.xml"/><Relationship Id="rId43" Type="http://schemas.openxmlformats.org/officeDocument/2006/relationships/slideLayout" Target="../slideLayouts/slideLayout55.xml"/><Relationship Id="rId46" Type="http://schemas.openxmlformats.org/officeDocument/2006/relationships/slideLayout" Target="../slideLayouts/slideLayout58.xml"/><Relationship Id="rId45" Type="http://schemas.openxmlformats.org/officeDocument/2006/relationships/slideLayout" Target="../slideLayouts/slideLayout57.xml"/><Relationship Id="rId1" Type="http://schemas.openxmlformats.org/officeDocument/2006/relationships/slideLayout" Target="../slideLayouts/slideLayout13.xml"/><Relationship Id="rId2" Type="http://schemas.openxmlformats.org/officeDocument/2006/relationships/slideLayout" Target="../slideLayouts/slideLayout14.xml"/><Relationship Id="rId3" Type="http://schemas.openxmlformats.org/officeDocument/2006/relationships/slideLayout" Target="../slideLayouts/slideLayout15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48" Type="http://schemas.openxmlformats.org/officeDocument/2006/relationships/slideLayout" Target="../slideLayouts/slideLayout60.xml"/><Relationship Id="rId47" Type="http://schemas.openxmlformats.org/officeDocument/2006/relationships/slideLayout" Target="../slideLayouts/slideLayout59.xml"/><Relationship Id="rId49" Type="http://schemas.openxmlformats.org/officeDocument/2006/relationships/slideLayout" Target="../slideLayouts/slideLayout61.xml"/><Relationship Id="rId5" Type="http://schemas.openxmlformats.org/officeDocument/2006/relationships/slideLayout" Target="../slideLayouts/slideLayout17.xml"/><Relationship Id="rId6" Type="http://schemas.openxmlformats.org/officeDocument/2006/relationships/slideLayout" Target="../slideLayouts/slideLayout18.xml"/><Relationship Id="rId7" Type="http://schemas.openxmlformats.org/officeDocument/2006/relationships/slideLayout" Target="../slideLayouts/slideLayout19.xml"/><Relationship Id="rId8" Type="http://schemas.openxmlformats.org/officeDocument/2006/relationships/slideLayout" Target="../slideLayouts/slideLayout20.xml"/><Relationship Id="rId31" Type="http://schemas.openxmlformats.org/officeDocument/2006/relationships/slideLayout" Target="../slideLayouts/slideLayout43.xml"/><Relationship Id="rId30" Type="http://schemas.openxmlformats.org/officeDocument/2006/relationships/slideLayout" Target="../slideLayouts/slideLayout42.xml"/><Relationship Id="rId33" Type="http://schemas.openxmlformats.org/officeDocument/2006/relationships/slideLayout" Target="../slideLayouts/slideLayout45.xml"/><Relationship Id="rId32" Type="http://schemas.openxmlformats.org/officeDocument/2006/relationships/slideLayout" Target="../slideLayouts/slideLayout44.xml"/><Relationship Id="rId35" Type="http://schemas.openxmlformats.org/officeDocument/2006/relationships/slideLayout" Target="../slideLayouts/slideLayout47.xml"/><Relationship Id="rId34" Type="http://schemas.openxmlformats.org/officeDocument/2006/relationships/slideLayout" Target="../slideLayouts/slideLayout46.xml"/><Relationship Id="rId37" Type="http://schemas.openxmlformats.org/officeDocument/2006/relationships/slideLayout" Target="../slideLayouts/slideLayout49.xml"/><Relationship Id="rId36" Type="http://schemas.openxmlformats.org/officeDocument/2006/relationships/slideLayout" Target="../slideLayouts/slideLayout48.xml"/><Relationship Id="rId39" Type="http://schemas.openxmlformats.org/officeDocument/2006/relationships/slideLayout" Target="../slideLayouts/slideLayout51.xml"/><Relationship Id="rId38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32.xml"/><Relationship Id="rId22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33.xml"/><Relationship Id="rId24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35.xml"/><Relationship Id="rId26" Type="http://schemas.openxmlformats.org/officeDocument/2006/relationships/slideLayout" Target="../slideLayouts/slideLayout38.xml"/><Relationship Id="rId25" Type="http://schemas.openxmlformats.org/officeDocument/2006/relationships/slideLayout" Target="../slideLayouts/slideLayout37.xml"/><Relationship Id="rId28" Type="http://schemas.openxmlformats.org/officeDocument/2006/relationships/slideLayout" Target="../slideLayouts/slideLayout40.xml"/><Relationship Id="rId27" Type="http://schemas.openxmlformats.org/officeDocument/2006/relationships/slideLayout" Target="../slideLayouts/slideLayout39.xml"/><Relationship Id="rId29" Type="http://schemas.openxmlformats.org/officeDocument/2006/relationships/slideLayout" Target="../slideLayouts/slideLayout41.xml"/><Relationship Id="rId51" Type="http://schemas.openxmlformats.org/officeDocument/2006/relationships/theme" Target="../theme/theme5.xml"/><Relationship Id="rId50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2.xml"/><Relationship Id="rId13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24.xml"/><Relationship Id="rId15" Type="http://schemas.openxmlformats.org/officeDocument/2006/relationships/slideLayout" Target="../slideLayouts/slideLayout27.xml"/><Relationship Id="rId14" Type="http://schemas.openxmlformats.org/officeDocument/2006/relationships/slideLayout" Target="../slideLayouts/slideLayout26.xml"/><Relationship Id="rId17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28.xml"/><Relationship Id="rId19" Type="http://schemas.openxmlformats.org/officeDocument/2006/relationships/slideLayout" Target="../slideLayouts/slideLayout31.xml"/><Relationship Id="rId18" Type="http://schemas.openxmlformats.org/officeDocument/2006/relationships/slideLayout" Target="../slideLayouts/slideLayout30.xml"/></Relationships>
</file>

<file path=ppt/slideMasters/_rels/slideMaster3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102.xml"/><Relationship Id="rId42" Type="http://schemas.openxmlformats.org/officeDocument/2006/relationships/slideLayout" Target="../slideLayouts/slideLayout104.xml"/><Relationship Id="rId41" Type="http://schemas.openxmlformats.org/officeDocument/2006/relationships/slideLayout" Target="../slideLayouts/slideLayout103.xml"/><Relationship Id="rId44" Type="http://schemas.openxmlformats.org/officeDocument/2006/relationships/slideLayout" Target="../slideLayouts/slideLayout106.xml"/><Relationship Id="rId43" Type="http://schemas.openxmlformats.org/officeDocument/2006/relationships/slideLayout" Target="../slideLayouts/slideLayout105.xml"/><Relationship Id="rId46" Type="http://schemas.openxmlformats.org/officeDocument/2006/relationships/slideLayout" Target="../slideLayouts/slideLayout108.xml"/><Relationship Id="rId45" Type="http://schemas.openxmlformats.org/officeDocument/2006/relationships/slideLayout" Target="../slideLayouts/slideLayout107.xml"/><Relationship Id="rId1" Type="http://schemas.openxmlformats.org/officeDocument/2006/relationships/slideLayout" Target="../slideLayouts/slideLayout63.xml"/><Relationship Id="rId2" Type="http://schemas.openxmlformats.org/officeDocument/2006/relationships/slideLayout" Target="../slideLayouts/slideLayout64.xml"/><Relationship Id="rId3" Type="http://schemas.openxmlformats.org/officeDocument/2006/relationships/slideLayout" Target="../slideLayouts/slideLayout65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48" Type="http://schemas.openxmlformats.org/officeDocument/2006/relationships/slideLayout" Target="../slideLayouts/slideLayout110.xml"/><Relationship Id="rId47" Type="http://schemas.openxmlformats.org/officeDocument/2006/relationships/slideLayout" Target="../slideLayouts/slideLayout109.xml"/><Relationship Id="rId49" Type="http://schemas.openxmlformats.org/officeDocument/2006/relationships/slideLayout" Target="../slideLayouts/slideLayout111.xml"/><Relationship Id="rId5" Type="http://schemas.openxmlformats.org/officeDocument/2006/relationships/slideLayout" Target="../slideLayouts/slideLayout67.xml"/><Relationship Id="rId6" Type="http://schemas.openxmlformats.org/officeDocument/2006/relationships/slideLayout" Target="../slideLayouts/slideLayout68.xml"/><Relationship Id="rId7" Type="http://schemas.openxmlformats.org/officeDocument/2006/relationships/slideLayout" Target="../slideLayouts/slideLayout69.xml"/><Relationship Id="rId8" Type="http://schemas.openxmlformats.org/officeDocument/2006/relationships/slideLayout" Target="../slideLayouts/slideLayout70.xml"/><Relationship Id="rId31" Type="http://schemas.openxmlformats.org/officeDocument/2006/relationships/slideLayout" Target="../slideLayouts/slideLayout93.xml"/><Relationship Id="rId30" Type="http://schemas.openxmlformats.org/officeDocument/2006/relationships/slideLayout" Target="../slideLayouts/slideLayout92.xml"/><Relationship Id="rId33" Type="http://schemas.openxmlformats.org/officeDocument/2006/relationships/slideLayout" Target="../slideLayouts/slideLayout95.xml"/><Relationship Id="rId32" Type="http://schemas.openxmlformats.org/officeDocument/2006/relationships/slideLayout" Target="../slideLayouts/slideLayout94.xml"/><Relationship Id="rId35" Type="http://schemas.openxmlformats.org/officeDocument/2006/relationships/slideLayout" Target="../slideLayouts/slideLayout97.xml"/><Relationship Id="rId34" Type="http://schemas.openxmlformats.org/officeDocument/2006/relationships/slideLayout" Target="../slideLayouts/slideLayout96.xml"/><Relationship Id="rId37" Type="http://schemas.openxmlformats.org/officeDocument/2006/relationships/slideLayout" Target="../slideLayouts/slideLayout99.xml"/><Relationship Id="rId36" Type="http://schemas.openxmlformats.org/officeDocument/2006/relationships/slideLayout" Target="../slideLayouts/slideLayout98.xml"/><Relationship Id="rId39" Type="http://schemas.openxmlformats.org/officeDocument/2006/relationships/slideLayout" Target="../slideLayouts/slideLayout101.xml"/><Relationship Id="rId38" Type="http://schemas.openxmlformats.org/officeDocument/2006/relationships/slideLayout" Target="../slideLayouts/slideLayout100.xml"/><Relationship Id="rId20" Type="http://schemas.openxmlformats.org/officeDocument/2006/relationships/slideLayout" Target="../slideLayouts/slideLayout82.xml"/><Relationship Id="rId22" Type="http://schemas.openxmlformats.org/officeDocument/2006/relationships/slideLayout" Target="../slideLayouts/slideLayout84.xml"/><Relationship Id="rId21" Type="http://schemas.openxmlformats.org/officeDocument/2006/relationships/slideLayout" Target="../slideLayouts/slideLayout83.xml"/><Relationship Id="rId24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85.xml"/><Relationship Id="rId26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87.xml"/><Relationship Id="rId28" Type="http://schemas.openxmlformats.org/officeDocument/2006/relationships/slideLayout" Target="../slideLayouts/slideLayout90.xml"/><Relationship Id="rId27" Type="http://schemas.openxmlformats.org/officeDocument/2006/relationships/slideLayout" Target="../slideLayouts/slideLayout89.xml"/><Relationship Id="rId29" Type="http://schemas.openxmlformats.org/officeDocument/2006/relationships/slideLayout" Target="../slideLayouts/slideLayout91.xml"/><Relationship Id="rId51" Type="http://schemas.openxmlformats.org/officeDocument/2006/relationships/theme" Target="../theme/theme3.xml"/><Relationship Id="rId50" Type="http://schemas.openxmlformats.org/officeDocument/2006/relationships/slideLayout" Target="../slideLayouts/slideLayout112.xml"/><Relationship Id="rId11" Type="http://schemas.openxmlformats.org/officeDocument/2006/relationships/slideLayout" Target="../slideLayouts/slideLayout73.xml"/><Relationship Id="rId10" Type="http://schemas.openxmlformats.org/officeDocument/2006/relationships/slideLayout" Target="../slideLayouts/slideLayout72.xml"/><Relationship Id="rId13" Type="http://schemas.openxmlformats.org/officeDocument/2006/relationships/slideLayout" Target="../slideLayouts/slideLayout75.xml"/><Relationship Id="rId12" Type="http://schemas.openxmlformats.org/officeDocument/2006/relationships/slideLayout" Target="../slideLayouts/slideLayout74.xml"/><Relationship Id="rId15" Type="http://schemas.openxmlformats.org/officeDocument/2006/relationships/slideLayout" Target="../slideLayouts/slideLayout77.xml"/><Relationship Id="rId14" Type="http://schemas.openxmlformats.org/officeDocument/2006/relationships/slideLayout" Target="../slideLayouts/slideLayout76.xml"/><Relationship Id="rId17" Type="http://schemas.openxmlformats.org/officeDocument/2006/relationships/slideLayout" Target="../slideLayouts/slideLayout79.xml"/><Relationship Id="rId16" Type="http://schemas.openxmlformats.org/officeDocument/2006/relationships/slideLayout" Target="../slideLayouts/slideLayout78.xml"/><Relationship Id="rId19" Type="http://schemas.openxmlformats.org/officeDocument/2006/relationships/slideLayout" Target="../slideLayouts/slideLayout81.xml"/><Relationship Id="rId18" Type="http://schemas.openxmlformats.org/officeDocument/2006/relationships/slideLayout" Target="../slideLayouts/slideLayout80.xml"/></Relationships>
</file>

<file path=ppt/slideMasters/_rels/slideMaster4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152.xml"/><Relationship Id="rId42" Type="http://schemas.openxmlformats.org/officeDocument/2006/relationships/slideLayout" Target="../slideLayouts/slideLayout154.xml"/><Relationship Id="rId41" Type="http://schemas.openxmlformats.org/officeDocument/2006/relationships/slideLayout" Target="../slideLayouts/slideLayout153.xml"/><Relationship Id="rId44" Type="http://schemas.openxmlformats.org/officeDocument/2006/relationships/slideLayout" Target="../slideLayouts/slideLayout156.xml"/><Relationship Id="rId43" Type="http://schemas.openxmlformats.org/officeDocument/2006/relationships/slideLayout" Target="../slideLayouts/slideLayout155.xml"/><Relationship Id="rId46" Type="http://schemas.openxmlformats.org/officeDocument/2006/relationships/slideLayout" Target="../slideLayouts/slideLayout158.xml"/><Relationship Id="rId45" Type="http://schemas.openxmlformats.org/officeDocument/2006/relationships/slideLayout" Target="../slideLayouts/slideLayout157.xml"/><Relationship Id="rId1" Type="http://schemas.openxmlformats.org/officeDocument/2006/relationships/slideLayout" Target="../slideLayouts/slideLayout113.xml"/><Relationship Id="rId2" Type="http://schemas.openxmlformats.org/officeDocument/2006/relationships/slideLayout" Target="../slideLayouts/slideLayout114.xml"/><Relationship Id="rId3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116.xml"/><Relationship Id="rId9" Type="http://schemas.openxmlformats.org/officeDocument/2006/relationships/slideLayout" Target="../slideLayouts/slideLayout121.xml"/><Relationship Id="rId48" Type="http://schemas.openxmlformats.org/officeDocument/2006/relationships/slideLayout" Target="../slideLayouts/slideLayout160.xml"/><Relationship Id="rId47" Type="http://schemas.openxmlformats.org/officeDocument/2006/relationships/slideLayout" Target="../slideLayouts/slideLayout159.xml"/><Relationship Id="rId49" Type="http://schemas.openxmlformats.org/officeDocument/2006/relationships/slideLayout" Target="../slideLayouts/slideLayout161.xml"/><Relationship Id="rId5" Type="http://schemas.openxmlformats.org/officeDocument/2006/relationships/slideLayout" Target="../slideLayouts/slideLayout117.xml"/><Relationship Id="rId6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119.xml"/><Relationship Id="rId8" Type="http://schemas.openxmlformats.org/officeDocument/2006/relationships/slideLayout" Target="../slideLayouts/slideLayout120.xml"/><Relationship Id="rId31" Type="http://schemas.openxmlformats.org/officeDocument/2006/relationships/slideLayout" Target="../slideLayouts/slideLayout143.xml"/><Relationship Id="rId30" Type="http://schemas.openxmlformats.org/officeDocument/2006/relationships/slideLayout" Target="../slideLayouts/slideLayout142.xml"/><Relationship Id="rId33" Type="http://schemas.openxmlformats.org/officeDocument/2006/relationships/slideLayout" Target="../slideLayouts/slideLayout145.xml"/><Relationship Id="rId32" Type="http://schemas.openxmlformats.org/officeDocument/2006/relationships/slideLayout" Target="../slideLayouts/slideLayout144.xml"/><Relationship Id="rId35" Type="http://schemas.openxmlformats.org/officeDocument/2006/relationships/slideLayout" Target="../slideLayouts/slideLayout147.xml"/><Relationship Id="rId34" Type="http://schemas.openxmlformats.org/officeDocument/2006/relationships/slideLayout" Target="../slideLayouts/slideLayout146.xml"/><Relationship Id="rId37" Type="http://schemas.openxmlformats.org/officeDocument/2006/relationships/slideLayout" Target="../slideLayouts/slideLayout149.xml"/><Relationship Id="rId36" Type="http://schemas.openxmlformats.org/officeDocument/2006/relationships/slideLayout" Target="../slideLayouts/slideLayout148.xml"/><Relationship Id="rId39" Type="http://schemas.openxmlformats.org/officeDocument/2006/relationships/slideLayout" Target="../slideLayouts/slideLayout151.xml"/><Relationship Id="rId38" Type="http://schemas.openxmlformats.org/officeDocument/2006/relationships/slideLayout" Target="../slideLayouts/slideLayout150.xml"/><Relationship Id="rId20" Type="http://schemas.openxmlformats.org/officeDocument/2006/relationships/slideLayout" Target="../slideLayouts/slideLayout132.xml"/><Relationship Id="rId22" Type="http://schemas.openxmlformats.org/officeDocument/2006/relationships/slideLayout" Target="../slideLayouts/slideLayout134.xml"/><Relationship Id="rId21" Type="http://schemas.openxmlformats.org/officeDocument/2006/relationships/slideLayout" Target="../slideLayouts/slideLayout133.xml"/><Relationship Id="rId24" Type="http://schemas.openxmlformats.org/officeDocument/2006/relationships/slideLayout" Target="../slideLayouts/slideLayout136.xml"/><Relationship Id="rId23" Type="http://schemas.openxmlformats.org/officeDocument/2006/relationships/slideLayout" Target="../slideLayouts/slideLayout135.xml"/><Relationship Id="rId26" Type="http://schemas.openxmlformats.org/officeDocument/2006/relationships/slideLayout" Target="../slideLayouts/slideLayout138.xml"/><Relationship Id="rId25" Type="http://schemas.openxmlformats.org/officeDocument/2006/relationships/slideLayout" Target="../slideLayouts/slideLayout137.xml"/><Relationship Id="rId28" Type="http://schemas.openxmlformats.org/officeDocument/2006/relationships/slideLayout" Target="../slideLayouts/slideLayout140.xml"/><Relationship Id="rId27" Type="http://schemas.openxmlformats.org/officeDocument/2006/relationships/slideLayout" Target="../slideLayouts/slideLayout139.xml"/><Relationship Id="rId29" Type="http://schemas.openxmlformats.org/officeDocument/2006/relationships/slideLayout" Target="../slideLayouts/slideLayout141.xml"/><Relationship Id="rId51" Type="http://schemas.openxmlformats.org/officeDocument/2006/relationships/theme" Target="../theme/theme4.xml"/><Relationship Id="rId50" Type="http://schemas.openxmlformats.org/officeDocument/2006/relationships/slideLayout" Target="../slideLayouts/slideLayout162.xml"/><Relationship Id="rId11" Type="http://schemas.openxmlformats.org/officeDocument/2006/relationships/slideLayout" Target="../slideLayouts/slideLayout123.xml"/><Relationship Id="rId10" Type="http://schemas.openxmlformats.org/officeDocument/2006/relationships/slideLayout" Target="../slideLayouts/slideLayout122.xml"/><Relationship Id="rId13" Type="http://schemas.openxmlformats.org/officeDocument/2006/relationships/slideLayout" Target="../slideLayouts/slideLayout125.xml"/><Relationship Id="rId12" Type="http://schemas.openxmlformats.org/officeDocument/2006/relationships/slideLayout" Target="../slideLayouts/slideLayout124.xml"/><Relationship Id="rId15" Type="http://schemas.openxmlformats.org/officeDocument/2006/relationships/slideLayout" Target="../slideLayouts/slideLayout127.xml"/><Relationship Id="rId14" Type="http://schemas.openxmlformats.org/officeDocument/2006/relationships/slideLayout" Target="../slideLayouts/slideLayout126.xml"/><Relationship Id="rId17" Type="http://schemas.openxmlformats.org/officeDocument/2006/relationships/slideLayout" Target="../slideLayouts/slideLayout129.xml"/><Relationship Id="rId16" Type="http://schemas.openxmlformats.org/officeDocument/2006/relationships/slideLayout" Target="../slideLayouts/slideLayout128.xml"/><Relationship Id="rId19" Type="http://schemas.openxmlformats.org/officeDocument/2006/relationships/slideLayout" Target="../slideLayouts/slideLayout131.xml"/><Relationship Id="rId18" Type="http://schemas.openxmlformats.org/officeDocument/2006/relationships/slideLayout" Target="../slideLayouts/slideLayout130.xml"/></Relationships>
</file>

<file path=ppt/slideMasters/_rels/slideMaster5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202.xml"/><Relationship Id="rId42" Type="http://schemas.openxmlformats.org/officeDocument/2006/relationships/slideLayout" Target="../slideLayouts/slideLayout204.xml"/><Relationship Id="rId41" Type="http://schemas.openxmlformats.org/officeDocument/2006/relationships/slideLayout" Target="../slideLayouts/slideLayout203.xml"/><Relationship Id="rId44" Type="http://schemas.openxmlformats.org/officeDocument/2006/relationships/slideLayout" Target="../slideLayouts/slideLayout206.xml"/><Relationship Id="rId43" Type="http://schemas.openxmlformats.org/officeDocument/2006/relationships/slideLayout" Target="../slideLayouts/slideLayout205.xml"/><Relationship Id="rId46" Type="http://schemas.openxmlformats.org/officeDocument/2006/relationships/slideLayout" Target="../slideLayouts/slideLayout208.xml"/><Relationship Id="rId45" Type="http://schemas.openxmlformats.org/officeDocument/2006/relationships/slideLayout" Target="../slideLayouts/slideLayout207.xml"/><Relationship Id="rId1" Type="http://schemas.openxmlformats.org/officeDocument/2006/relationships/slideLayout" Target="../slideLayouts/slideLayout163.xml"/><Relationship Id="rId2" Type="http://schemas.openxmlformats.org/officeDocument/2006/relationships/slideLayout" Target="../slideLayouts/slideLayout164.xml"/><Relationship Id="rId3" Type="http://schemas.openxmlformats.org/officeDocument/2006/relationships/slideLayout" Target="../slideLayouts/slideLayout165.xml"/><Relationship Id="rId4" Type="http://schemas.openxmlformats.org/officeDocument/2006/relationships/slideLayout" Target="../slideLayouts/slideLayout166.xml"/><Relationship Id="rId9" Type="http://schemas.openxmlformats.org/officeDocument/2006/relationships/slideLayout" Target="../slideLayouts/slideLayout171.xml"/><Relationship Id="rId48" Type="http://schemas.openxmlformats.org/officeDocument/2006/relationships/slideLayout" Target="../slideLayouts/slideLayout210.xml"/><Relationship Id="rId47" Type="http://schemas.openxmlformats.org/officeDocument/2006/relationships/slideLayout" Target="../slideLayouts/slideLayout209.xml"/><Relationship Id="rId49" Type="http://schemas.openxmlformats.org/officeDocument/2006/relationships/slideLayout" Target="../slideLayouts/slideLayout211.xml"/><Relationship Id="rId5" Type="http://schemas.openxmlformats.org/officeDocument/2006/relationships/slideLayout" Target="../slideLayouts/slideLayout167.xml"/><Relationship Id="rId6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69.xml"/><Relationship Id="rId8" Type="http://schemas.openxmlformats.org/officeDocument/2006/relationships/slideLayout" Target="../slideLayouts/slideLayout170.xml"/><Relationship Id="rId31" Type="http://schemas.openxmlformats.org/officeDocument/2006/relationships/slideLayout" Target="../slideLayouts/slideLayout193.xml"/><Relationship Id="rId30" Type="http://schemas.openxmlformats.org/officeDocument/2006/relationships/slideLayout" Target="../slideLayouts/slideLayout192.xml"/><Relationship Id="rId33" Type="http://schemas.openxmlformats.org/officeDocument/2006/relationships/slideLayout" Target="../slideLayouts/slideLayout195.xml"/><Relationship Id="rId32" Type="http://schemas.openxmlformats.org/officeDocument/2006/relationships/slideLayout" Target="../slideLayouts/slideLayout194.xml"/><Relationship Id="rId35" Type="http://schemas.openxmlformats.org/officeDocument/2006/relationships/slideLayout" Target="../slideLayouts/slideLayout197.xml"/><Relationship Id="rId34" Type="http://schemas.openxmlformats.org/officeDocument/2006/relationships/slideLayout" Target="../slideLayouts/slideLayout196.xml"/><Relationship Id="rId37" Type="http://schemas.openxmlformats.org/officeDocument/2006/relationships/slideLayout" Target="../slideLayouts/slideLayout199.xml"/><Relationship Id="rId36" Type="http://schemas.openxmlformats.org/officeDocument/2006/relationships/slideLayout" Target="../slideLayouts/slideLayout198.xml"/><Relationship Id="rId39" Type="http://schemas.openxmlformats.org/officeDocument/2006/relationships/slideLayout" Target="../slideLayouts/slideLayout201.xml"/><Relationship Id="rId38" Type="http://schemas.openxmlformats.org/officeDocument/2006/relationships/slideLayout" Target="../slideLayouts/slideLayout200.xml"/><Relationship Id="rId20" Type="http://schemas.openxmlformats.org/officeDocument/2006/relationships/slideLayout" Target="../slideLayouts/slideLayout182.xml"/><Relationship Id="rId22" Type="http://schemas.openxmlformats.org/officeDocument/2006/relationships/slideLayout" Target="../slideLayouts/slideLayout184.xml"/><Relationship Id="rId21" Type="http://schemas.openxmlformats.org/officeDocument/2006/relationships/slideLayout" Target="../slideLayouts/slideLayout183.xml"/><Relationship Id="rId24" Type="http://schemas.openxmlformats.org/officeDocument/2006/relationships/slideLayout" Target="../slideLayouts/slideLayout186.xml"/><Relationship Id="rId23" Type="http://schemas.openxmlformats.org/officeDocument/2006/relationships/slideLayout" Target="../slideLayouts/slideLayout185.xml"/><Relationship Id="rId26" Type="http://schemas.openxmlformats.org/officeDocument/2006/relationships/slideLayout" Target="../slideLayouts/slideLayout188.xml"/><Relationship Id="rId25" Type="http://schemas.openxmlformats.org/officeDocument/2006/relationships/slideLayout" Target="../slideLayouts/slideLayout187.xml"/><Relationship Id="rId28" Type="http://schemas.openxmlformats.org/officeDocument/2006/relationships/slideLayout" Target="../slideLayouts/slideLayout190.xml"/><Relationship Id="rId27" Type="http://schemas.openxmlformats.org/officeDocument/2006/relationships/slideLayout" Target="../slideLayouts/slideLayout189.xml"/><Relationship Id="rId29" Type="http://schemas.openxmlformats.org/officeDocument/2006/relationships/slideLayout" Target="../slideLayouts/slideLayout191.xml"/><Relationship Id="rId51" Type="http://schemas.openxmlformats.org/officeDocument/2006/relationships/theme" Target="../theme/theme7.xml"/><Relationship Id="rId50" Type="http://schemas.openxmlformats.org/officeDocument/2006/relationships/slideLayout" Target="../slideLayouts/slideLayout212.xml"/><Relationship Id="rId11" Type="http://schemas.openxmlformats.org/officeDocument/2006/relationships/slideLayout" Target="../slideLayouts/slideLayout173.xml"/><Relationship Id="rId10" Type="http://schemas.openxmlformats.org/officeDocument/2006/relationships/slideLayout" Target="../slideLayouts/slideLayout172.xml"/><Relationship Id="rId13" Type="http://schemas.openxmlformats.org/officeDocument/2006/relationships/slideLayout" Target="../slideLayouts/slideLayout175.xml"/><Relationship Id="rId12" Type="http://schemas.openxmlformats.org/officeDocument/2006/relationships/slideLayout" Target="../slideLayouts/slideLayout174.xml"/><Relationship Id="rId15" Type="http://schemas.openxmlformats.org/officeDocument/2006/relationships/slideLayout" Target="../slideLayouts/slideLayout177.xml"/><Relationship Id="rId14" Type="http://schemas.openxmlformats.org/officeDocument/2006/relationships/slideLayout" Target="../slideLayouts/slideLayout176.xml"/><Relationship Id="rId17" Type="http://schemas.openxmlformats.org/officeDocument/2006/relationships/slideLayout" Target="../slideLayouts/slideLayout179.xml"/><Relationship Id="rId16" Type="http://schemas.openxmlformats.org/officeDocument/2006/relationships/slideLayout" Target="../slideLayouts/slideLayout178.xml"/><Relationship Id="rId19" Type="http://schemas.openxmlformats.org/officeDocument/2006/relationships/slideLayout" Target="../slideLayouts/slideLayout181.xml"/><Relationship Id="rId18" Type="http://schemas.openxmlformats.org/officeDocument/2006/relationships/slideLayout" Target="../slideLayouts/slideLayout180.xml"/></Relationships>
</file>

<file path=ppt/slideMasters/_rels/slideMaster6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252.xml"/><Relationship Id="rId42" Type="http://schemas.openxmlformats.org/officeDocument/2006/relationships/slideLayout" Target="../slideLayouts/slideLayout254.xml"/><Relationship Id="rId41" Type="http://schemas.openxmlformats.org/officeDocument/2006/relationships/slideLayout" Target="../slideLayouts/slideLayout253.xml"/><Relationship Id="rId44" Type="http://schemas.openxmlformats.org/officeDocument/2006/relationships/slideLayout" Target="../slideLayouts/slideLayout256.xml"/><Relationship Id="rId43" Type="http://schemas.openxmlformats.org/officeDocument/2006/relationships/slideLayout" Target="../slideLayouts/slideLayout255.xml"/><Relationship Id="rId46" Type="http://schemas.openxmlformats.org/officeDocument/2006/relationships/slideLayout" Target="../slideLayouts/slideLayout258.xml"/><Relationship Id="rId45" Type="http://schemas.openxmlformats.org/officeDocument/2006/relationships/slideLayout" Target="../slideLayouts/slideLayout257.xml"/><Relationship Id="rId1" Type="http://schemas.openxmlformats.org/officeDocument/2006/relationships/slideLayout" Target="../slideLayouts/slideLayout213.xml"/><Relationship Id="rId2" Type="http://schemas.openxmlformats.org/officeDocument/2006/relationships/slideLayout" Target="../slideLayouts/slideLayout214.xml"/><Relationship Id="rId3" Type="http://schemas.openxmlformats.org/officeDocument/2006/relationships/slideLayout" Target="../slideLayouts/slideLayout215.xml"/><Relationship Id="rId4" Type="http://schemas.openxmlformats.org/officeDocument/2006/relationships/slideLayout" Target="../slideLayouts/slideLayout216.xml"/><Relationship Id="rId9" Type="http://schemas.openxmlformats.org/officeDocument/2006/relationships/slideLayout" Target="../slideLayouts/slideLayout221.xml"/><Relationship Id="rId48" Type="http://schemas.openxmlformats.org/officeDocument/2006/relationships/slideLayout" Target="../slideLayouts/slideLayout260.xml"/><Relationship Id="rId47" Type="http://schemas.openxmlformats.org/officeDocument/2006/relationships/slideLayout" Target="../slideLayouts/slideLayout259.xml"/><Relationship Id="rId49" Type="http://schemas.openxmlformats.org/officeDocument/2006/relationships/slideLayout" Target="../slideLayouts/slideLayout261.xml"/><Relationship Id="rId5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218.xml"/><Relationship Id="rId7" Type="http://schemas.openxmlformats.org/officeDocument/2006/relationships/slideLayout" Target="../slideLayouts/slideLayout219.xml"/><Relationship Id="rId8" Type="http://schemas.openxmlformats.org/officeDocument/2006/relationships/slideLayout" Target="../slideLayouts/slideLayout220.xml"/><Relationship Id="rId31" Type="http://schemas.openxmlformats.org/officeDocument/2006/relationships/slideLayout" Target="../slideLayouts/slideLayout243.xml"/><Relationship Id="rId30" Type="http://schemas.openxmlformats.org/officeDocument/2006/relationships/slideLayout" Target="../slideLayouts/slideLayout242.xml"/><Relationship Id="rId33" Type="http://schemas.openxmlformats.org/officeDocument/2006/relationships/slideLayout" Target="../slideLayouts/slideLayout245.xml"/><Relationship Id="rId32" Type="http://schemas.openxmlformats.org/officeDocument/2006/relationships/slideLayout" Target="../slideLayouts/slideLayout244.xml"/><Relationship Id="rId35" Type="http://schemas.openxmlformats.org/officeDocument/2006/relationships/slideLayout" Target="../slideLayouts/slideLayout247.xml"/><Relationship Id="rId34" Type="http://schemas.openxmlformats.org/officeDocument/2006/relationships/slideLayout" Target="../slideLayouts/slideLayout246.xml"/><Relationship Id="rId37" Type="http://schemas.openxmlformats.org/officeDocument/2006/relationships/slideLayout" Target="../slideLayouts/slideLayout249.xml"/><Relationship Id="rId36" Type="http://schemas.openxmlformats.org/officeDocument/2006/relationships/slideLayout" Target="../slideLayouts/slideLayout248.xml"/><Relationship Id="rId39" Type="http://schemas.openxmlformats.org/officeDocument/2006/relationships/slideLayout" Target="../slideLayouts/slideLayout251.xml"/><Relationship Id="rId38" Type="http://schemas.openxmlformats.org/officeDocument/2006/relationships/slideLayout" Target="../slideLayouts/slideLayout250.xml"/><Relationship Id="rId20" Type="http://schemas.openxmlformats.org/officeDocument/2006/relationships/slideLayout" Target="../slideLayouts/slideLayout232.xml"/><Relationship Id="rId22" Type="http://schemas.openxmlformats.org/officeDocument/2006/relationships/slideLayout" Target="../slideLayouts/slideLayout234.xml"/><Relationship Id="rId21" Type="http://schemas.openxmlformats.org/officeDocument/2006/relationships/slideLayout" Target="../slideLayouts/slideLayout233.xml"/><Relationship Id="rId24" Type="http://schemas.openxmlformats.org/officeDocument/2006/relationships/slideLayout" Target="../slideLayouts/slideLayout236.xml"/><Relationship Id="rId23" Type="http://schemas.openxmlformats.org/officeDocument/2006/relationships/slideLayout" Target="../slideLayouts/slideLayout235.xml"/><Relationship Id="rId26" Type="http://schemas.openxmlformats.org/officeDocument/2006/relationships/slideLayout" Target="../slideLayouts/slideLayout238.xml"/><Relationship Id="rId25" Type="http://schemas.openxmlformats.org/officeDocument/2006/relationships/slideLayout" Target="../slideLayouts/slideLayout237.xml"/><Relationship Id="rId28" Type="http://schemas.openxmlformats.org/officeDocument/2006/relationships/slideLayout" Target="../slideLayouts/slideLayout240.xml"/><Relationship Id="rId27" Type="http://schemas.openxmlformats.org/officeDocument/2006/relationships/slideLayout" Target="../slideLayouts/slideLayout239.xml"/><Relationship Id="rId29" Type="http://schemas.openxmlformats.org/officeDocument/2006/relationships/slideLayout" Target="../slideLayouts/slideLayout241.xml"/><Relationship Id="rId51" Type="http://schemas.openxmlformats.org/officeDocument/2006/relationships/theme" Target="../theme/theme8.xml"/><Relationship Id="rId50" Type="http://schemas.openxmlformats.org/officeDocument/2006/relationships/slideLayout" Target="../slideLayouts/slideLayout262.xml"/><Relationship Id="rId11" Type="http://schemas.openxmlformats.org/officeDocument/2006/relationships/slideLayout" Target="../slideLayouts/slideLayout223.xml"/><Relationship Id="rId10" Type="http://schemas.openxmlformats.org/officeDocument/2006/relationships/slideLayout" Target="../slideLayouts/slideLayout222.xml"/><Relationship Id="rId13" Type="http://schemas.openxmlformats.org/officeDocument/2006/relationships/slideLayout" Target="../slideLayouts/slideLayout225.xml"/><Relationship Id="rId12" Type="http://schemas.openxmlformats.org/officeDocument/2006/relationships/slideLayout" Target="../slideLayouts/slideLayout224.xml"/><Relationship Id="rId15" Type="http://schemas.openxmlformats.org/officeDocument/2006/relationships/slideLayout" Target="../slideLayouts/slideLayout227.xml"/><Relationship Id="rId14" Type="http://schemas.openxmlformats.org/officeDocument/2006/relationships/slideLayout" Target="../slideLayouts/slideLayout226.xml"/><Relationship Id="rId17" Type="http://schemas.openxmlformats.org/officeDocument/2006/relationships/slideLayout" Target="../slideLayouts/slideLayout229.xml"/><Relationship Id="rId16" Type="http://schemas.openxmlformats.org/officeDocument/2006/relationships/slideLayout" Target="../slideLayouts/slideLayout228.xml"/><Relationship Id="rId19" Type="http://schemas.openxmlformats.org/officeDocument/2006/relationships/slideLayout" Target="../slideLayouts/slideLayout231.xml"/><Relationship Id="rId18" Type="http://schemas.openxmlformats.org/officeDocument/2006/relationships/slideLayout" Target="../slideLayouts/slideLayout230.xml"/></Relationships>
</file>

<file path=ppt/slideMasters/_rels/slideMaster7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302.xml"/><Relationship Id="rId42" Type="http://schemas.openxmlformats.org/officeDocument/2006/relationships/slideLayout" Target="../slideLayouts/slideLayout304.xml"/><Relationship Id="rId41" Type="http://schemas.openxmlformats.org/officeDocument/2006/relationships/slideLayout" Target="../slideLayouts/slideLayout303.xml"/><Relationship Id="rId44" Type="http://schemas.openxmlformats.org/officeDocument/2006/relationships/slideLayout" Target="../slideLayouts/slideLayout306.xml"/><Relationship Id="rId43" Type="http://schemas.openxmlformats.org/officeDocument/2006/relationships/slideLayout" Target="../slideLayouts/slideLayout305.xml"/><Relationship Id="rId46" Type="http://schemas.openxmlformats.org/officeDocument/2006/relationships/slideLayout" Target="../slideLayouts/slideLayout308.xml"/><Relationship Id="rId45" Type="http://schemas.openxmlformats.org/officeDocument/2006/relationships/slideLayout" Target="../slideLayouts/slideLayout307.xml"/><Relationship Id="rId1" Type="http://schemas.openxmlformats.org/officeDocument/2006/relationships/slideLayout" Target="../slideLayouts/slideLayout263.xml"/><Relationship Id="rId2" Type="http://schemas.openxmlformats.org/officeDocument/2006/relationships/slideLayout" Target="../slideLayouts/slideLayout264.xml"/><Relationship Id="rId3" Type="http://schemas.openxmlformats.org/officeDocument/2006/relationships/slideLayout" Target="../slideLayouts/slideLayout265.xml"/><Relationship Id="rId4" Type="http://schemas.openxmlformats.org/officeDocument/2006/relationships/slideLayout" Target="../slideLayouts/slideLayout266.xml"/><Relationship Id="rId9" Type="http://schemas.openxmlformats.org/officeDocument/2006/relationships/slideLayout" Target="../slideLayouts/slideLayout271.xml"/><Relationship Id="rId48" Type="http://schemas.openxmlformats.org/officeDocument/2006/relationships/slideLayout" Target="../slideLayouts/slideLayout310.xml"/><Relationship Id="rId47" Type="http://schemas.openxmlformats.org/officeDocument/2006/relationships/slideLayout" Target="../slideLayouts/slideLayout309.xml"/><Relationship Id="rId49" Type="http://schemas.openxmlformats.org/officeDocument/2006/relationships/slideLayout" Target="../slideLayouts/slideLayout311.xml"/><Relationship Id="rId5" Type="http://schemas.openxmlformats.org/officeDocument/2006/relationships/slideLayout" Target="../slideLayouts/slideLayout267.xml"/><Relationship Id="rId6" Type="http://schemas.openxmlformats.org/officeDocument/2006/relationships/slideLayout" Target="../slideLayouts/slideLayout268.xml"/><Relationship Id="rId7" Type="http://schemas.openxmlformats.org/officeDocument/2006/relationships/slideLayout" Target="../slideLayouts/slideLayout269.xml"/><Relationship Id="rId8" Type="http://schemas.openxmlformats.org/officeDocument/2006/relationships/slideLayout" Target="../slideLayouts/slideLayout270.xml"/><Relationship Id="rId31" Type="http://schemas.openxmlformats.org/officeDocument/2006/relationships/slideLayout" Target="../slideLayouts/slideLayout293.xml"/><Relationship Id="rId30" Type="http://schemas.openxmlformats.org/officeDocument/2006/relationships/slideLayout" Target="../slideLayouts/slideLayout292.xml"/><Relationship Id="rId33" Type="http://schemas.openxmlformats.org/officeDocument/2006/relationships/slideLayout" Target="../slideLayouts/slideLayout295.xml"/><Relationship Id="rId32" Type="http://schemas.openxmlformats.org/officeDocument/2006/relationships/slideLayout" Target="../slideLayouts/slideLayout294.xml"/><Relationship Id="rId35" Type="http://schemas.openxmlformats.org/officeDocument/2006/relationships/slideLayout" Target="../slideLayouts/slideLayout297.xml"/><Relationship Id="rId34" Type="http://schemas.openxmlformats.org/officeDocument/2006/relationships/slideLayout" Target="../slideLayouts/slideLayout296.xml"/><Relationship Id="rId37" Type="http://schemas.openxmlformats.org/officeDocument/2006/relationships/slideLayout" Target="../slideLayouts/slideLayout299.xml"/><Relationship Id="rId36" Type="http://schemas.openxmlformats.org/officeDocument/2006/relationships/slideLayout" Target="../slideLayouts/slideLayout298.xml"/><Relationship Id="rId39" Type="http://schemas.openxmlformats.org/officeDocument/2006/relationships/slideLayout" Target="../slideLayouts/slideLayout301.xml"/><Relationship Id="rId38" Type="http://schemas.openxmlformats.org/officeDocument/2006/relationships/slideLayout" Target="../slideLayouts/slideLayout300.xml"/><Relationship Id="rId20" Type="http://schemas.openxmlformats.org/officeDocument/2006/relationships/slideLayout" Target="../slideLayouts/slideLayout282.xml"/><Relationship Id="rId22" Type="http://schemas.openxmlformats.org/officeDocument/2006/relationships/slideLayout" Target="../slideLayouts/slideLayout284.xml"/><Relationship Id="rId21" Type="http://schemas.openxmlformats.org/officeDocument/2006/relationships/slideLayout" Target="../slideLayouts/slideLayout283.xml"/><Relationship Id="rId24" Type="http://schemas.openxmlformats.org/officeDocument/2006/relationships/slideLayout" Target="../slideLayouts/slideLayout286.xml"/><Relationship Id="rId23" Type="http://schemas.openxmlformats.org/officeDocument/2006/relationships/slideLayout" Target="../slideLayouts/slideLayout285.xml"/><Relationship Id="rId26" Type="http://schemas.openxmlformats.org/officeDocument/2006/relationships/slideLayout" Target="../slideLayouts/slideLayout288.xml"/><Relationship Id="rId25" Type="http://schemas.openxmlformats.org/officeDocument/2006/relationships/slideLayout" Target="../slideLayouts/slideLayout287.xml"/><Relationship Id="rId28" Type="http://schemas.openxmlformats.org/officeDocument/2006/relationships/slideLayout" Target="../slideLayouts/slideLayout290.xml"/><Relationship Id="rId27" Type="http://schemas.openxmlformats.org/officeDocument/2006/relationships/slideLayout" Target="../slideLayouts/slideLayout289.xml"/><Relationship Id="rId29" Type="http://schemas.openxmlformats.org/officeDocument/2006/relationships/slideLayout" Target="../slideLayouts/slideLayout291.xml"/><Relationship Id="rId51" Type="http://schemas.openxmlformats.org/officeDocument/2006/relationships/theme" Target="../theme/theme2.xml"/><Relationship Id="rId50" Type="http://schemas.openxmlformats.org/officeDocument/2006/relationships/slideLayout" Target="../slideLayouts/slideLayout312.xml"/><Relationship Id="rId11" Type="http://schemas.openxmlformats.org/officeDocument/2006/relationships/slideLayout" Target="../slideLayouts/slideLayout273.xml"/><Relationship Id="rId10" Type="http://schemas.openxmlformats.org/officeDocument/2006/relationships/slideLayout" Target="../slideLayouts/slideLayout272.xml"/><Relationship Id="rId13" Type="http://schemas.openxmlformats.org/officeDocument/2006/relationships/slideLayout" Target="../slideLayouts/slideLayout275.xml"/><Relationship Id="rId12" Type="http://schemas.openxmlformats.org/officeDocument/2006/relationships/slideLayout" Target="../slideLayouts/slideLayout274.xml"/><Relationship Id="rId15" Type="http://schemas.openxmlformats.org/officeDocument/2006/relationships/slideLayout" Target="../slideLayouts/slideLayout277.xml"/><Relationship Id="rId14" Type="http://schemas.openxmlformats.org/officeDocument/2006/relationships/slideLayout" Target="../slideLayouts/slideLayout276.xml"/><Relationship Id="rId17" Type="http://schemas.openxmlformats.org/officeDocument/2006/relationships/slideLayout" Target="../slideLayouts/slideLayout279.xml"/><Relationship Id="rId16" Type="http://schemas.openxmlformats.org/officeDocument/2006/relationships/slideLayout" Target="../slideLayouts/slideLayout278.xml"/><Relationship Id="rId19" Type="http://schemas.openxmlformats.org/officeDocument/2006/relationships/slideLayout" Target="../slideLayouts/slideLayout281.xml"/><Relationship Id="rId18" Type="http://schemas.openxmlformats.org/officeDocument/2006/relationships/slideLayout" Target="../slideLayouts/slideLayout280.xml"/></Relationships>
</file>

<file path=ppt/slideMasters/_rels/slideMaster8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352.xml"/><Relationship Id="rId42" Type="http://schemas.openxmlformats.org/officeDocument/2006/relationships/slideLayout" Target="../slideLayouts/slideLayout354.xml"/><Relationship Id="rId41" Type="http://schemas.openxmlformats.org/officeDocument/2006/relationships/slideLayout" Target="../slideLayouts/slideLayout353.xml"/><Relationship Id="rId44" Type="http://schemas.openxmlformats.org/officeDocument/2006/relationships/slideLayout" Target="../slideLayouts/slideLayout356.xml"/><Relationship Id="rId43" Type="http://schemas.openxmlformats.org/officeDocument/2006/relationships/slideLayout" Target="../slideLayouts/slideLayout355.xml"/><Relationship Id="rId46" Type="http://schemas.openxmlformats.org/officeDocument/2006/relationships/slideLayout" Target="../slideLayouts/slideLayout358.xml"/><Relationship Id="rId45" Type="http://schemas.openxmlformats.org/officeDocument/2006/relationships/slideLayout" Target="../slideLayouts/slideLayout357.xml"/><Relationship Id="rId1" Type="http://schemas.openxmlformats.org/officeDocument/2006/relationships/slideLayout" Target="../slideLayouts/slideLayout313.xml"/><Relationship Id="rId2" Type="http://schemas.openxmlformats.org/officeDocument/2006/relationships/slideLayout" Target="../slideLayouts/slideLayout314.xml"/><Relationship Id="rId3" Type="http://schemas.openxmlformats.org/officeDocument/2006/relationships/slideLayout" Target="../slideLayouts/slideLayout315.xml"/><Relationship Id="rId4" Type="http://schemas.openxmlformats.org/officeDocument/2006/relationships/slideLayout" Target="../slideLayouts/slideLayout316.xml"/><Relationship Id="rId9" Type="http://schemas.openxmlformats.org/officeDocument/2006/relationships/slideLayout" Target="../slideLayouts/slideLayout321.xml"/><Relationship Id="rId48" Type="http://schemas.openxmlformats.org/officeDocument/2006/relationships/slideLayout" Target="../slideLayouts/slideLayout360.xml"/><Relationship Id="rId47" Type="http://schemas.openxmlformats.org/officeDocument/2006/relationships/slideLayout" Target="../slideLayouts/slideLayout359.xml"/><Relationship Id="rId49" Type="http://schemas.openxmlformats.org/officeDocument/2006/relationships/slideLayout" Target="../slideLayouts/slideLayout361.xml"/><Relationship Id="rId5" Type="http://schemas.openxmlformats.org/officeDocument/2006/relationships/slideLayout" Target="../slideLayouts/slideLayout317.xml"/><Relationship Id="rId6" Type="http://schemas.openxmlformats.org/officeDocument/2006/relationships/slideLayout" Target="../slideLayouts/slideLayout318.xml"/><Relationship Id="rId7" Type="http://schemas.openxmlformats.org/officeDocument/2006/relationships/slideLayout" Target="../slideLayouts/slideLayout319.xml"/><Relationship Id="rId8" Type="http://schemas.openxmlformats.org/officeDocument/2006/relationships/slideLayout" Target="../slideLayouts/slideLayout320.xml"/><Relationship Id="rId31" Type="http://schemas.openxmlformats.org/officeDocument/2006/relationships/slideLayout" Target="../slideLayouts/slideLayout343.xml"/><Relationship Id="rId30" Type="http://schemas.openxmlformats.org/officeDocument/2006/relationships/slideLayout" Target="../slideLayouts/slideLayout342.xml"/><Relationship Id="rId33" Type="http://schemas.openxmlformats.org/officeDocument/2006/relationships/slideLayout" Target="../slideLayouts/slideLayout345.xml"/><Relationship Id="rId32" Type="http://schemas.openxmlformats.org/officeDocument/2006/relationships/slideLayout" Target="../slideLayouts/slideLayout344.xml"/><Relationship Id="rId35" Type="http://schemas.openxmlformats.org/officeDocument/2006/relationships/slideLayout" Target="../slideLayouts/slideLayout347.xml"/><Relationship Id="rId34" Type="http://schemas.openxmlformats.org/officeDocument/2006/relationships/slideLayout" Target="../slideLayouts/slideLayout346.xml"/><Relationship Id="rId37" Type="http://schemas.openxmlformats.org/officeDocument/2006/relationships/slideLayout" Target="../slideLayouts/slideLayout349.xml"/><Relationship Id="rId36" Type="http://schemas.openxmlformats.org/officeDocument/2006/relationships/slideLayout" Target="../slideLayouts/slideLayout348.xml"/><Relationship Id="rId39" Type="http://schemas.openxmlformats.org/officeDocument/2006/relationships/slideLayout" Target="../slideLayouts/slideLayout351.xml"/><Relationship Id="rId38" Type="http://schemas.openxmlformats.org/officeDocument/2006/relationships/slideLayout" Target="../slideLayouts/slideLayout350.xml"/><Relationship Id="rId20" Type="http://schemas.openxmlformats.org/officeDocument/2006/relationships/slideLayout" Target="../slideLayouts/slideLayout332.xml"/><Relationship Id="rId22" Type="http://schemas.openxmlformats.org/officeDocument/2006/relationships/slideLayout" Target="../slideLayouts/slideLayout334.xml"/><Relationship Id="rId21" Type="http://schemas.openxmlformats.org/officeDocument/2006/relationships/slideLayout" Target="../slideLayouts/slideLayout333.xml"/><Relationship Id="rId24" Type="http://schemas.openxmlformats.org/officeDocument/2006/relationships/slideLayout" Target="../slideLayouts/slideLayout336.xml"/><Relationship Id="rId23" Type="http://schemas.openxmlformats.org/officeDocument/2006/relationships/slideLayout" Target="../slideLayouts/slideLayout335.xml"/><Relationship Id="rId26" Type="http://schemas.openxmlformats.org/officeDocument/2006/relationships/slideLayout" Target="../slideLayouts/slideLayout338.xml"/><Relationship Id="rId25" Type="http://schemas.openxmlformats.org/officeDocument/2006/relationships/slideLayout" Target="../slideLayouts/slideLayout337.xml"/><Relationship Id="rId28" Type="http://schemas.openxmlformats.org/officeDocument/2006/relationships/slideLayout" Target="../slideLayouts/slideLayout340.xml"/><Relationship Id="rId27" Type="http://schemas.openxmlformats.org/officeDocument/2006/relationships/slideLayout" Target="../slideLayouts/slideLayout339.xml"/><Relationship Id="rId29" Type="http://schemas.openxmlformats.org/officeDocument/2006/relationships/slideLayout" Target="../slideLayouts/slideLayout341.xml"/><Relationship Id="rId51" Type="http://schemas.openxmlformats.org/officeDocument/2006/relationships/theme" Target="../theme/theme9.xml"/><Relationship Id="rId50" Type="http://schemas.openxmlformats.org/officeDocument/2006/relationships/slideLayout" Target="../slideLayouts/slideLayout362.xml"/><Relationship Id="rId11" Type="http://schemas.openxmlformats.org/officeDocument/2006/relationships/slideLayout" Target="../slideLayouts/slideLayout323.xml"/><Relationship Id="rId10" Type="http://schemas.openxmlformats.org/officeDocument/2006/relationships/slideLayout" Target="../slideLayouts/slideLayout322.xml"/><Relationship Id="rId13" Type="http://schemas.openxmlformats.org/officeDocument/2006/relationships/slideLayout" Target="../slideLayouts/slideLayout325.xml"/><Relationship Id="rId12" Type="http://schemas.openxmlformats.org/officeDocument/2006/relationships/slideLayout" Target="../slideLayouts/slideLayout324.xml"/><Relationship Id="rId15" Type="http://schemas.openxmlformats.org/officeDocument/2006/relationships/slideLayout" Target="../slideLayouts/slideLayout327.xml"/><Relationship Id="rId14" Type="http://schemas.openxmlformats.org/officeDocument/2006/relationships/slideLayout" Target="../slideLayouts/slideLayout326.xml"/><Relationship Id="rId17" Type="http://schemas.openxmlformats.org/officeDocument/2006/relationships/slideLayout" Target="../slideLayouts/slideLayout329.xml"/><Relationship Id="rId16" Type="http://schemas.openxmlformats.org/officeDocument/2006/relationships/slideLayout" Target="../slideLayouts/slideLayout328.xml"/><Relationship Id="rId19" Type="http://schemas.openxmlformats.org/officeDocument/2006/relationships/slideLayout" Target="../slideLayouts/slideLayout331.xml"/><Relationship Id="rId18" Type="http://schemas.openxmlformats.org/officeDocument/2006/relationships/slideLayout" Target="../slideLayouts/slideLayout330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2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b="0" i="0" sz="28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7" name="Google Shape;7;p26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Char char="●"/>
              <a:defRPr b="0" i="0" sz="18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17500" lvl="1" marL="914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○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17500" lvl="2" marL="1371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■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17500" lvl="3" marL="1828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●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17500" lvl="4" marL="22860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○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17500" lvl="5" marL="2743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■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17500" lvl="6" marL="32004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●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17500" lvl="7" marL="3657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○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17500" lvl="8" marL="41148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Char char="■"/>
              <a:defRPr b="0" i="0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8" name="Google Shape;8;p2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" name="Google Shape;9;p26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6" name="Google Shape;96;p28"/>
          <p:cNvSpPr txBox="1"/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Itim"/>
              <a:buNone/>
              <a:defRPr b="1" i="0" sz="3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97" name="Google Shape;97;p28"/>
          <p:cNvSpPr txBox="1"/>
          <p:nvPr>
            <p:ph idx="1" type="body"/>
          </p:nvPr>
        </p:nvSpPr>
        <p:spPr>
          <a:xfrm>
            <a:off x="720000" y="118710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302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98" name="Google Shape;98;p28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  <p:sldLayoutId id="2147483691" r:id="rId30"/>
    <p:sldLayoutId id="2147483692" r:id="rId31"/>
    <p:sldLayoutId id="2147483693" r:id="rId32"/>
    <p:sldLayoutId id="2147483694" r:id="rId33"/>
    <p:sldLayoutId id="2147483695" r:id="rId34"/>
    <p:sldLayoutId id="2147483696" r:id="rId35"/>
    <p:sldLayoutId id="2147483697" r:id="rId36"/>
    <p:sldLayoutId id="2147483698" r:id="rId37"/>
    <p:sldLayoutId id="2147483699" r:id="rId38"/>
    <p:sldLayoutId id="2147483700" r:id="rId39"/>
    <p:sldLayoutId id="2147483701" r:id="rId40"/>
    <p:sldLayoutId id="2147483702" r:id="rId41"/>
    <p:sldLayoutId id="2147483703" r:id="rId42"/>
    <p:sldLayoutId id="2147483704" r:id="rId43"/>
    <p:sldLayoutId id="2147483705" r:id="rId44"/>
    <p:sldLayoutId id="2147483706" r:id="rId45"/>
    <p:sldLayoutId id="2147483707" r:id="rId46"/>
    <p:sldLayoutId id="2147483708" r:id="rId47"/>
    <p:sldLayoutId id="2147483709" r:id="rId48"/>
    <p:sldLayoutId id="2147483710" r:id="rId49"/>
    <p:sldLayoutId id="2147483711" r:id="rId5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608" name="Shape 1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9" name="Google Shape;1609;p3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610" name="Google Shape;1610;p32"/>
          <p:cNvSpPr txBox="1"/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Itim"/>
              <a:buNone/>
              <a:defRPr b="1" i="0" sz="3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1611" name="Google Shape;1611;p32"/>
          <p:cNvSpPr txBox="1"/>
          <p:nvPr>
            <p:ph idx="1" type="body"/>
          </p:nvPr>
        </p:nvSpPr>
        <p:spPr>
          <a:xfrm>
            <a:off x="720000" y="118710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302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1612" name="Google Shape;1612;p32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13" r:id="rId1"/>
    <p:sldLayoutId id="2147483714" r:id="rId2"/>
    <p:sldLayoutId id="2147483715" r:id="rId3"/>
    <p:sldLayoutId id="2147483716" r:id="rId4"/>
    <p:sldLayoutId id="2147483717" r:id="rId5"/>
    <p:sldLayoutId id="2147483718" r:id="rId6"/>
    <p:sldLayoutId id="2147483719" r:id="rId7"/>
    <p:sldLayoutId id="2147483720" r:id="rId8"/>
    <p:sldLayoutId id="2147483721" r:id="rId9"/>
    <p:sldLayoutId id="2147483722" r:id="rId10"/>
    <p:sldLayoutId id="2147483723" r:id="rId11"/>
    <p:sldLayoutId id="2147483724" r:id="rId12"/>
    <p:sldLayoutId id="2147483725" r:id="rId13"/>
    <p:sldLayoutId id="2147483726" r:id="rId14"/>
    <p:sldLayoutId id="2147483727" r:id="rId15"/>
    <p:sldLayoutId id="2147483728" r:id="rId16"/>
    <p:sldLayoutId id="2147483729" r:id="rId17"/>
    <p:sldLayoutId id="2147483730" r:id="rId18"/>
    <p:sldLayoutId id="2147483731" r:id="rId19"/>
    <p:sldLayoutId id="2147483732" r:id="rId20"/>
    <p:sldLayoutId id="2147483733" r:id="rId21"/>
    <p:sldLayoutId id="2147483734" r:id="rId22"/>
    <p:sldLayoutId id="2147483735" r:id="rId23"/>
    <p:sldLayoutId id="2147483736" r:id="rId24"/>
    <p:sldLayoutId id="2147483737" r:id="rId25"/>
    <p:sldLayoutId id="2147483738" r:id="rId26"/>
    <p:sldLayoutId id="2147483739" r:id="rId27"/>
    <p:sldLayoutId id="2147483740" r:id="rId28"/>
    <p:sldLayoutId id="2147483741" r:id="rId29"/>
    <p:sldLayoutId id="2147483742" r:id="rId30"/>
    <p:sldLayoutId id="2147483743" r:id="rId31"/>
    <p:sldLayoutId id="2147483744" r:id="rId32"/>
    <p:sldLayoutId id="2147483745" r:id="rId33"/>
    <p:sldLayoutId id="2147483746" r:id="rId34"/>
    <p:sldLayoutId id="2147483747" r:id="rId35"/>
    <p:sldLayoutId id="2147483748" r:id="rId36"/>
    <p:sldLayoutId id="2147483749" r:id="rId37"/>
    <p:sldLayoutId id="2147483750" r:id="rId38"/>
    <p:sldLayoutId id="2147483751" r:id="rId39"/>
    <p:sldLayoutId id="2147483752" r:id="rId40"/>
    <p:sldLayoutId id="2147483753" r:id="rId41"/>
    <p:sldLayoutId id="2147483754" r:id="rId42"/>
    <p:sldLayoutId id="2147483755" r:id="rId43"/>
    <p:sldLayoutId id="2147483756" r:id="rId44"/>
    <p:sldLayoutId id="2147483757" r:id="rId45"/>
    <p:sldLayoutId id="2147483758" r:id="rId46"/>
    <p:sldLayoutId id="2147483759" r:id="rId47"/>
    <p:sldLayoutId id="2147483760" r:id="rId48"/>
    <p:sldLayoutId id="2147483761" r:id="rId49"/>
    <p:sldLayoutId id="2147483762" r:id="rId5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3122" name="Shape 3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" name="Google Shape;3123;p3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124" name="Google Shape;3124;p34"/>
          <p:cNvSpPr txBox="1"/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Itim"/>
              <a:buNone/>
              <a:defRPr b="1" i="0" sz="3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3125" name="Google Shape;3125;p34"/>
          <p:cNvSpPr txBox="1"/>
          <p:nvPr>
            <p:ph idx="1" type="body"/>
          </p:nvPr>
        </p:nvSpPr>
        <p:spPr>
          <a:xfrm>
            <a:off x="720000" y="118710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302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126" name="Google Shape;3126;p34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64" r:id="rId1"/>
    <p:sldLayoutId id="2147483765" r:id="rId2"/>
    <p:sldLayoutId id="2147483766" r:id="rId3"/>
    <p:sldLayoutId id="2147483767" r:id="rId4"/>
    <p:sldLayoutId id="2147483768" r:id="rId5"/>
    <p:sldLayoutId id="2147483769" r:id="rId6"/>
    <p:sldLayoutId id="2147483770" r:id="rId7"/>
    <p:sldLayoutId id="2147483771" r:id="rId8"/>
    <p:sldLayoutId id="2147483772" r:id="rId9"/>
    <p:sldLayoutId id="2147483773" r:id="rId10"/>
    <p:sldLayoutId id="2147483774" r:id="rId11"/>
    <p:sldLayoutId id="2147483775" r:id="rId12"/>
    <p:sldLayoutId id="2147483776" r:id="rId13"/>
    <p:sldLayoutId id="2147483777" r:id="rId14"/>
    <p:sldLayoutId id="2147483778" r:id="rId15"/>
    <p:sldLayoutId id="2147483779" r:id="rId16"/>
    <p:sldLayoutId id="2147483780" r:id="rId17"/>
    <p:sldLayoutId id="2147483781" r:id="rId18"/>
    <p:sldLayoutId id="2147483782" r:id="rId19"/>
    <p:sldLayoutId id="2147483783" r:id="rId20"/>
    <p:sldLayoutId id="2147483784" r:id="rId21"/>
    <p:sldLayoutId id="2147483785" r:id="rId22"/>
    <p:sldLayoutId id="2147483786" r:id="rId23"/>
    <p:sldLayoutId id="2147483787" r:id="rId24"/>
    <p:sldLayoutId id="2147483788" r:id="rId25"/>
    <p:sldLayoutId id="2147483789" r:id="rId26"/>
    <p:sldLayoutId id="2147483790" r:id="rId27"/>
    <p:sldLayoutId id="2147483791" r:id="rId28"/>
    <p:sldLayoutId id="2147483792" r:id="rId29"/>
    <p:sldLayoutId id="2147483793" r:id="rId30"/>
    <p:sldLayoutId id="2147483794" r:id="rId31"/>
    <p:sldLayoutId id="2147483795" r:id="rId32"/>
    <p:sldLayoutId id="2147483796" r:id="rId33"/>
    <p:sldLayoutId id="2147483797" r:id="rId34"/>
    <p:sldLayoutId id="2147483798" r:id="rId35"/>
    <p:sldLayoutId id="2147483799" r:id="rId36"/>
    <p:sldLayoutId id="2147483800" r:id="rId37"/>
    <p:sldLayoutId id="2147483801" r:id="rId38"/>
    <p:sldLayoutId id="2147483802" r:id="rId39"/>
    <p:sldLayoutId id="2147483803" r:id="rId40"/>
    <p:sldLayoutId id="2147483804" r:id="rId41"/>
    <p:sldLayoutId id="2147483805" r:id="rId42"/>
    <p:sldLayoutId id="2147483806" r:id="rId43"/>
    <p:sldLayoutId id="2147483807" r:id="rId44"/>
    <p:sldLayoutId id="2147483808" r:id="rId45"/>
    <p:sldLayoutId id="2147483809" r:id="rId46"/>
    <p:sldLayoutId id="2147483810" r:id="rId47"/>
    <p:sldLayoutId id="2147483811" r:id="rId48"/>
    <p:sldLayoutId id="2147483812" r:id="rId49"/>
    <p:sldLayoutId id="2147483813" r:id="rId5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4636" name="Shape 4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7" name="Google Shape;4637;p3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4638" name="Google Shape;4638;p36"/>
          <p:cNvSpPr txBox="1"/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Itim"/>
              <a:buNone/>
              <a:defRPr b="1" i="0" sz="3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4639" name="Google Shape;4639;p36"/>
          <p:cNvSpPr txBox="1"/>
          <p:nvPr>
            <p:ph idx="1" type="body"/>
          </p:nvPr>
        </p:nvSpPr>
        <p:spPr>
          <a:xfrm>
            <a:off x="720000" y="118710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302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640" name="Google Shape;4640;p36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15" r:id="rId1"/>
    <p:sldLayoutId id="2147483816" r:id="rId2"/>
    <p:sldLayoutId id="2147483817" r:id="rId3"/>
    <p:sldLayoutId id="2147483818" r:id="rId4"/>
    <p:sldLayoutId id="2147483819" r:id="rId5"/>
    <p:sldLayoutId id="2147483820" r:id="rId6"/>
    <p:sldLayoutId id="2147483821" r:id="rId7"/>
    <p:sldLayoutId id="2147483822" r:id="rId8"/>
    <p:sldLayoutId id="2147483823" r:id="rId9"/>
    <p:sldLayoutId id="2147483824" r:id="rId10"/>
    <p:sldLayoutId id="2147483825" r:id="rId11"/>
    <p:sldLayoutId id="2147483826" r:id="rId12"/>
    <p:sldLayoutId id="2147483827" r:id="rId13"/>
    <p:sldLayoutId id="2147483828" r:id="rId14"/>
    <p:sldLayoutId id="2147483829" r:id="rId15"/>
    <p:sldLayoutId id="2147483830" r:id="rId16"/>
    <p:sldLayoutId id="2147483831" r:id="rId17"/>
    <p:sldLayoutId id="2147483832" r:id="rId18"/>
    <p:sldLayoutId id="2147483833" r:id="rId19"/>
    <p:sldLayoutId id="2147483834" r:id="rId20"/>
    <p:sldLayoutId id="2147483835" r:id="rId21"/>
    <p:sldLayoutId id="2147483836" r:id="rId22"/>
    <p:sldLayoutId id="2147483837" r:id="rId23"/>
    <p:sldLayoutId id="2147483838" r:id="rId24"/>
    <p:sldLayoutId id="2147483839" r:id="rId25"/>
    <p:sldLayoutId id="2147483840" r:id="rId26"/>
    <p:sldLayoutId id="2147483841" r:id="rId27"/>
    <p:sldLayoutId id="2147483842" r:id="rId28"/>
    <p:sldLayoutId id="2147483843" r:id="rId29"/>
    <p:sldLayoutId id="2147483844" r:id="rId30"/>
    <p:sldLayoutId id="2147483845" r:id="rId31"/>
    <p:sldLayoutId id="2147483846" r:id="rId32"/>
    <p:sldLayoutId id="2147483847" r:id="rId33"/>
    <p:sldLayoutId id="2147483848" r:id="rId34"/>
    <p:sldLayoutId id="2147483849" r:id="rId35"/>
    <p:sldLayoutId id="2147483850" r:id="rId36"/>
    <p:sldLayoutId id="2147483851" r:id="rId37"/>
    <p:sldLayoutId id="2147483852" r:id="rId38"/>
    <p:sldLayoutId id="2147483853" r:id="rId39"/>
    <p:sldLayoutId id="2147483854" r:id="rId40"/>
    <p:sldLayoutId id="2147483855" r:id="rId41"/>
    <p:sldLayoutId id="2147483856" r:id="rId42"/>
    <p:sldLayoutId id="2147483857" r:id="rId43"/>
    <p:sldLayoutId id="2147483858" r:id="rId44"/>
    <p:sldLayoutId id="2147483859" r:id="rId45"/>
    <p:sldLayoutId id="2147483860" r:id="rId46"/>
    <p:sldLayoutId id="2147483861" r:id="rId47"/>
    <p:sldLayoutId id="2147483862" r:id="rId48"/>
    <p:sldLayoutId id="2147483863" r:id="rId49"/>
    <p:sldLayoutId id="2147483864" r:id="rId5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6150" name="Shape 6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1" name="Google Shape;6151;p3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152" name="Google Shape;6152;p39"/>
          <p:cNvSpPr txBox="1"/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Itim"/>
              <a:buNone/>
              <a:defRPr b="1" i="0" sz="3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6153" name="Google Shape;6153;p39"/>
          <p:cNvSpPr txBox="1"/>
          <p:nvPr>
            <p:ph idx="1" type="body"/>
          </p:nvPr>
        </p:nvSpPr>
        <p:spPr>
          <a:xfrm>
            <a:off x="720000" y="118710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302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6154" name="Google Shape;6154;p39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66" r:id="rId1"/>
    <p:sldLayoutId id="2147483867" r:id="rId2"/>
    <p:sldLayoutId id="2147483868" r:id="rId3"/>
    <p:sldLayoutId id="2147483869" r:id="rId4"/>
    <p:sldLayoutId id="2147483870" r:id="rId5"/>
    <p:sldLayoutId id="2147483871" r:id="rId6"/>
    <p:sldLayoutId id="2147483872" r:id="rId7"/>
    <p:sldLayoutId id="2147483873" r:id="rId8"/>
    <p:sldLayoutId id="2147483874" r:id="rId9"/>
    <p:sldLayoutId id="2147483875" r:id="rId10"/>
    <p:sldLayoutId id="2147483876" r:id="rId11"/>
    <p:sldLayoutId id="2147483877" r:id="rId12"/>
    <p:sldLayoutId id="2147483878" r:id="rId13"/>
    <p:sldLayoutId id="2147483879" r:id="rId14"/>
    <p:sldLayoutId id="2147483880" r:id="rId15"/>
    <p:sldLayoutId id="2147483881" r:id="rId16"/>
    <p:sldLayoutId id="2147483882" r:id="rId17"/>
    <p:sldLayoutId id="2147483883" r:id="rId18"/>
    <p:sldLayoutId id="2147483884" r:id="rId19"/>
    <p:sldLayoutId id="2147483885" r:id="rId20"/>
    <p:sldLayoutId id="2147483886" r:id="rId21"/>
    <p:sldLayoutId id="2147483887" r:id="rId22"/>
    <p:sldLayoutId id="2147483888" r:id="rId23"/>
    <p:sldLayoutId id="2147483889" r:id="rId24"/>
    <p:sldLayoutId id="2147483890" r:id="rId25"/>
    <p:sldLayoutId id="2147483891" r:id="rId26"/>
    <p:sldLayoutId id="2147483892" r:id="rId27"/>
    <p:sldLayoutId id="2147483893" r:id="rId28"/>
    <p:sldLayoutId id="2147483894" r:id="rId29"/>
    <p:sldLayoutId id="2147483895" r:id="rId30"/>
    <p:sldLayoutId id="2147483896" r:id="rId31"/>
    <p:sldLayoutId id="2147483897" r:id="rId32"/>
    <p:sldLayoutId id="2147483898" r:id="rId33"/>
    <p:sldLayoutId id="2147483899" r:id="rId34"/>
    <p:sldLayoutId id="2147483900" r:id="rId35"/>
    <p:sldLayoutId id="2147483901" r:id="rId36"/>
    <p:sldLayoutId id="2147483902" r:id="rId37"/>
    <p:sldLayoutId id="2147483903" r:id="rId38"/>
    <p:sldLayoutId id="2147483904" r:id="rId39"/>
    <p:sldLayoutId id="2147483905" r:id="rId40"/>
    <p:sldLayoutId id="2147483906" r:id="rId41"/>
    <p:sldLayoutId id="2147483907" r:id="rId42"/>
    <p:sldLayoutId id="2147483908" r:id="rId43"/>
    <p:sldLayoutId id="2147483909" r:id="rId44"/>
    <p:sldLayoutId id="2147483910" r:id="rId45"/>
    <p:sldLayoutId id="2147483911" r:id="rId46"/>
    <p:sldLayoutId id="2147483912" r:id="rId47"/>
    <p:sldLayoutId id="2147483913" r:id="rId48"/>
    <p:sldLayoutId id="2147483914" r:id="rId49"/>
    <p:sldLayoutId id="2147483915" r:id="rId5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7664" name="Shape 7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5" name="Google Shape;7665;p4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7666" name="Google Shape;7666;p41"/>
          <p:cNvSpPr txBox="1"/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Itim"/>
              <a:buNone/>
              <a:defRPr b="1" i="0" sz="3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7667" name="Google Shape;7667;p41"/>
          <p:cNvSpPr txBox="1"/>
          <p:nvPr>
            <p:ph idx="1" type="body"/>
          </p:nvPr>
        </p:nvSpPr>
        <p:spPr>
          <a:xfrm>
            <a:off x="720000" y="118710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302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7668" name="Google Shape;7668;p41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917" r:id="rId1"/>
    <p:sldLayoutId id="2147483918" r:id="rId2"/>
    <p:sldLayoutId id="2147483919" r:id="rId3"/>
    <p:sldLayoutId id="2147483920" r:id="rId4"/>
    <p:sldLayoutId id="2147483921" r:id="rId5"/>
    <p:sldLayoutId id="2147483922" r:id="rId6"/>
    <p:sldLayoutId id="2147483923" r:id="rId7"/>
    <p:sldLayoutId id="2147483924" r:id="rId8"/>
    <p:sldLayoutId id="2147483925" r:id="rId9"/>
    <p:sldLayoutId id="2147483926" r:id="rId10"/>
    <p:sldLayoutId id="2147483927" r:id="rId11"/>
    <p:sldLayoutId id="2147483928" r:id="rId12"/>
    <p:sldLayoutId id="2147483929" r:id="rId13"/>
    <p:sldLayoutId id="2147483930" r:id="rId14"/>
    <p:sldLayoutId id="2147483931" r:id="rId15"/>
    <p:sldLayoutId id="2147483932" r:id="rId16"/>
    <p:sldLayoutId id="2147483933" r:id="rId17"/>
    <p:sldLayoutId id="2147483934" r:id="rId18"/>
    <p:sldLayoutId id="2147483935" r:id="rId19"/>
    <p:sldLayoutId id="2147483936" r:id="rId20"/>
    <p:sldLayoutId id="2147483937" r:id="rId21"/>
    <p:sldLayoutId id="2147483938" r:id="rId22"/>
    <p:sldLayoutId id="2147483939" r:id="rId23"/>
    <p:sldLayoutId id="2147483940" r:id="rId24"/>
    <p:sldLayoutId id="2147483941" r:id="rId25"/>
    <p:sldLayoutId id="2147483942" r:id="rId26"/>
    <p:sldLayoutId id="2147483943" r:id="rId27"/>
    <p:sldLayoutId id="2147483944" r:id="rId28"/>
    <p:sldLayoutId id="2147483945" r:id="rId29"/>
    <p:sldLayoutId id="2147483946" r:id="rId30"/>
    <p:sldLayoutId id="2147483947" r:id="rId31"/>
    <p:sldLayoutId id="2147483948" r:id="rId32"/>
    <p:sldLayoutId id="2147483949" r:id="rId33"/>
    <p:sldLayoutId id="2147483950" r:id="rId34"/>
    <p:sldLayoutId id="2147483951" r:id="rId35"/>
    <p:sldLayoutId id="2147483952" r:id="rId36"/>
    <p:sldLayoutId id="2147483953" r:id="rId37"/>
    <p:sldLayoutId id="2147483954" r:id="rId38"/>
    <p:sldLayoutId id="2147483955" r:id="rId39"/>
    <p:sldLayoutId id="2147483956" r:id="rId40"/>
    <p:sldLayoutId id="2147483957" r:id="rId41"/>
    <p:sldLayoutId id="2147483958" r:id="rId42"/>
    <p:sldLayoutId id="2147483959" r:id="rId43"/>
    <p:sldLayoutId id="2147483960" r:id="rId44"/>
    <p:sldLayoutId id="2147483961" r:id="rId45"/>
    <p:sldLayoutId id="2147483962" r:id="rId46"/>
    <p:sldLayoutId id="2147483963" r:id="rId47"/>
    <p:sldLayoutId id="2147483964" r:id="rId48"/>
    <p:sldLayoutId id="2147483965" r:id="rId49"/>
    <p:sldLayoutId id="2147483966" r:id="rId5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9178" name="Shape 9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9" name="Google Shape;9179;p4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180" name="Google Shape;9180;p43"/>
          <p:cNvSpPr txBox="1"/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Itim"/>
              <a:buNone/>
              <a:defRPr b="1" i="0" sz="3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tim"/>
              <a:buNone/>
              <a:defRPr b="1" i="0" sz="28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/>
        </p:txBody>
      </p:sp>
      <p:sp>
        <p:nvSpPr>
          <p:cNvPr id="9181" name="Google Shape;9181;p43"/>
          <p:cNvSpPr txBox="1"/>
          <p:nvPr>
            <p:ph idx="1" type="body"/>
          </p:nvPr>
        </p:nvSpPr>
        <p:spPr>
          <a:xfrm>
            <a:off x="720000" y="118710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30200" lvl="1" marL="914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30200" lvl="2" marL="1371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30200" lvl="3" marL="18288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30200" lvl="4" marL="22860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330200" lvl="5" marL="27432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330200" lvl="6" marL="32004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●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330200" lvl="7" marL="3657600" marR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Arial"/>
              <a:buChar char="○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330200" lvl="8" marL="4114800" marR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Arial"/>
              <a:buChar char="■"/>
              <a:defRPr b="0" i="0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9182" name="Google Shape;9182;p43"/>
          <p:cNvSpPr txBox="1"/>
          <p:nvPr/>
        </p:nvSpPr>
        <p:spPr>
          <a:xfrm>
            <a:off x="8770938" y="4927600"/>
            <a:ext cx="338137" cy="15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000" u="none" cap="none" strike="noStrike">
                <a:solidFill>
                  <a:srgbClr val="FF0000"/>
                </a:solidFill>
                <a:latin typeface="Calibri"/>
                <a:ea typeface="Calibri"/>
                <a:cs typeface="Calibri"/>
                <a:sym typeface="Calibri"/>
              </a:rPr>
              <a:t>Public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968" r:id="rId1"/>
    <p:sldLayoutId id="2147483969" r:id="rId2"/>
    <p:sldLayoutId id="2147483970" r:id="rId3"/>
    <p:sldLayoutId id="2147483971" r:id="rId4"/>
    <p:sldLayoutId id="2147483972" r:id="rId5"/>
    <p:sldLayoutId id="2147483973" r:id="rId6"/>
    <p:sldLayoutId id="2147483974" r:id="rId7"/>
    <p:sldLayoutId id="2147483975" r:id="rId8"/>
    <p:sldLayoutId id="2147483976" r:id="rId9"/>
    <p:sldLayoutId id="2147483977" r:id="rId10"/>
    <p:sldLayoutId id="2147483978" r:id="rId11"/>
    <p:sldLayoutId id="2147483979" r:id="rId12"/>
    <p:sldLayoutId id="2147483980" r:id="rId13"/>
    <p:sldLayoutId id="2147483981" r:id="rId14"/>
    <p:sldLayoutId id="2147483982" r:id="rId15"/>
    <p:sldLayoutId id="2147483983" r:id="rId16"/>
    <p:sldLayoutId id="2147483984" r:id="rId17"/>
    <p:sldLayoutId id="2147483985" r:id="rId18"/>
    <p:sldLayoutId id="2147483986" r:id="rId19"/>
    <p:sldLayoutId id="2147483987" r:id="rId20"/>
    <p:sldLayoutId id="2147483988" r:id="rId21"/>
    <p:sldLayoutId id="2147483989" r:id="rId22"/>
    <p:sldLayoutId id="2147483990" r:id="rId23"/>
    <p:sldLayoutId id="2147483991" r:id="rId24"/>
    <p:sldLayoutId id="2147483992" r:id="rId25"/>
    <p:sldLayoutId id="2147483993" r:id="rId26"/>
    <p:sldLayoutId id="2147483994" r:id="rId27"/>
    <p:sldLayoutId id="2147483995" r:id="rId28"/>
    <p:sldLayoutId id="2147483996" r:id="rId29"/>
    <p:sldLayoutId id="2147483997" r:id="rId30"/>
    <p:sldLayoutId id="2147483998" r:id="rId31"/>
    <p:sldLayoutId id="2147483999" r:id="rId32"/>
    <p:sldLayoutId id="2147484000" r:id="rId33"/>
    <p:sldLayoutId id="2147484001" r:id="rId34"/>
    <p:sldLayoutId id="2147484002" r:id="rId35"/>
    <p:sldLayoutId id="2147484003" r:id="rId36"/>
    <p:sldLayoutId id="2147484004" r:id="rId37"/>
    <p:sldLayoutId id="2147484005" r:id="rId38"/>
    <p:sldLayoutId id="2147484006" r:id="rId39"/>
    <p:sldLayoutId id="2147484007" r:id="rId40"/>
    <p:sldLayoutId id="2147484008" r:id="rId41"/>
    <p:sldLayoutId id="2147484009" r:id="rId42"/>
    <p:sldLayoutId id="2147484010" r:id="rId43"/>
    <p:sldLayoutId id="2147484011" r:id="rId44"/>
    <p:sldLayoutId id="2147484012" r:id="rId45"/>
    <p:sldLayoutId id="2147484013" r:id="rId46"/>
    <p:sldLayoutId id="2147484014" r:id="rId47"/>
    <p:sldLayoutId id="2147484015" r:id="rId48"/>
    <p:sldLayoutId id="2147484016" r:id="rId49"/>
    <p:sldLayoutId id="2147484017" r:id="rId5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4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5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Relationship Id="rId4" Type="http://schemas.openxmlformats.org/officeDocument/2006/relationships/image" Target="../media/image1.png"/><Relationship Id="rId5" Type="http://schemas.openxmlformats.org/officeDocument/2006/relationships/image" Target="../media/image5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6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3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0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4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0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2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2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1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1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7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7.png"/><Relationship Id="rId4" Type="http://schemas.openxmlformats.org/officeDocument/2006/relationships/image" Target="../media/image13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6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6.png"/><Relationship Id="rId4" Type="http://schemas.openxmlformats.org/officeDocument/2006/relationships/image" Target="../media/image14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5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5.png"/><Relationship Id="rId4" Type="http://schemas.openxmlformats.org/officeDocument/2006/relationships/image" Target="../media/image18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0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95" name="Shape 10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6" name="Google Shape;10696;p1"/>
          <p:cNvSpPr txBox="1"/>
          <p:nvPr>
            <p:ph type="ctrTitle"/>
          </p:nvPr>
        </p:nvSpPr>
        <p:spPr>
          <a:xfrm>
            <a:off x="1763475" y="1460925"/>
            <a:ext cx="56682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 fontScale="90000"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90"/>
              <a:buFont typeface="Arial"/>
              <a:buNone/>
            </a:pPr>
            <a:r>
              <a:rPr lang="en"/>
              <a:t>Tech Mentorship Unit 4.3</a:t>
            </a:r>
            <a:endParaRPr/>
          </a:p>
        </p:txBody>
      </p:sp>
      <p:sp>
        <p:nvSpPr>
          <p:cNvPr id="10697" name="Google Shape;10697;p1"/>
          <p:cNvSpPr txBox="1"/>
          <p:nvPr>
            <p:ph idx="1" type="subTitle"/>
          </p:nvPr>
        </p:nvSpPr>
        <p:spPr>
          <a:xfrm>
            <a:off x="2351850" y="3287050"/>
            <a:ext cx="44403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 fontScale="85000" lnSpcReduction="20000"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ct val="68750"/>
              <a:buFont typeface="Arial"/>
              <a:buNone/>
            </a:pPr>
            <a:r>
              <a:rPr lang="en"/>
              <a:t>Sets</a:t>
            </a:r>
            <a:endParaRPr/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6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01" name="Shape 10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2" name="Google Shape;10702;p2"/>
          <p:cNvSpPr txBox="1"/>
          <p:nvPr>
            <p:ph type="title"/>
          </p:nvPr>
        </p:nvSpPr>
        <p:spPr>
          <a:xfrm>
            <a:off x="1378050" y="2344774"/>
            <a:ext cx="63879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Set Data Type</a:t>
            </a:r>
            <a:endParaRPr/>
          </a:p>
        </p:txBody>
      </p:sp>
      <p:sp>
        <p:nvSpPr>
          <p:cNvPr id="10703" name="Google Shape;10703;p2"/>
          <p:cNvSpPr txBox="1"/>
          <p:nvPr>
            <p:ph idx="2" type="title"/>
          </p:nvPr>
        </p:nvSpPr>
        <p:spPr>
          <a:xfrm>
            <a:off x="3843750" y="1322001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</a:pPr>
            <a:r>
              <a:rPr lang="en"/>
              <a:t>0</a:t>
            </a:r>
            <a:endParaRPr/>
          </a:p>
        </p:txBody>
      </p:sp>
      <p:grpSp>
        <p:nvGrpSpPr>
          <p:cNvPr id="10704" name="Google Shape;10704;p2"/>
          <p:cNvGrpSpPr/>
          <p:nvPr/>
        </p:nvGrpSpPr>
        <p:grpSpPr>
          <a:xfrm>
            <a:off x="3928443" y="2086030"/>
            <a:ext cx="1287126" cy="176025"/>
            <a:chOff x="4345425" y="2175475"/>
            <a:chExt cx="800750" cy="176025"/>
          </a:xfrm>
        </p:grpSpPr>
        <p:sp>
          <p:nvSpPr>
            <p:cNvPr id="10705" name="Google Shape;10705;p2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6" name="Google Shape;10706;p2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07" name="Google Shape;10707;p2"/>
          <p:cNvGrpSpPr/>
          <p:nvPr/>
        </p:nvGrpSpPr>
        <p:grpSpPr>
          <a:xfrm>
            <a:off x="1541738" y="3108974"/>
            <a:ext cx="6053350" cy="176025"/>
            <a:chOff x="4345425" y="2175475"/>
            <a:chExt cx="800750" cy="176025"/>
          </a:xfrm>
        </p:grpSpPr>
        <p:sp>
          <p:nvSpPr>
            <p:cNvPr id="10708" name="Google Shape;10708;p2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9" name="Google Shape;10709;p2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10" name="Google Shape;10710;p2"/>
          <p:cNvGrpSpPr/>
          <p:nvPr/>
        </p:nvGrpSpPr>
        <p:grpSpPr>
          <a:xfrm flipH="1" rot="372491">
            <a:off x="1097518" y="3478413"/>
            <a:ext cx="595061" cy="675849"/>
            <a:chOff x="5464100" y="4208075"/>
            <a:chExt cx="494625" cy="579650"/>
          </a:xfrm>
        </p:grpSpPr>
        <p:sp>
          <p:nvSpPr>
            <p:cNvPr id="10711" name="Google Shape;10711;p2"/>
            <p:cNvSpPr/>
            <p:nvPr/>
          </p:nvSpPr>
          <p:spPr>
            <a:xfrm>
              <a:off x="5594650" y="4504850"/>
              <a:ext cx="341250" cy="255800"/>
            </a:xfrm>
            <a:custGeom>
              <a:rect b="b" l="l" r="r" t="t"/>
              <a:pathLst>
                <a:path extrusionOk="0" h="10232" w="13650">
                  <a:moveTo>
                    <a:pt x="11619" y="0"/>
                  </a:moveTo>
                  <a:cubicBezTo>
                    <a:pt x="11538" y="0"/>
                    <a:pt x="11454" y="19"/>
                    <a:pt x="11367" y="60"/>
                  </a:cubicBezTo>
                  <a:cubicBezTo>
                    <a:pt x="10774" y="356"/>
                    <a:pt x="10157" y="653"/>
                    <a:pt x="9587" y="973"/>
                  </a:cubicBezTo>
                  <a:cubicBezTo>
                    <a:pt x="8423" y="1657"/>
                    <a:pt x="7327" y="2388"/>
                    <a:pt x="6254" y="3209"/>
                  </a:cubicBezTo>
                  <a:cubicBezTo>
                    <a:pt x="4177" y="4784"/>
                    <a:pt x="2100" y="6359"/>
                    <a:pt x="0" y="7934"/>
                  </a:cubicBezTo>
                  <a:cubicBezTo>
                    <a:pt x="584" y="8864"/>
                    <a:pt x="1080" y="10231"/>
                    <a:pt x="2001" y="10231"/>
                  </a:cubicBezTo>
                  <a:cubicBezTo>
                    <a:pt x="2232" y="10231"/>
                    <a:pt x="2491" y="10145"/>
                    <a:pt x="2785" y="9943"/>
                  </a:cubicBezTo>
                  <a:cubicBezTo>
                    <a:pt x="3972" y="9121"/>
                    <a:pt x="5159" y="8300"/>
                    <a:pt x="6323" y="7478"/>
                  </a:cubicBezTo>
                  <a:cubicBezTo>
                    <a:pt x="7281" y="6816"/>
                    <a:pt x="13650" y="2867"/>
                    <a:pt x="13011" y="1726"/>
                  </a:cubicBezTo>
                  <a:cubicBezTo>
                    <a:pt x="12806" y="1338"/>
                    <a:pt x="12310" y="0"/>
                    <a:pt x="11619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2" name="Google Shape;10712;p2"/>
            <p:cNvSpPr/>
            <p:nvPr/>
          </p:nvSpPr>
          <p:spPr>
            <a:xfrm>
              <a:off x="5518750" y="4363750"/>
              <a:ext cx="340700" cy="255675"/>
            </a:xfrm>
            <a:custGeom>
              <a:rect b="b" l="l" r="r" t="t"/>
              <a:pathLst>
                <a:path extrusionOk="0" h="10227" w="13628">
                  <a:moveTo>
                    <a:pt x="11606" y="0"/>
                  </a:moveTo>
                  <a:cubicBezTo>
                    <a:pt x="11522" y="0"/>
                    <a:pt x="11435" y="21"/>
                    <a:pt x="11345" y="66"/>
                  </a:cubicBezTo>
                  <a:cubicBezTo>
                    <a:pt x="10751" y="362"/>
                    <a:pt x="10158" y="659"/>
                    <a:pt x="9587" y="979"/>
                  </a:cubicBezTo>
                  <a:cubicBezTo>
                    <a:pt x="8423" y="1664"/>
                    <a:pt x="7304" y="2394"/>
                    <a:pt x="6232" y="3216"/>
                  </a:cubicBezTo>
                  <a:cubicBezTo>
                    <a:pt x="4155" y="4791"/>
                    <a:pt x="2077" y="6343"/>
                    <a:pt x="0" y="7940"/>
                  </a:cubicBezTo>
                  <a:cubicBezTo>
                    <a:pt x="563" y="8867"/>
                    <a:pt x="1054" y="10226"/>
                    <a:pt x="1967" y="10226"/>
                  </a:cubicBezTo>
                  <a:cubicBezTo>
                    <a:pt x="2201" y="10226"/>
                    <a:pt x="2464" y="10136"/>
                    <a:pt x="2762" y="9926"/>
                  </a:cubicBezTo>
                  <a:cubicBezTo>
                    <a:pt x="3949" y="9127"/>
                    <a:pt x="5136" y="8306"/>
                    <a:pt x="6323" y="7484"/>
                  </a:cubicBezTo>
                  <a:cubicBezTo>
                    <a:pt x="7282" y="6822"/>
                    <a:pt x="13627" y="2873"/>
                    <a:pt x="13011" y="1732"/>
                  </a:cubicBezTo>
                  <a:cubicBezTo>
                    <a:pt x="12787" y="1346"/>
                    <a:pt x="12292" y="0"/>
                    <a:pt x="11606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3" name="Google Shape;10713;p2"/>
            <p:cNvSpPr/>
            <p:nvPr/>
          </p:nvSpPr>
          <p:spPr>
            <a:xfrm>
              <a:off x="5475950" y="4235275"/>
              <a:ext cx="281925" cy="269375"/>
            </a:xfrm>
            <a:custGeom>
              <a:rect b="b" l="l" r="r" t="t"/>
              <a:pathLst>
                <a:path extrusionOk="0" h="10775" w="11277">
                  <a:moveTo>
                    <a:pt x="1210" y="1"/>
                  </a:moveTo>
                  <a:cubicBezTo>
                    <a:pt x="1233" y="23"/>
                    <a:pt x="1233" y="46"/>
                    <a:pt x="1233" y="92"/>
                  </a:cubicBezTo>
                  <a:cubicBezTo>
                    <a:pt x="1005" y="3653"/>
                    <a:pt x="503" y="7213"/>
                    <a:pt x="0" y="10774"/>
                  </a:cubicBezTo>
                  <a:cubicBezTo>
                    <a:pt x="3607" y="7989"/>
                    <a:pt x="7396" y="5456"/>
                    <a:pt x="11276" y="3082"/>
                  </a:cubicBezTo>
                  <a:cubicBezTo>
                    <a:pt x="7967" y="1918"/>
                    <a:pt x="4634" y="868"/>
                    <a:pt x="1210" y="1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4" name="Google Shape;10714;p2"/>
            <p:cNvSpPr/>
            <p:nvPr/>
          </p:nvSpPr>
          <p:spPr>
            <a:xfrm>
              <a:off x="5717000" y="4421125"/>
              <a:ext cx="42000" cy="94525"/>
            </a:xfrm>
            <a:custGeom>
              <a:rect b="b" l="l" r="r" t="t"/>
              <a:pathLst>
                <a:path extrusionOk="0" h="3781" w="1680">
                  <a:moveTo>
                    <a:pt x="1497" y="0"/>
                  </a:moveTo>
                  <a:cubicBezTo>
                    <a:pt x="1449" y="0"/>
                    <a:pt x="1398" y="23"/>
                    <a:pt x="1360" y="76"/>
                  </a:cubicBezTo>
                  <a:cubicBezTo>
                    <a:pt x="676" y="1103"/>
                    <a:pt x="265" y="2404"/>
                    <a:pt x="14" y="3614"/>
                  </a:cubicBezTo>
                  <a:cubicBezTo>
                    <a:pt x="0" y="3720"/>
                    <a:pt x="80" y="3780"/>
                    <a:pt x="162" y="3780"/>
                  </a:cubicBezTo>
                  <a:cubicBezTo>
                    <a:pt x="221" y="3780"/>
                    <a:pt x="282" y="3749"/>
                    <a:pt x="310" y="3683"/>
                  </a:cubicBezTo>
                  <a:cubicBezTo>
                    <a:pt x="698" y="2496"/>
                    <a:pt x="1201" y="1377"/>
                    <a:pt x="1634" y="213"/>
                  </a:cubicBezTo>
                  <a:cubicBezTo>
                    <a:pt x="1680" y="91"/>
                    <a:pt x="1594" y="0"/>
                    <a:pt x="1497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5" name="Google Shape;10715;p2"/>
            <p:cNvSpPr/>
            <p:nvPr/>
          </p:nvSpPr>
          <p:spPr>
            <a:xfrm>
              <a:off x="5750000" y="4392700"/>
              <a:ext cx="46925" cy="98950"/>
            </a:xfrm>
            <a:custGeom>
              <a:rect b="b" l="l" r="r" t="t"/>
              <a:pathLst>
                <a:path extrusionOk="0" h="3958" w="1877">
                  <a:moveTo>
                    <a:pt x="1669" y="1"/>
                  </a:moveTo>
                  <a:cubicBezTo>
                    <a:pt x="1627" y="1"/>
                    <a:pt x="1584" y="22"/>
                    <a:pt x="1547" y="72"/>
                  </a:cubicBezTo>
                  <a:cubicBezTo>
                    <a:pt x="771" y="1122"/>
                    <a:pt x="360" y="2446"/>
                    <a:pt x="40" y="3701"/>
                  </a:cubicBezTo>
                  <a:cubicBezTo>
                    <a:pt x="0" y="3860"/>
                    <a:pt x="130" y="3958"/>
                    <a:pt x="259" y="3958"/>
                  </a:cubicBezTo>
                  <a:cubicBezTo>
                    <a:pt x="353" y="3958"/>
                    <a:pt x="445" y="3907"/>
                    <a:pt x="474" y="3792"/>
                  </a:cubicBezTo>
                  <a:cubicBezTo>
                    <a:pt x="816" y="2560"/>
                    <a:pt x="1410" y="1464"/>
                    <a:pt x="1843" y="277"/>
                  </a:cubicBezTo>
                  <a:cubicBezTo>
                    <a:pt x="1877" y="145"/>
                    <a:pt x="1778" y="1"/>
                    <a:pt x="1669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6" name="Google Shape;10716;p2"/>
            <p:cNvSpPr/>
            <p:nvPr/>
          </p:nvSpPr>
          <p:spPr>
            <a:xfrm>
              <a:off x="5795175" y="4403700"/>
              <a:ext cx="30450" cy="52625"/>
            </a:xfrm>
            <a:custGeom>
              <a:rect b="b" l="l" r="r" t="t"/>
              <a:pathLst>
                <a:path extrusionOk="0" h="2105" w="1218">
                  <a:moveTo>
                    <a:pt x="977" y="1"/>
                  </a:moveTo>
                  <a:cubicBezTo>
                    <a:pt x="935" y="1"/>
                    <a:pt x="893" y="14"/>
                    <a:pt x="858" y="43"/>
                  </a:cubicBezTo>
                  <a:cubicBezTo>
                    <a:pt x="356" y="522"/>
                    <a:pt x="105" y="1138"/>
                    <a:pt x="14" y="1800"/>
                  </a:cubicBezTo>
                  <a:cubicBezTo>
                    <a:pt x="0" y="1988"/>
                    <a:pt x="160" y="2104"/>
                    <a:pt x="303" y="2104"/>
                  </a:cubicBezTo>
                  <a:cubicBezTo>
                    <a:pt x="404" y="2104"/>
                    <a:pt x="497" y="2046"/>
                    <a:pt x="516" y="1914"/>
                  </a:cubicBezTo>
                  <a:cubicBezTo>
                    <a:pt x="607" y="1321"/>
                    <a:pt x="835" y="773"/>
                    <a:pt x="1132" y="248"/>
                  </a:cubicBezTo>
                  <a:cubicBezTo>
                    <a:pt x="1217" y="112"/>
                    <a:pt x="1099" y="1"/>
                    <a:pt x="97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7" name="Google Shape;10717;p2"/>
            <p:cNvSpPr/>
            <p:nvPr/>
          </p:nvSpPr>
          <p:spPr>
            <a:xfrm>
              <a:off x="5783525" y="4580275"/>
              <a:ext cx="38225" cy="81675"/>
            </a:xfrm>
            <a:custGeom>
              <a:rect b="b" l="l" r="r" t="t"/>
              <a:pathLst>
                <a:path extrusionOk="0" h="3267" w="1529">
                  <a:moveTo>
                    <a:pt x="1258" y="1"/>
                  </a:moveTo>
                  <a:cubicBezTo>
                    <a:pt x="1191" y="1"/>
                    <a:pt x="1127" y="31"/>
                    <a:pt x="1096" y="101"/>
                  </a:cubicBezTo>
                  <a:cubicBezTo>
                    <a:pt x="845" y="649"/>
                    <a:pt x="617" y="1197"/>
                    <a:pt x="411" y="1745"/>
                  </a:cubicBezTo>
                  <a:cubicBezTo>
                    <a:pt x="251" y="2201"/>
                    <a:pt x="0" y="2680"/>
                    <a:pt x="23" y="3160"/>
                  </a:cubicBezTo>
                  <a:cubicBezTo>
                    <a:pt x="23" y="3231"/>
                    <a:pt x="77" y="3267"/>
                    <a:pt x="133" y="3267"/>
                  </a:cubicBezTo>
                  <a:cubicBezTo>
                    <a:pt x="168" y="3267"/>
                    <a:pt x="203" y="3254"/>
                    <a:pt x="229" y="3228"/>
                  </a:cubicBezTo>
                  <a:cubicBezTo>
                    <a:pt x="594" y="2863"/>
                    <a:pt x="754" y="2270"/>
                    <a:pt x="936" y="1790"/>
                  </a:cubicBezTo>
                  <a:cubicBezTo>
                    <a:pt x="1142" y="1288"/>
                    <a:pt x="1324" y="763"/>
                    <a:pt x="1484" y="261"/>
                  </a:cubicBezTo>
                  <a:cubicBezTo>
                    <a:pt x="1529" y="111"/>
                    <a:pt x="1387" y="1"/>
                    <a:pt x="125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8" name="Google Shape;10718;p2"/>
            <p:cNvSpPr/>
            <p:nvPr/>
          </p:nvSpPr>
          <p:spPr>
            <a:xfrm>
              <a:off x="5824600" y="4544075"/>
              <a:ext cx="49675" cy="96575"/>
            </a:xfrm>
            <a:custGeom>
              <a:rect b="b" l="l" r="r" t="t"/>
              <a:pathLst>
                <a:path extrusionOk="0" h="3863" w="1987">
                  <a:moveTo>
                    <a:pt x="1601" y="1"/>
                  </a:moveTo>
                  <a:cubicBezTo>
                    <a:pt x="1166" y="1"/>
                    <a:pt x="939" y="623"/>
                    <a:pt x="800" y="1001"/>
                  </a:cubicBezTo>
                  <a:cubicBezTo>
                    <a:pt x="457" y="1846"/>
                    <a:pt x="115" y="2759"/>
                    <a:pt x="1" y="3672"/>
                  </a:cubicBezTo>
                  <a:cubicBezTo>
                    <a:pt x="1" y="3777"/>
                    <a:pt x="100" y="3863"/>
                    <a:pt x="188" y="3863"/>
                  </a:cubicBezTo>
                  <a:cubicBezTo>
                    <a:pt x="233" y="3863"/>
                    <a:pt x="274" y="3840"/>
                    <a:pt x="297" y="3786"/>
                  </a:cubicBezTo>
                  <a:cubicBezTo>
                    <a:pt x="526" y="3215"/>
                    <a:pt x="708" y="2645"/>
                    <a:pt x="914" y="2074"/>
                  </a:cubicBezTo>
                  <a:cubicBezTo>
                    <a:pt x="1028" y="1823"/>
                    <a:pt x="1439" y="385"/>
                    <a:pt x="1735" y="362"/>
                  </a:cubicBezTo>
                  <a:cubicBezTo>
                    <a:pt x="1918" y="362"/>
                    <a:pt x="1987" y="111"/>
                    <a:pt x="1804" y="43"/>
                  </a:cubicBezTo>
                  <a:cubicBezTo>
                    <a:pt x="1731" y="14"/>
                    <a:pt x="1664" y="1"/>
                    <a:pt x="1601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9" name="Google Shape;10719;p2"/>
            <p:cNvSpPr/>
            <p:nvPr/>
          </p:nvSpPr>
          <p:spPr>
            <a:xfrm>
              <a:off x="5876375" y="4540750"/>
              <a:ext cx="23725" cy="54675"/>
            </a:xfrm>
            <a:custGeom>
              <a:rect b="b" l="l" r="r" t="t"/>
              <a:pathLst>
                <a:path extrusionOk="0" h="2187" w="949">
                  <a:moveTo>
                    <a:pt x="772" y="1"/>
                  </a:moveTo>
                  <a:cubicBezTo>
                    <a:pt x="721" y="1"/>
                    <a:pt x="671" y="26"/>
                    <a:pt x="646" y="84"/>
                  </a:cubicBezTo>
                  <a:cubicBezTo>
                    <a:pt x="372" y="701"/>
                    <a:pt x="167" y="1317"/>
                    <a:pt x="30" y="2002"/>
                  </a:cubicBezTo>
                  <a:cubicBezTo>
                    <a:pt x="1" y="2103"/>
                    <a:pt x="101" y="2187"/>
                    <a:pt x="195" y="2187"/>
                  </a:cubicBezTo>
                  <a:cubicBezTo>
                    <a:pt x="249" y="2187"/>
                    <a:pt x="302" y="2159"/>
                    <a:pt x="326" y="2093"/>
                  </a:cubicBezTo>
                  <a:cubicBezTo>
                    <a:pt x="577" y="1477"/>
                    <a:pt x="783" y="838"/>
                    <a:pt x="920" y="176"/>
                  </a:cubicBezTo>
                  <a:cubicBezTo>
                    <a:pt x="949" y="75"/>
                    <a:pt x="859" y="1"/>
                    <a:pt x="772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0" name="Google Shape;10720;p2"/>
            <p:cNvSpPr/>
            <p:nvPr/>
          </p:nvSpPr>
          <p:spPr>
            <a:xfrm>
              <a:off x="5464100" y="4208075"/>
              <a:ext cx="334850" cy="317675"/>
            </a:xfrm>
            <a:custGeom>
              <a:rect b="b" l="l" r="r" t="t"/>
              <a:pathLst>
                <a:path extrusionOk="0" h="12707" w="13394">
                  <a:moveTo>
                    <a:pt x="2027" y="792"/>
                  </a:moveTo>
                  <a:cubicBezTo>
                    <a:pt x="5450" y="1682"/>
                    <a:pt x="8783" y="2732"/>
                    <a:pt x="12115" y="3896"/>
                  </a:cubicBezTo>
                  <a:cubicBezTo>
                    <a:pt x="8212" y="6270"/>
                    <a:pt x="4423" y="8804"/>
                    <a:pt x="817" y="11588"/>
                  </a:cubicBezTo>
                  <a:cubicBezTo>
                    <a:pt x="1319" y="8027"/>
                    <a:pt x="1821" y="4467"/>
                    <a:pt x="2049" y="906"/>
                  </a:cubicBezTo>
                  <a:cubicBezTo>
                    <a:pt x="2049" y="860"/>
                    <a:pt x="2049" y="838"/>
                    <a:pt x="2027" y="792"/>
                  </a:cubicBezTo>
                  <a:close/>
                  <a:moveTo>
                    <a:pt x="1919" y="0"/>
                  </a:moveTo>
                  <a:cubicBezTo>
                    <a:pt x="1586" y="0"/>
                    <a:pt x="1459" y="471"/>
                    <a:pt x="1707" y="678"/>
                  </a:cubicBezTo>
                  <a:cubicBezTo>
                    <a:pt x="1616" y="701"/>
                    <a:pt x="1547" y="769"/>
                    <a:pt x="1547" y="860"/>
                  </a:cubicBezTo>
                  <a:cubicBezTo>
                    <a:pt x="954" y="4649"/>
                    <a:pt x="566" y="8484"/>
                    <a:pt x="18" y="12273"/>
                  </a:cubicBezTo>
                  <a:cubicBezTo>
                    <a:pt x="0" y="12483"/>
                    <a:pt x="158" y="12707"/>
                    <a:pt x="355" y="12707"/>
                  </a:cubicBezTo>
                  <a:cubicBezTo>
                    <a:pt x="415" y="12707"/>
                    <a:pt x="479" y="12686"/>
                    <a:pt x="543" y="12638"/>
                  </a:cubicBezTo>
                  <a:cubicBezTo>
                    <a:pt x="4560" y="9534"/>
                    <a:pt x="8760" y="6658"/>
                    <a:pt x="13165" y="4124"/>
                  </a:cubicBezTo>
                  <a:cubicBezTo>
                    <a:pt x="13371" y="3987"/>
                    <a:pt x="13394" y="3577"/>
                    <a:pt x="13120" y="3485"/>
                  </a:cubicBezTo>
                  <a:cubicBezTo>
                    <a:pt x="9490" y="2139"/>
                    <a:pt x="5770" y="997"/>
                    <a:pt x="2027" y="16"/>
                  </a:cubicBezTo>
                  <a:cubicBezTo>
                    <a:pt x="1989" y="5"/>
                    <a:pt x="1953" y="0"/>
                    <a:pt x="1919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1" name="Google Shape;10721;p2"/>
            <p:cNvSpPr/>
            <p:nvPr/>
          </p:nvSpPr>
          <p:spPr>
            <a:xfrm>
              <a:off x="5495775" y="4342975"/>
              <a:ext cx="376800" cy="309500"/>
            </a:xfrm>
            <a:custGeom>
              <a:rect b="b" l="l" r="r" t="t"/>
              <a:pathLst>
                <a:path extrusionOk="0" h="12380" w="15072">
                  <a:moveTo>
                    <a:pt x="12525" y="1060"/>
                  </a:moveTo>
                  <a:cubicBezTo>
                    <a:pt x="13211" y="1060"/>
                    <a:pt x="13706" y="2403"/>
                    <a:pt x="13930" y="2768"/>
                  </a:cubicBezTo>
                  <a:cubicBezTo>
                    <a:pt x="14546" y="3933"/>
                    <a:pt x="8201" y="7858"/>
                    <a:pt x="7242" y="8520"/>
                  </a:cubicBezTo>
                  <a:cubicBezTo>
                    <a:pt x="6055" y="9342"/>
                    <a:pt x="4868" y="10164"/>
                    <a:pt x="3681" y="10986"/>
                  </a:cubicBezTo>
                  <a:cubicBezTo>
                    <a:pt x="3388" y="11187"/>
                    <a:pt x="3129" y="11274"/>
                    <a:pt x="2897" y="11274"/>
                  </a:cubicBezTo>
                  <a:cubicBezTo>
                    <a:pt x="1977" y="11274"/>
                    <a:pt x="1485" y="9907"/>
                    <a:pt x="919" y="8977"/>
                  </a:cubicBezTo>
                  <a:cubicBezTo>
                    <a:pt x="2996" y="7402"/>
                    <a:pt x="5074" y="5827"/>
                    <a:pt x="7151" y="4252"/>
                  </a:cubicBezTo>
                  <a:cubicBezTo>
                    <a:pt x="8223" y="3453"/>
                    <a:pt x="9342" y="2700"/>
                    <a:pt x="10483" y="2038"/>
                  </a:cubicBezTo>
                  <a:cubicBezTo>
                    <a:pt x="11077" y="1696"/>
                    <a:pt x="11670" y="1399"/>
                    <a:pt x="12264" y="1125"/>
                  </a:cubicBezTo>
                  <a:cubicBezTo>
                    <a:pt x="12354" y="1080"/>
                    <a:pt x="12441" y="1060"/>
                    <a:pt x="12525" y="1060"/>
                  </a:cubicBezTo>
                  <a:close/>
                  <a:moveTo>
                    <a:pt x="12828" y="1"/>
                  </a:moveTo>
                  <a:cubicBezTo>
                    <a:pt x="11774" y="1"/>
                    <a:pt x="10261" y="1278"/>
                    <a:pt x="9525" y="1741"/>
                  </a:cubicBezTo>
                  <a:cubicBezTo>
                    <a:pt x="6215" y="3818"/>
                    <a:pt x="3248" y="6512"/>
                    <a:pt x="189" y="8908"/>
                  </a:cubicBezTo>
                  <a:cubicBezTo>
                    <a:pt x="1" y="9059"/>
                    <a:pt x="139" y="9365"/>
                    <a:pt x="334" y="9365"/>
                  </a:cubicBezTo>
                  <a:cubicBezTo>
                    <a:pt x="375" y="9365"/>
                    <a:pt x="419" y="9351"/>
                    <a:pt x="463" y="9319"/>
                  </a:cubicBezTo>
                  <a:cubicBezTo>
                    <a:pt x="486" y="9296"/>
                    <a:pt x="509" y="9274"/>
                    <a:pt x="531" y="9251"/>
                  </a:cubicBezTo>
                  <a:cubicBezTo>
                    <a:pt x="1125" y="10278"/>
                    <a:pt x="1741" y="11282"/>
                    <a:pt x="2426" y="12241"/>
                  </a:cubicBezTo>
                  <a:cubicBezTo>
                    <a:pt x="2485" y="12329"/>
                    <a:pt x="2582" y="12380"/>
                    <a:pt x="2680" y="12380"/>
                  </a:cubicBezTo>
                  <a:cubicBezTo>
                    <a:pt x="2734" y="12380"/>
                    <a:pt x="2788" y="12365"/>
                    <a:pt x="2837" y="12332"/>
                  </a:cubicBezTo>
                  <a:cubicBezTo>
                    <a:pt x="6991" y="9662"/>
                    <a:pt x="11396" y="6968"/>
                    <a:pt x="14934" y="3453"/>
                  </a:cubicBezTo>
                  <a:cubicBezTo>
                    <a:pt x="15071" y="3316"/>
                    <a:pt x="15048" y="3111"/>
                    <a:pt x="14957" y="2951"/>
                  </a:cubicBezTo>
                  <a:cubicBezTo>
                    <a:pt x="14592" y="2266"/>
                    <a:pt x="13930" y="212"/>
                    <a:pt x="13085" y="29"/>
                  </a:cubicBezTo>
                  <a:cubicBezTo>
                    <a:pt x="13003" y="10"/>
                    <a:pt x="12917" y="1"/>
                    <a:pt x="1282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2" name="Google Shape;10722;p2"/>
            <p:cNvSpPr/>
            <p:nvPr/>
          </p:nvSpPr>
          <p:spPr>
            <a:xfrm>
              <a:off x="5582050" y="4477650"/>
              <a:ext cx="376675" cy="310075"/>
            </a:xfrm>
            <a:custGeom>
              <a:rect b="b" l="l" r="r" t="t"/>
              <a:pathLst>
                <a:path extrusionOk="0" h="12403" w="15067">
                  <a:moveTo>
                    <a:pt x="12512" y="1065"/>
                  </a:moveTo>
                  <a:cubicBezTo>
                    <a:pt x="13207" y="1065"/>
                    <a:pt x="13721" y="2403"/>
                    <a:pt x="13925" y="2791"/>
                  </a:cubicBezTo>
                  <a:cubicBezTo>
                    <a:pt x="14542" y="3932"/>
                    <a:pt x="8196" y="7881"/>
                    <a:pt x="7238" y="8543"/>
                  </a:cubicBezTo>
                  <a:cubicBezTo>
                    <a:pt x="6051" y="9365"/>
                    <a:pt x="4864" y="10186"/>
                    <a:pt x="3677" y="11008"/>
                  </a:cubicBezTo>
                  <a:cubicBezTo>
                    <a:pt x="3383" y="11210"/>
                    <a:pt x="3124" y="11297"/>
                    <a:pt x="2893" y="11297"/>
                  </a:cubicBezTo>
                  <a:cubicBezTo>
                    <a:pt x="1973" y="11297"/>
                    <a:pt x="1480" y="9930"/>
                    <a:pt x="915" y="8999"/>
                  </a:cubicBezTo>
                  <a:cubicBezTo>
                    <a:pt x="2992" y="7425"/>
                    <a:pt x="5069" y="5850"/>
                    <a:pt x="7169" y="4275"/>
                  </a:cubicBezTo>
                  <a:cubicBezTo>
                    <a:pt x="8219" y="3453"/>
                    <a:pt x="9338" y="2723"/>
                    <a:pt x="10502" y="2038"/>
                  </a:cubicBezTo>
                  <a:cubicBezTo>
                    <a:pt x="11072" y="1718"/>
                    <a:pt x="11666" y="1422"/>
                    <a:pt x="12259" y="1125"/>
                  </a:cubicBezTo>
                  <a:cubicBezTo>
                    <a:pt x="12346" y="1084"/>
                    <a:pt x="12430" y="1065"/>
                    <a:pt x="12512" y="1065"/>
                  </a:cubicBezTo>
                  <a:close/>
                  <a:moveTo>
                    <a:pt x="12827" y="1"/>
                  </a:moveTo>
                  <a:cubicBezTo>
                    <a:pt x="11773" y="1"/>
                    <a:pt x="10258" y="1300"/>
                    <a:pt x="9520" y="1764"/>
                  </a:cubicBezTo>
                  <a:cubicBezTo>
                    <a:pt x="6233" y="3841"/>
                    <a:pt x="3266" y="6512"/>
                    <a:pt x="207" y="8931"/>
                  </a:cubicBezTo>
                  <a:cubicBezTo>
                    <a:pt x="0" y="9082"/>
                    <a:pt x="135" y="9388"/>
                    <a:pt x="329" y="9388"/>
                  </a:cubicBezTo>
                  <a:cubicBezTo>
                    <a:pt x="371" y="9388"/>
                    <a:pt x="415" y="9374"/>
                    <a:pt x="459" y="9342"/>
                  </a:cubicBezTo>
                  <a:cubicBezTo>
                    <a:pt x="481" y="9319"/>
                    <a:pt x="504" y="9296"/>
                    <a:pt x="550" y="9273"/>
                  </a:cubicBezTo>
                  <a:cubicBezTo>
                    <a:pt x="1120" y="10301"/>
                    <a:pt x="1737" y="11282"/>
                    <a:pt x="2421" y="12263"/>
                  </a:cubicBezTo>
                  <a:cubicBezTo>
                    <a:pt x="2480" y="12352"/>
                    <a:pt x="2577" y="12402"/>
                    <a:pt x="2676" y="12402"/>
                  </a:cubicBezTo>
                  <a:cubicBezTo>
                    <a:pt x="2730" y="12402"/>
                    <a:pt x="2784" y="12387"/>
                    <a:pt x="2832" y="12355"/>
                  </a:cubicBezTo>
                  <a:cubicBezTo>
                    <a:pt x="7009" y="9661"/>
                    <a:pt x="11392" y="6968"/>
                    <a:pt x="14930" y="3476"/>
                  </a:cubicBezTo>
                  <a:cubicBezTo>
                    <a:pt x="15067" y="3339"/>
                    <a:pt x="15067" y="3111"/>
                    <a:pt x="14975" y="2951"/>
                  </a:cubicBezTo>
                  <a:cubicBezTo>
                    <a:pt x="14587" y="2289"/>
                    <a:pt x="13925" y="235"/>
                    <a:pt x="13081" y="29"/>
                  </a:cubicBezTo>
                  <a:cubicBezTo>
                    <a:pt x="13000" y="10"/>
                    <a:pt x="12915" y="1"/>
                    <a:pt x="1282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23" name="Google Shape;10723;p2"/>
          <p:cNvGrpSpPr/>
          <p:nvPr/>
        </p:nvGrpSpPr>
        <p:grpSpPr>
          <a:xfrm rot="9456294">
            <a:off x="6849679" y="3273665"/>
            <a:ext cx="2306041" cy="512923"/>
            <a:chOff x="7051300" y="3461525"/>
            <a:chExt cx="2305988" cy="512912"/>
          </a:xfrm>
        </p:grpSpPr>
        <p:sp>
          <p:nvSpPr>
            <p:cNvPr id="10724" name="Google Shape;10724;p2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5" name="Google Shape;10725;p2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6" name="Google Shape;10726;p2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7" name="Google Shape;10727;p2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8" name="Google Shape;10728;p2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9" name="Google Shape;10729;p2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0" name="Google Shape;10730;p2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1" name="Google Shape;10731;p2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2" name="Google Shape;10732;p2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3" name="Google Shape;10733;p2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4" name="Google Shape;10734;p2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5" name="Google Shape;10735;p2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6" name="Google Shape;10736;p2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7" name="Google Shape;10737;p2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8" name="Google Shape;10738;p2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9" name="Google Shape;10739;p2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0" name="Google Shape;10740;p2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1" name="Google Shape;10741;p2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42" name="Google Shape;10742;p2"/>
          <p:cNvGrpSpPr/>
          <p:nvPr/>
        </p:nvGrpSpPr>
        <p:grpSpPr>
          <a:xfrm rot="854098">
            <a:off x="7782856" y="510397"/>
            <a:ext cx="639528" cy="438002"/>
            <a:chOff x="5501450" y="2545600"/>
            <a:chExt cx="639525" cy="438000"/>
          </a:xfrm>
        </p:grpSpPr>
        <p:sp>
          <p:nvSpPr>
            <p:cNvPr id="10743" name="Google Shape;10743;p2"/>
            <p:cNvSpPr/>
            <p:nvPr/>
          </p:nvSpPr>
          <p:spPr>
            <a:xfrm>
              <a:off x="5501450" y="2545600"/>
              <a:ext cx="639525" cy="438000"/>
            </a:xfrm>
            <a:custGeom>
              <a:rect b="b" l="l" r="r" t="t"/>
              <a:pathLst>
                <a:path extrusionOk="0" h="17520" w="25581">
                  <a:moveTo>
                    <a:pt x="2054" y="916"/>
                  </a:moveTo>
                  <a:cubicBezTo>
                    <a:pt x="4249" y="1273"/>
                    <a:pt x="6534" y="1376"/>
                    <a:pt x="8837" y="1376"/>
                  </a:cubicBezTo>
                  <a:cubicBezTo>
                    <a:pt x="11993" y="1376"/>
                    <a:pt x="15185" y="1183"/>
                    <a:pt x="18229" y="1183"/>
                  </a:cubicBezTo>
                  <a:cubicBezTo>
                    <a:pt x="18767" y="1183"/>
                    <a:pt x="19366" y="1142"/>
                    <a:pt x="19969" y="1142"/>
                  </a:cubicBezTo>
                  <a:cubicBezTo>
                    <a:pt x="21476" y="1142"/>
                    <a:pt x="23008" y="1398"/>
                    <a:pt x="23668" y="3189"/>
                  </a:cubicBezTo>
                  <a:cubicBezTo>
                    <a:pt x="24139" y="4443"/>
                    <a:pt x="23998" y="6292"/>
                    <a:pt x="24045" y="7625"/>
                  </a:cubicBezTo>
                  <a:cubicBezTo>
                    <a:pt x="24154" y="10242"/>
                    <a:pt x="24076" y="12876"/>
                    <a:pt x="23904" y="15493"/>
                  </a:cubicBezTo>
                  <a:cubicBezTo>
                    <a:pt x="19549" y="16044"/>
                    <a:pt x="15184" y="16308"/>
                    <a:pt x="10802" y="16308"/>
                  </a:cubicBezTo>
                  <a:cubicBezTo>
                    <a:pt x="9570" y="16308"/>
                    <a:pt x="8336" y="16287"/>
                    <a:pt x="7101" y="16246"/>
                  </a:cubicBezTo>
                  <a:cubicBezTo>
                    <a:pt x="5141" y="16167"/>
                    <a:pt x="2398" y="16543"/>
                    <a:pt x="1505" y="14036"/>
                  </a:cubicBezTo>
                  <a:cubicBezTo>
                    <a:pt x="1066" y="12782"/>
                    <a:pt x="1270" y="10916"/>
                    <a:pt x="1207" y="9600"/>
                  </a:cubicBezTo>
                  <a:cubicBezTo>
                    <a:pt x="1160" y="8659"/>
                    <a:pt x="235" y="1700"/>
                    <a:pt x="2054" y="916"/>
                  </a:cubicBezTo>
                  <a:close/>
                  <a:moveTo>
                    <a:pt x="1928" y="0"/>
                  </a:moveTo>
                  <a:cubicBezTo>
                    <a:pt x="478" y="0"/>
                    <a:pt x="29" y="2119"/>
                    <a:pt x="16" y="3518"/>
                  </a:cubicBezTo>
                  <a:cubicBezTo>
                    <a:pt x="0" y="5869"/>
                    <a:pt x="204" y="8252"/>
                    <a:pt x="282" y="10603"/>
                  </a:cubicBezTo>
                  <a:cubicBezTo>
                    <a:pt x="345" y="12139"/>
                    <a:pt x="157" y="14098"/>
                    <a:pt x="1003" y="15462"/>
                  </a:cubicBezTo>
                  <a:cubicBezTo>
                    <a:pt x="2119" y="17247"/>
                    <a:pt x="4806" y="17520"/>
                    <a:pt x="7212" y="17520"/>
                  </a:cubicBezTo>
                  <a:cubicBezTo>
                    <a:pt x="8268" y="17520"/>
                    <a:pt x="9269" y="17467"/>
                    <a:pt x="10061" y="17467"/>
                  </a:cubicBezTo>
                  <a:cubicBezTo>
                    <a:pt x="10126" y="17467"/>
                    <a:pt x="10189" y="17468"/>
                    <a:pt x="10251" y="17468"/>
                  </a:cubicBezTo>
                  <a:cubicBezTo>
                    <a:pt x="10550" y="17471"/>
                    <a:pt x="10848" y="17473"/>
                    <a:pt x="11146" y="17473"/>
                  </a:cubicBezTo>
                  <a:cubicBezTo>
                    <a:pt x="15785" y="17473"/>
                    <a:pt x="20422" y="17132"/>
                    <a:pt x="25016" y="16528"/>
                  </a:cubicBezTo>
                  <a:cubicBezTo>
                    <a:pt x="25581" y="16449"/>
                    <a:pt x="25549" y="15791"/>
                    <a:pt x="25189" y="15509"/>
                  </a:cubicBezTo>
                  <a:cubicBezTo>
                    <a:pt x="25440" y="11857"/>
                    <a:pt x="25534" y="8126"/>
                    <a:pt x="25110" y="4490"/>
                  </a:cubicBezTo>
                  <a:cubicBezTo>
                    <a:pt x="24907" y="2766"/>
                    <a:pt x="24515" y="995"/>
                    <a:pt x="22728" y="305"/>
                  </a:cubicBezTo>
                  <a:cubicBezTo>
                    <a:pt x="22098" y="64"/>
                    <a:pt x="21403" y="15"/>
                    <a:pt x="20716" y="15"/>
                  </a:cubicBezTo>
                  <a:cubicBezTo>
                    <a:pt x="20240" y="15"/>
                    <a:pt x="19769" y="38"/>
                    <a:pt x="19327" y="38"/>
                  </a:cubicBezTo>
                  <a:cubicBezTo>
                    <a:pt x="17132" y="38"/>
                    <a:pt x="14954" y="70"/>
                    <a:pt x="12759" y="70"/>
                  </a:cubicBezTo>
                  <a:cubicBezTo>
                    <a:pt x="12545" y="72"/>
                    <a:pt x="12330" y="73"/>
                    <a:pt x="12115" y="73"/>
                  </a:cubicBezTo>
                  <a:cubicBezTo>
                    <a:pt x="10641" y="73"/>
                    <a:pt x="9140" y="30"/>
                    <a:pt x="7640" y="30"/>
                  </a:cubicBezTo>
                  <a:cubicBezTo>
                    <a:pt x="6052" y="30"/>
                    <a:pt x="4466" y="78"/>
                    <a:pt x="2916" y="274"/>
                  </a:cubicBezTo>
                  <a:cubicBezTo>
                    <a:pt x="2544" y="84"/>
                    <a:pt x="2216" y="0"/>
                    <a:pt x="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4" name="Google Shape;10744;p2"/>
            <p:cNvSpPr/>
            <p:nvPr/>
          </p:nvSpPr>
          <p:spPr>
            <a:xfrm>
              <a:off x="5714775" y="2654925"/>
              <a:ext cx="280075" cy="257600"/>
            </a:xfrm>
            <a:custGeom>
              <a:rect b="b" l="l" r="r" t="t"/>
              <a:pathLst>
                <a:path extrusionOk="0" h="10304" w="11203">
                  <a:moveTo>
                    <a:pt x="652" y="289"/>
                  </a:moveTo>
                  <a:cubicBezTo>
                    <a:pt x="809" y="415"/>
                    <a:pt x="966" y="540"/>
                    <a:pt x="1138" y="650"/>
                  </a:cubicBezTo>
                  <a:cubicBezTo>
                    <a:pt x="1076" y="697"/>
                    <a:pt x="1044" y="775"/>
                    <a:pt x="1029" y="854"/>
                  </a:cubicBezTo>
                  <a:cubicBezTo>
                    <a:pt x="1029" y="1042"/>
                    <a:pt x="1044" y="1214"/>
                    <a:pt x="1044" y="1387"/>
                  </a:cubicBezTo>
                  <a:cubicBezTo>
                    <a:pt x="919" y="1449"/>
                    <a:pt x="825" y="1543"/>
                    <a:pt x="778" y="1669"/>
                  </a:cubicBezTo>
                  <a:cubicBezTo>
                    <a:pt x="746" y="1214"/>
                    <a:pt x="699" y="760"/>
                    <a:pt x="652" y="305"/>
                  </a:cubicBezTo>
                  <a:cubicBezTo>
                    <a:pt x="652" y="305"/>
                    <a:pt x="652" y="289"/>
                    <a:pt x="652" y="289"/>
                  </a:cubicBezTo>
                  <a:close/>
                  <a:moveTo>
                    <a:pt x="5778" y="4208"/>
                  </a:moveTo>
                  <a:lnTo>
                    <a:pt x="5778" y="4208"/>
                  </a:lnTo>
                  <a:cubicBezTo>
                    <a:pt x="6217" y="4333"/>
                    <a:pt x="6671" y="4443"/>
                    <a:pt x="7126" y="4521"/>
                  </a:cubicBezTo>
                  <a:cubicBezTo>
                    <a:pt x="7142" y="4537"/>
                    <a:pt x="7142" y="4537"/>
                    <a:pt x="7157" y="4553"/>
                  </a:cubicBezTo>
                  <a:cubicBezTo>
                    <a:pt x="6844" y="4725"/>
                    <a:pt x="6530" y="4913"/>
                    <a:pt x="6232" y="5101"/>
                  </a:cubicBezTo>
                  <a:cubicBezTo>
                    <a:pt x="6138" y="4804"/>
                    <a:pt x="5966" y="4490"/>
                    <a:pt x="5778" y="4208"/>
                  </a:cubicBezTo>
                  <a:close/>
                  <a:moveTo>
                    <a:pt x="840" y="2296"/>
                  </a:moveTo>
                  <a:lnTo>
                    <a:pt x="840" y="2296"/>
                  </a:lnTo>
                  <a:cubicBezTo>
                    <a:pt x="919" y="2672"/>
                    <a:pt x="1013" y="3032"/>
                    <a:pt x="1076" y="3393"/>
                  </a:cubicBezTo>
                  <a:cubicBezTo>
                    <a:pt x="1123" y="4694"/>
                    <a:pt x="1201" y="5995"/>
                    <a:pt x="1264" y="7280"/>
                  </a:cubicBezTo>
                  <a:cubicBezTo>
                    <a:pt x="1279" y="7500"/>
                    <a:pt x="1436" y="7641"/>
                    <a:pt x="1609" y="7688"/>
                  </a:cubicBezTo>
                  <a:cubicBezTo>
                    <a:pt x="1624" y="7923"/>
                    <a:pt x="1656" y="8142"/>
                    <a:pt x="1671" y="8377"/>
                  </a:cubicBezTo>
                  <a:cubicBezTo>
                    <a:pt x="1671" y="8503"/>
                    <a:pt x="1734" y="8612"/>
                    <a:pt x="1812" y="8706"/>
                  </a:cubicBezTo>
                  <a:cubicBezTo>
                    <a:pt x="1781" y="8753"/>
                    <a:pt x="1765" y="8801"/>
                    <a:pt x="1734" y="8848"/>
                  </a:cubicBezTo>
                  <a:cubicBezTo>
                    <a:pt x="1718" y="8910"/>
                    <a:pt x="1718" y="8957"/>
                    <a:pt x="1703" y="9004"/>
                  </a:cubicBezTo>
                  <a:cubicBezTo>
                    <a:pt x="1577" y="9130"/>
                    <a:pt x="1436" y="9239"/>
                    <a:pt x="1295" y="9365"/>
                  </a:cubicBezTo>
                  <a:cubicBezTo>
                    <a:pt x="1154" y="7014"/>
                    <a:pt x="1029" y="4647"/>
                    <a:pt x="840" y="2296"/>
                  </a:cubicBezTo>
                  <a:close/>
                  <a:moveTo>
                    <a:pt x="299" y="0"/>
                  </a:moveTo>
                  <a:cubicBezTo>
                    <a:pt x="146" y="0"/>
                    <a:pt x="0" y="102"/>
                    <a:pt x="10" y="305"/>
                  </a:cubicBezTo>
                  <a:cubicBezTo>
                    <a:pt x="88" y="3440"/>
                    <a:pt x="355" y="6575"/>
                    <a:pt x="574" y="9710"/>
                  </a:cubicBezTo>
                  <a:cubicBezTo>
                    <a:pt x="590" y="9866"/>
                    <a:pt x="684" y="9976"/>
                    <a:pt x="793" y="10023"/>
                  </a:cubicBezTo>
                  <a:cubicBezTo>
                    <a:pt x="841" y="10176"/>
                    <a:pt x="985" y="10303"/>
                    <a:pt x="1148" y="10303"/>
                  </a:cubicBezTo>
                  <a:cubicBezTo>
                    <a:pt x="1201" y="10303"/>
                    <a:pt x="1256" y="10289"/>
                    <a:pt x="1311" y="10258"/>
                  </a:cubicBezTo>
                  <a:cubicBezTo>
                    <a:pt x="1718" y="10070"/>
                    <a:pt x="2110" y="9851"/>
                    <a:pt x="2486" y="9647"/>
                  </a:cubicBezTo>
                  <a:cubicBezTo>
                    <a:pt x="2627" y="9631"/>
                    <a:pt x="2753" y="9569"/>
                    <a:pt x="2847" y="9475"/>
                  </a:cubicBezTo>
                  <a:cubicBezTo>
                    <a:pt x="2894" y="9427"/>
                    <a:pt x="2941" y="9396"/>
                    <a:pt x="2988" y="9349"/>
                  </a:cubicBezTo>
                  <a:cubicBezTo>
                    <a:pt x="5417" y="7938"/>
                    <a:pt x="7721" y="6199"/>
                    <a:pt x="10151" y="4819"/>
                  </a:cubicBezTo>
                  <a:cubicBezTo>
                    <a:pt x="10229" y="4757"/>
                    <a:pt x="10292" y="4694"/>
                    <a:pt x="10323" y="4615"/>
                  </a:cubicBezTo>
                  <a:cubicBezTo>
                    <a:pt x="10383" y="4639"/>
                    <a:pt x="10441" y="4649"/>
                    <a:pt x="10497" y="4649"/>
                  </a:cubicBezTo>
                  <a:cubicBezTo>
                    <a:pt x="10925" y="4649"/>
                    <a:pt x="11203" y="4024"/>
                    <a:pt x="10731" y="3816"/>
                  </a:cubicBezTo>
                  <a:cubicBezTo>
                    <a:pt x="9101" y="3032"/>
                    <a:pt x="7439" y="2296"/>
                    <a:pt x="5762" y="1606"/>
                  </a:cubicBezTo>
                  <a:cubicBezTo>
                    <a:pt x="4238" y="987"/>
                    <a:pt x="2525" y="34"/>
                    <a:pt x="860" y="34"/>
                  </a:cubicBezTo>
                  <a:cubicBezTo>
                    <a:pt x="796" y="34"/>
                    <a:pt x="732" y="36"/>
                    <a:pt x="668" y="39"/>
                  </a:cubicBezTo>
                  <a:cubicBezTo>
                    <a:pt x="621" y="39"/>
                    <a:pt x="590" y="70"/>
                    <a:pt x="558" y="117"/>
                  </a:cubicBezTo>
                  <a:cubicBezTo>
                    <a:pt x="492" y="39"/>
                    <a:pt x="39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7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7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7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7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7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7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48" name="Shape 10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9" name="Google Shape;10749;p3"/>
          <p:cNvSpPr txBox="1"/>
          <p:nvPr>
            <p:ph idx="1" type="subTitle"/>
          </p:nvPr>
        </p:nvSpPr>
        <p:spPr>
          <a:xfrm>
            <a:off x="566450" y="957974"/>
            <a:ext cx="6239400" cy="1521849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 set is a collection of unique mutable elements, meaning it contains only distinct values.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Sets are similar to lists and tuples, but they do not allow duplicate elements. </a:t>
            </a:r>
            <a:endParaRPr/>
          </a:p>
          <a:p>
            <a:pPr indent="-285750" lvl="0" marL="28575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Sets are unordered, meaning that they cannot be accessed with an index</a:t>
            </a:r>
            <a:endParaRPr/>
          </a:p>
        </p:txBody>
      </p:sp>
      <p:sp>
        <p:nvSpPr>
          <p:cNvPr id="10750" name="Google Shape;10750;p3"/>
          <p:cNvSpPr txBox="1"/>
          <p:nvPr>
            <p:ph type="title"/>
          </p:nvPr>
        </p:nvSpPr>
        <p:spPr>
          <a:xfrm>
            <a:off x="443225" y="298100"/>
            <a:ext cx="4416000" cy="5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What is a set?</a:t>
            </a:r>
            <a:endParaRPr/>
          </a:p>
        </p:txBody>
      </p:sp>
      <p:grpSp>
        <p:nvGrpSpPr>
          <p:cNvPr id="10751" name="Google Shape;10751;p3"/>
          <p:cNvGrpSpPr/>
          <p:nvPr/>
        </p:nvGrpSpPr>
        <p:grpSpPr>
          <a:xfrm>
            <a:off x="588483" y="727950"/>
            <a:ext cx="4195530" cy="176025"/>
            <a:chOff x="4345425" y="2175475"/>
            <a:chExt cx="800750" cy="176025"/>
          </a:xfrm>
        </p:grpSpPr>
        <p:sp>
          <p:nvSpPr>
            <p:cNvPr id="10752" name="Google Shape;10752;p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3" name="Google Shape;10753;p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0754" name="Google Shape;10754;p3"/>
          <p:cNvPicPr preferRelativeResize="0"/>
          <p:nvPr/>
        </p:nvPicPr>
        <p:blipFill rotWithShape="1">
          <a:blip r:embed="rId3">
            <a:alphaModFix/>
          </a:blip>
          <a:srcRect b="0" l="0" r="38384" t="0"/>
          <a:stretch/>
        </p:blipFill>
        <p:spPr>
          <a:xfrm>
            <a:off x="462848" y="2663676"/>
            <a:ext cx="8314076" cy="751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755" name="Google Shape;10755;p3"/>
          <p:cNvPicPr preferRelativeResize="0"/>
          <p:nvPr/>
        </p:nvPicPr>
        <p:blipFill rotWithShape="1">
          <a:blip r:embed="rId3">
            <a:alphaModFix/>
          </a:blip>
          <a:srcRect b="0" l="63442" r="0" t="0"/>
          <a:stretch/>
        </p:blipFill>
        <p:spPr>
          <a:xfrm>
            <a:off x="2105511" y="3809975"/>
            <a:ext cx="4932977" cy="751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59" name="Shape 10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0" name="Google Shape;10760;p4"/>
          <p:cNvSpPr txBox="1"/>
          <p:nvPr>
            <p:ph type="title"/>
          </p:nvPr>
        </p:nvSpPr>
        <p:spPr>
          <a:xfrm>
            <a:off x="443225" y="298100"/>
            <a:ext cx="4416000" cy="5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Set Format</a:t>
            </a:r>
            <a:endParaRPr/>
          </a:p>
        </p:txBody>
      </p:sp>
      <p:grpSp>
        <p:nvGrpSpPr>
          <p:cNvPr id="10761" name="Google Shape;10761;p4"/>
          <p:cNvGrpSpPr/>
          <p:nvPr/>
        </p:nvGrpSpPr>
        <p:grpSpPr>
          <a:xfrm>
            <a:off x="588483" y="727950"/>
            <a:ext cx="4195530" cy="176025"/>
            <a:chOff x="4345425" y="2175475"/>
            <a:chExt cx="800750" cy="176025"/>
          </a:xfrm>
        </p:grpSpPr>
        <p:sp>
          <p:nvSpPr>
            <p:cNvPr id="10762" name="Google Shape;10762;p4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3" name="Google Shape;10763;p4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764" name="Google Shape;10764;p4"/>
          <p:cNvSpPr txBox="1"/>
          <p:nvPr>
            <p:ph idx="1" type="subTitle"/>
          </p:nvPr>
        </p:nvSpPr>
        <p:spPr>
          <a:xfrm>
            <a:off x="1526850" y="1262663"/>
            <a:ext cx="6090300" cy="95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A Set  is created by using curly brackets { }. Each item, also known as an element, is separated by a comma. 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t/>
            </a:r>
            <a:endParaRPr/>
          </a:p>
        </p:txBody>
      </p:sp>
      <p:pic>
        <p:nvPicPr>
          <p:cNvPr id="10765" name="Google Shape;10765;p4"/>
          <p:cNvPicPr preferRelativeResize="0"/>
          <p:nvPr/>
        </p:nvPicPr>
        <p:blipFill rotWithShape="1">
          <a:blip r:embed="rId3">
            <a:alphaModFix/>
          </a:blip>
          <a:srcRect b="0" l="0" r="41609" t="0"/>
          <a:stretch/>
        </p:blipFill>
        <p:spPr>
          <a:xfrm>
            <a:off x="700174" y="2503900"/>
            <a:ext cx="7743652" cy="841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766" name="Google Shape;10766;p4"/>
          <p:cNvPicPr preferRelativeResize="0"/>
          <p:nvPr/>
        </p:nvPicPr>
        <p:blipFill rotWithShape="1">
          <a:blip r:embed="rId3">
            <a:alphaModFix/>
          </a:blip>
          <a:srcRect b="0" l="59158" r="0" t="0"/>
          <a:stretch/>
        </p:blipFill>
        <p:spPr>
          <a:xfrm>
            <a:off x="1863840" y="3636525"/>
            <a:ext cx="5416320" cy="841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70" name="Shape 10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1" name="Google Shape;10771;p5"/>
          <p:cNvSpPr txBox="1"/>
          <p:nvPr>
            <p:ph type="title"/>
          </p:nvPr>
        </p:nvSpPr>
        <p:spPr>
          <a:xfrm>
            <a:off x="443225" y="298100"/>
            <a:ext cx="4416000" cy="5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List vs. Tuple vs. Set</a:t>
            </a:r>
            <a:endParaRPr/>
          </a:p>
        </p:txBody>
      </p:sp>
      <p:grpSp>
        <p:nvGrpSpPr>
          <p:cNvPr id="10772" name="Google Shape;10772;p5"/>
          <p:cNvGrpSpPr/>
          <p:nvPr/>
        </p:nvGrpSpPr>
        <p:grpSpPr>
          <a:xfrm>
            <a:off x="588483" y="727950"/>
            <a:ext cx="4195530" cy="176025"/>
            <a:chOff x="4345425" y="2175475"/>
            <a:chExt cx="800750" cy="176025"/>
          </a:xfrm>
        </p:grpSpPr>
        <p:sp>
          <p:nvSpPr>
            <p:cNvPr id="10773" name="Google Shape;10773;p5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4" name="Google Shape;10774;p5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775" name="Google Shape;10775;p5"/>
          <p:cNvSpPr txBox="1"/>
          <p:nvPr>
            <p:ph idx="1" type="subTitle"/>
          </p:nvPr>
        </p:nvSpPr>
        <p:spPr>
          <a:xfrm>
            <a:off x="373623" y="958723"/>
            <a:ext cx="3564394" cy="1415202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List</a:t>
            </a:r>
            <a:endParaRPr/>
          </a:p>
          <a:p>
            <a:pPr indent="-279400" lvl="0" marL="28575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" sz="1500"/>
              <a:t>Can contain 0-many items</a:t>
            </a:r>
            <a:endParaRPr sz="1500"/>
          </a:p>
          <a:p>
            <a:pPr indent="-279400" lvl="0" marL="28575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" sz="1500">
                <a:highlight>
                  <a:srgbClr val="00FFFF"/>
                </a:highlight>
              </a:rPr>
              <a:t>Not Unique </a:t>
            </a:r>
            <a:r>
              <a:rPr lang="en" sz="1500"/>
              <a:t>(can have duplicates)</a:t>
            </a:r>
            <a:endParaRPr sz="1500"/>
          </a:p>
          <a:p>
            <a:pPr indent="-279400" lvl="0" marL="28575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" sz="1500">
                <a:highlight>
                  <a:srgbClr val="FFFF00"/>
                </a:highlight>
              </a:rPr>
              <a:t>Mutable</a:t>
            </a:r>
            <a:r>
              <a:rPr lang="en" sz="1500"/>
              <a:t> (can add / remove items)</a:t>
            </a:r>
            <a:endParaRPr sz="1500"/>
          </a:p>
          <a:p>
            <a:pPr indent="-279400" lvl="0" marL="28575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" sz="1500">
                <a:highlight>
                  <a:srgbClr val="00FF00"/>
                </a:highlight>
              </a:rPr>
              <a:t>Ordered</a:t>
            </a:r>
            <a:r>
              <a:rPr lang="en" sz="1500"/>
              <a:t> (can be accessed with index)</a:t>
            </a:r>
            <a:endParaRPr sz="1500"/>
          </a:p>
          <a:p>
            <a:pPr indent="-279400" lvl="0" marL="28575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" sz="1500"/>
              <a:t>Created using </a:t>
            </a:r>
            <a:r>
              <a:rPr lang="en" sz="1500">
                <a:highlight>
                  <a:srgbClr val="FF00FF"/>
                </a:highlight>
                <a:latin typeface="Courier New"/>
                <a:ea typeface="Courier New"/>
                <a:cs typeface="Courier New"/>
                <a:sym typeface="Courier New"/>
              </a:rPr>
              <a:t>[]</a:t>
            </a:r>
            <a:endParaRPr sz="1500">
              <a:highlight>
                <a:srgbClr val="FF00FF"/>
              </a:highlight>
              <a:latin typeface="Courier New"/>
              <a:ea typeface="Courier New"/>
              <a:cs typeface="Courier New"/>
              <a:sym typeface="Courier New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t/>
            </a:r>
            <a:endParaRPr/>
          </a:p>
        </p:txBody>
      </p:sp>
      <p:pic>
        <p:nvPicPr>
          <p:cNvPr id="10776" name="Google Shape;10776;p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643175" y="874171"/>
            <a:ext cx="4052073" cy="512825"/>
          </a:xfrm>
          <a:prstGeom prst="rect">
            <a:avLst/>
          </a:prstGeom>
          <a:noFill/>
          <a:ln>
            <a:noFill/>
          </a:ln>
        </p:spPr>
      </p:pic>
      <p:sp>
        <p:nvSpPr>
          <p:cNvPr id="10777" name="Google Shape;10777;p5"/>
          <p:cNvSpPr txBox="1"/>
          <p:nvPr/>
        </p:nvSpPr>
        <p:spPr>
          <a:xfrm>
            <a:off x="3938017" y="988093"/>
            <a:ext cx="38304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Tuple</a:t>
            </a:r>
            <a:endParaRPr/>
          </a:p>
          <a:p>
            <a:pPr indent="-31115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Can contain 0-many items</a:t>
            </a:r>
            <a:endParaRPr sz="1500"/>
          </a:p>
          <a:p>
            <a:pPr indent="-31115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00FFFF"/>
                </a:highlight>
                <a:latin typeface="Arial"/>
                <a:ea typeface="Arial"/>
                <a:cs typeface="Arial"/>
                <a:sym typeface="Arial"/>
              </a:rPr>
              <a:t>Not Unique </a:t>
            </a: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(can have duplicates)</a:t>
            </a:r>
            <a:endParaRPr sz="1500"/>
          </a:p>
          <a:p>
            <a:pPr indent="-31115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FFFF00"/>
                </a:highlight>
                <a:latin typeface="Arial"/>
                <a:ea typeface="Arial"/>
                <a:cs typeface="Arial"/>
                <a:sym typeface="Arial"/>
              </a:rPr>
              <a:t>Immutable</a:t>
            </a: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(cannot add / remove items)</a:t>
            </a:r>
            <a:endParaRPr sz="1500"/>
          </a:p>
          <a:p>
            <a:pPr indent="-31115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00FF00"/>
                </a:highlight>
                <a:latin typeface="Arial"/>
                <a:ea typeface="Arial"/>
                <a:cs typeface="Arial"/>
                <a:sym typeface="Arial"/>
              </a:rPr>
              <a:t>Ordered</a:t>
            </a: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(can be accessed with index)</a:t>
            </a:r>
            <a:endParaRPr sz="1500"/>
          </a:p>
          <a:p>
            <a:pPr indent="-31115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Created using </a:t>
            </a: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FF00FF"/>
                </a:highlight>
                <a:latin typeface="Courier New"/>
                <a:ea typeface="Courier New"/>
                <a:cs typeface="Courier New"/>
                <a:sym typeface="Courier New"/>
              </a:rPr>
              <a:t>()</a:t>
            </a:r>
            <a:endParaRPr sz="1500"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0778" name="Google Shape;10778;p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957375" y="903975"/>
            <a:ext cx="2722556" cy="453200"/>
          </a:xfrm>
          <a:prstGeom prst="rect">
            <a:avLst/>
          </a:prstGeom>
          <a:noFill/>
          <a:ln>
            <a:noFill/>
          </a:ln>
        </p:spPr>
      </p:pic>
      <p:sp>
        <p:nvSpPr>
          <p:cNvPr id="10779" name="Google Shape;10779;p5"/>
          <p:cNvSpPr txBox="1"/>
          <p:nvPr/>
        </p:nvSpPr>
        <p:spPr>
          <a:xfrm>
            <a:off x="443225" y="3233375"/>
            <a:ext cx="4340700" cy="17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16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Set</a:t>
            </a:r>
            <a:endParaRPr/>
          </a:p>
          <a:p>
            <a:pPr indent="-27940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Can contain 0-many items</a:t>
            </a:r>
            <a:endParaRPr sz="1300"/>
          </a:p>
          <a:p>
            <a:pPr indent="-27940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00FFFF"/>
                </a:highlight>
                <a:latin typeface="Arial"/>
                <a:ea typeface="Arial"/>
                <a:cs typeface="Arial"/>
                <a:sym typeface="Arial"/>
              </a:rPr>
              <a:t>Unique Only </a:t>
            </a: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(no duplicates)</a:t>
            </a:r>
            <a:endParaRPr sz="1300"/>
          </a:p>
          <a:p>
            <a:pPr indent="-27940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FFFF00"/>
                </a:highlight>
                <a:latin typeface="Arial"/>
                <a:ea typeface="Arial"/>
                <a:cs typeface="Arial"/>
                <a:sym typeface="Arial"/>
              </a:rPr>
              <a:t>Mutable</a:t>
            </a: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(can add / remove items)</a:t>
            </a:r>
            <a:endParaRPr sz="1300"/>
          </a:p>
          <a:p>
            <a:pPr indent="-27940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00FF00"/>
                </a:highlight>
                <a:latin typeface="Arial"/>
                <a:ea typeface="Arial"/>
                <a:cs typeface="Arial"/>
                <a:sym typeface="Arial"/>
              </a:rPr>
              <a:t>Un-ordered </a:t>
            </a: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(cannot be accessed with index)</a:t>
            </a:r>
            <a:endParaRPr sz="1300"/>
          </a:p>
          <a:p>
            <a:pPr indent="-279400" lvl="0" marL="28575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Font typeface="Arial"/>
              <a:buChar char="●"/>
            </a:pPr>
            <a:r>
              <a:rPr b="0" i="0" lang="en" sz="15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Created using </a:t>
            </a:r>
            <a:r>
              <a:rPr b="0" i="0" lang="en" sz="1500" u="none" cap="none" strike="noStrike">
                <a:solidFill>
                  <a:schemeClr val="dk2"/>
                </a:solidFill>
                <a:highlight>
                  <a:srgbClr val="FF00FF"/>
                </a:highlight>
                <a:latin typeface="Courier New"/>
                <a:ea typeface="Courier New"/>
                <a:cs typeface="Courier New"/>
                <a:sym typeface="Courier New"/>
              </a:rPr>
              <a:t>{}</a:t>
            </a:r>
            <a:endParaRPr sz="1300"/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rial"/>
              <a:buNone/>
            </a:pPr>
            <a:r>
              <a:t/>
            </a:r>
            <a:endParaRPr b="0" i="0" sz="16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0780" name="Google Shape;10780;p5"/>
          <p:cNvPicPr preferRelativeResize="0"/>
          <p:nvPr/>
        </p:nvPicPr>
        <p:blipFill rotWithShape="1">
          <a:blip r:embed="rId5">
            <a:alphaModFix/>
          </a:blip>
          <a:srcRect b="0" l="0" r="41609" t="0"/>
          <a:stretch/>
        </p:blipFill>
        <p:spPr>
          <a:xfrm>
            <a:off x="4685125" y="4244449"/>
            <a:ext cx="4340700" cy="4735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84" name="Shape 10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85" name="Google Shape;10785;p6"/>
          <p:cNvGrpSpPr/>
          <p:nvPr/>
        </p:nvGrpSpPr>
        <p:grpSpPr>
          <a:xfrm>
            <a:off x="446299" y="380183"/>
            <a:ext cx="2798301" cy="176025"/>
            <a:chOff x="4345425" y="2175475"/>
            <a:chExt cx="800750" cy="176025"/>
          </a:xfrm>
        </p:grpSpPr>
        <p:sp>
          <p:nvSpPr>
            <p:cNvPr id="10786" name="Google Shape;10786;p6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7" name="Google Shape;10787;p6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788" name="Google Shape;10788;p6"/>
          <p:cNvSpPr txBox="1"/>
          <p:nvPr>
            <p:ph type="title"/>
          </p:nvPr>
        </p:nvSpPr>
        <p:spPr>
          <a:xfrm>
            <a:off x="689550" y="0"/>
            <a:ext cx="40875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Exercise 1- Create a Set</a:t>
            </a:r>
            <a:endParaRPr/>
          </a:p>
        </p:txBody>
      </p:sp>
      <p:sp>
        <p:nvSpPr>
          <p:cNvPr id="10789" name="Google Shape;10789;p6"/>
          <p:cNvSpPr txBox="1"/>
          <p:nvPr>
            <p:ph idx="1" type="subTitle"/>
          </p:nvPr>
        </p:nvSpPr>
        <p:spPr>
          <a:xfrm>
            <a:off x="3213450" y="1498275"/>
            <a:ext cx="27171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Create a set in python which contains the numbers: 7, 15, 43, 72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Then print out the list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93" name="Shape 10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94" name="Google Shape;10794;p7"/>
          <p:cNvGrpSpPr/>
          <p:nvPr/>
        </p:nvGrpSpPr>
        <p:grpSpPr>
          <a:xfrm>
            <a:off x="446299" y="380183"/>
            <a:ext cx="2798301" cy="176025"/>
            <a:chOff x="4345425" y="2175475"/>
            <a:chExt cx="800750" cy="176025"/>
          </a:xfrm>
        </p:grpSpPr>
        <p:sp>
          <p:nvSpPr>
            <p:cNvPr id="10795" name="Google Shape;10795;p7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6" name="Google Shape;10796;p7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797" name="Google Shape;10797;p7"/>
          <p:cNvSpPr txBox="1"/>
          <p:nvPr>
            <p:ph type="title"/>
          </p:nvPr>
        </p:nvSpPr>
        <p:spPr>
          <a:xfrm>
            <a:off x="689550" y="0"/>
            <a:ext cx="44817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Create a List: Answer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t/>
            </a:r>
            <a:endParaRPr/>
          </a:p>
        </p:txBody>
      </p:sp>
      <p:grpSp>
        <p:nvGrpSpPr>
          <p:cNvPr id="10798" name="Google Shape;10798;p7"/>
          <p:cNvGrpSpPr/>
          <p:nvPr/>
        </p:nvGrpSpPr>
        <p:grpSpPr>
          <a:xfrm>
            <a:off x="7840615" y="4679711"/>
            <a:ext cx="1745583" cy="230173"/>
            <a:chOff x="1394800" y="3522000"/>
            <a:chExt cx="1048650" cy="138275"/>
          </a:xfrm>
        </p:grpSpPr>
        <p:sp>
          <p:nvSpPr>
            <p:cNvPr id="10799" name="Google Shape;10799;p7"/>
            <p:cNvSpPr/>
            <p:nvPr/>
          </p:nvSpPr>
          <p:spPr>
            <a:xfrm>
              <a:off x="1394800" y="3522000"/>
              <a:ext cx="1048650" cy="125000"/>
            </a:xfrm>
            <a:custGeom>
              <a:rect b="b" l="l" r="r" t="t"/>
              <a:pathLst>
                <a:path extrusionOk="0" h="5000" w="41946">
                  <a:moveTo>
                    <a:pt x="39862" y="375"/>
                  </a:moveTo>
                  <a:cubicBezTo>
                    <a:pt x="39752" y="375"/>
                    <a:pt x="39641" y="393"/>
                    <a:pt x="39545" y="429"/>
                  </a:cubicBezTo>
                  <a:cubicBezTo>
                    <a:pt x="38422" y="860"/>
                    <a:pt x="37231" y="1220"/>
                    <a:pt x="36143" y="1737"/>
                  </a:cubicBezTo>
                  <a:cubicBezTo>
                    <a:pt x="35848" y="1880"/>
                    <a:pt x="35723" y="1951"/>
                    <a:pt x="35630" y="1951"/>
                  </a:cubicBezTo>
                  <a:cubicBezTo>
                    <a:pt x="35516" y="1951"/>
                    <a:pt x="35452" y="1837"/>
                    <a:pt x="35173" y="1598"/>
                  </a:cubicBezTo>
                  <a:cubicBezTo>
                    <a:pt x="34984" y="1431"/>
                    <a:pt x="34785" y="1277"/>
                    <a:pt x="34571" y="1141"/>
                  </a:cubicBezTo>
                  <a:lnTo>
                    <a:pt x="34571" y="1141"/>
                  </a:lnTo>
                  <a:cubicBezTo>
                    <a:pt x="34760" y="1337"/>
                    <a:pt x="34920" y="1576"/>
                    <a:pt x="35020" y="1741"/>
                  </a:cubicBezTo>
                  <a:cubicBezTo>
                    <a:pt x="35131" y="1926"/>
                    <a:pt x="35491" y="2693"/>
                    <a:pt x="35038" y="2721"/>
                  </a:cubicBezTo>
                  <a:cubicBezTo>
                    <a:pt x="34856" y="2736"/>
                    <a:pt x="34678" y="2739"/>
                    <a:pt x="34500" y="2739"/>
                  </a:cubicBezTo>
                  <a:cubicBezTo>
                    <a:pt x="34336" y="2739"/>
                    <a:pt x="34171" y="2736"/>
                    <a:pt x="34008" y="2725"/>
                  </a:cubicBezTo>
                  <a:lnTo>
                    <a:pt x="34008" y="2725"/>
                  </a:lnTo>
                  <a:cubicBezTo>
                    <a:pt x="34282" y="3003"/>
                    <a:pt x="34556" y="3274"/>
                    <a:pt x="34974" y="3420"/>
                  </a:cubicBezTo>
                  <a:cubicBezTo>
                    <a:pt x="35244" y="3516"/>
                    <a:pt x="35509" y="3559"/>
                    <a:pt x="35766" y="3559"/>
                  </a:cubicBezTo>
                  <a:cubicBezTo>
                    <a:pt x="36322" y="3559"/>
                    <a:pt x="36853" y="3370"/>
                    <a:pt x="37410" y="3164"/>
                  </a:cubicBezTo>
                  <a:cubicBezTo>
                    <a:pt x="38547" y="2736"/>
                    <a:pt x="39677" y="2290"/>
                    <a:pt x="40811" y="1851"/>
                  </a:cubicBezTo>
                  <a:cubicBezTo>
                    <a:pt x="41945" y="1416"/>
                    <a:pt x="40747" y="375"/>
                    <a:pt x="39862" y="375"/>
                  </a:cubicBezTo>
                  <a:close/>
                  <a:moveTo>
                    <a:pt x="1498" y="1719"/>
                  </a:moveTo>
                  <a:cubicBezTo>
                    <a:pt x="1242" y="1894"/>
                    <a:pt x="996" y="2076"/>
                    <a:pt x="761" y="2265"/>
                  </a:cubicBezTo>
                  <a:cubicBezTo>
                    <a:pt x="1" y="2874"/>
                    <a:pt x="1103" y="3669"/>
                    <a:pt x="1926" y="3669"/>
                  </a:cubicBezTo>
                  <a:cubicBezTo>
                    <a:pt x="2130" y="3669"/>
                    <a:pt x="2311" y="3623"/>
                    <a:pt x="2451" y="3513"/>
                  </a:cubicBezTo>
                  <a:cubicBezTo>
                    <a:pt x="2618" y="3381"/>
                    <a:pt x="2793" y="3242"/>
                    <a:pt x="2975" y="3106"/>
                  </a:cubicBezTo>
                  <a:cubicBezTo>
                    <a:pt x="2436" y="3031"/>
                    <a:pt x="1502" y="2211"/>
                    <a:pt x="1498" y="1719"/>
                  </a:cubicBezTo>
                  <a:close/>
                  <a:moveTo>
                    <a:pt x="6376" y="1"/>
                  </a:moveTo>
                  <a:cubicBezTo>
                    <a:pt x="5271" y="1"/>
                    <a:pt x="4137" y="310"/>
                    <a:pt x="3064" y="814"/>
                  </a:cubicBezTo>
                  <a:cubicBezTo>
                    <a:pt x="3998" y="475"/>
                    <a:pt x="4989" y="264"/>
                    <a:pt x="5977" y="264"/>
                  </a:cubicBezTo>
                  <a:cubicBezTo>
                    <a:pt x="6366" y="264"/>
                    <a:pt x="6755" y="297"/>
                    <a:pt x="7136" y="368"/>
                  </a:cubicBezTo>
                  <a:cubicBezTo>
                    <a:pt x="7849" y="500"/>
                    <a:pt x="8519" y="789"/>
                    <a:pt x="9090" y="1242"/>
                  </a:cubicBezTo>
                  <a:cubicBezTo>
                    <a:pt x="9771" y="1780"/>
                    <a:pt x="10310" y="2889"/>
                    <a:pt x="11236" y="3003"/>
                  </a:cubicBezTo>
                  <a:cubicBezTo>
                    <a:pt x="11843" y="3082"/>
                    <a:pt x="13137" y="4686"/>
                    <a:pt x="12449" y="4686"/>
                  </a:cubicBezTo>
                  <a:cubicBezTo>
                    <a:pt x="12428" y="4686"/>
                    <a:pt x="12403" y="4686"/>
                    <a:pt x="12378" y="4683"/>
                  </a:cubicBezTo>
                  <a:cubicBezTo>
                    <a:pt x="10777" y="4479"/>
                    <a:pt x="10120" y="3574"/>
                    <a:pt x="9033" y="2557"/>
                  </a:cubicBezTo>
                  <a:cubicBezTo>
                    <a:pt x="8787" y="2329"/>
                    <a:pt x="8501" y="2168"/>
                    <a:pt x="8191" y="2061"/>
                  </a:cubicBezTo>
                  <a:lnTo>
                    <a:pt x="8191" y="2061"/>
                  </a:lnTo>
                  <a:cubicBezTo>
                    <a:pt x="8366" y="2204"/>
                    <a:pt x="8534" y="2372"/>
                    <a:pt x="8698" y="2571"/>
                  </a:cubicBezTo>
                  <a:cubicBezTo>
                    <a:pt x="9742" y="3855"/>
                    <a:pt x="10719" y="4903"/>
                    <a:pt x="12481" y="4903"/>
                  </a:cubicBezTo>
                  <a:cubicBezTo>
                    <a:pt x="12528" y="4903"/>
                    <a:pt x="12574" y="4903"/>
                    <a:pt x="12620" y="4900"/>
                  </a:cubicBezTo>
                  <a:cubicBezTo>
                    <a:pt x="14603" y="4843"/>
                    <a:pt x="15879" y="3509"/>
                    <a:pt x="17384" y="2415"/>
                  </a:cubicBezTo>
                  <a:cubicBezTo>
                    <a:pt x="17687" y="2193"/>
                    <a:pt x="17983" y="2001"/>
                    <a:pt x="18268" y="1862"/>
                  </a:cubicBezTo>
                  <a:lnTo>
                    <a:pt x="18268" y="1862"/>
                  </a:lnTo>
                  <a:cubicBezTo>
                    <a:pt x="18140" y="1880"/>
                    <a:pt x="17997" y="1923"/>
                    <a:pt x="17826" y="2001"/>
                  </a:cubicBezTo>
                  <a:cubicBezTo>
                    <a:pt x="17259" y="2261"/>
                    <a:pt x="16703" y="2860"/>
                    <a:pt x="16157" y="3188"/>
                  </a:cubicBezTo>
                  <a:cubicBezTo>
                    <a:pt x="15630" y="3502"/>
                    <a:pt x="15081" y="3763"/>
                    <a:pt x="14521" y="4008"/>
                  </a:cubicBezTo>
                  <a:cubicBezTo>
                    <a:pt x="14381" y="4069"/>
                    <a:pt x="14125" y="4158"/>
                    <a:pt x="13914" y="4158"/>
                  </a:cubicBezTo>
                  <a:cubicBezTo>
                    <a:pt x="13740" y="4158"/>
                    <a:pt x="13593" y="4097"/>
                    <a:pt x="13565" y="3908"/>
                  </a:cubicBezTo>
                  <a:cubicBezTo>
                    <a:pt x="13501" y="3506"/>
                    <a:pt x="14389" y="3103"/>
                    <a:pt x="14663" y="2985"/>
                  </a:cubicBezTo>
                  <a:cubicBezTo>
                    <a:pt x="16246" y="2293"/>
                    <a:pt x="17441" y="703"/>
                    <a:pt x="19241" y="493"/>
                  </a:cubicBezTo>
                  <a:cubicBezTo>
                    <a:pt x="19366" y="478"/>
                    <a:pt x="19495" y="468"/>
                    <a:pt x="19623" y="468"/>
                  </a:cubicBezTo>
                  <a:cubicBezTo>
                    <a:pt x="20097" y="468"/>
                    <a:pt x="20582" y="585"/>
                    <a:pt x="20936" y="921"/>
                  </a:cubicBezTo>
                  <a:cubicBezTo>
                    <a:pt x="21221" y="1195"/>
                    <a:pt x="21278" y="1566"/>
                    <a:pt x="21535" y="1859"/>
                  </a:cubicBezTo>
                  <a:cubicBezTo>
                    <a:pt x="21848" y="2211"/>
                    <a:pt x="22233" y="2346"/>
                    <a:pt x="22672" y="2504"/>
                  </a:cubicBezTo>
                  <a:cubicBezTo>
                    <a:pt x="23003" y="2621"/>
                    <a:pt x="22255" y="3313"/>
                    <a:pt x="21563" y="3620"/>
                  </a:cubicBezTo>
                  <a:cubicBezTo>
                    <a:pt x="21749" y="3773"/>
                    <a:pt x="21945" y="3919"/>
                    <a:pt x="22159" y="4055"/>
                  </a:cubicBezTo>
                  <a:cubicBezTo>
                    <a:pt x="23121" y="4661"/>
                    <a:pt x="24266" y="4986"/>
                    <a:pt x="25407" y="4999"/>
                  </a:cubicBezTo>
                  <a:cubicBezTo>
                    <a:pt x="24968" y="4464"/>
                    <a:pt x="24783" y="3694"/>
                    <a:pt x="25393" y="3541"/>
                  </a:cubicBezTo>
                  <a:cubicBezTo>
                    <a:pt x="26395" y="3288"/>
                    <a:pt x="27272" y="2835"/>
                    <a:pt x="28034" y="2137"/>
                  </a:cubicBezTo>
                  <a:cubicBezTo>
                    <a:pt x="28666" y="1555"/>
                    <a:pt x="29183" y="960"/>
                    <a:pt x="30024" y="689"/>
                  </a:cubicBezTo>
                  <a:cubicBezTo>
                    <a:pt x="30085" y="671"/>
                    <a:pt x="30146" y="664"/>
                    <a:pt x="30206" y="664"/>
                  </a:cubicBezTo>
                  <a:cubicBezTo>
                    <a:pt x="30723" y="664"/>
                    <a:pt x="31291" y="1302"/>
                    <a:pt x="31433" y="1865"/>
                  </a:cubicBezTo>
                  <a:cubicBezTo>
                    <a:pt x="31647" y="1812"/>
                    <a:pt x="31864" y="1787"/>
                    <a:pt x="32082" y="1787"/>
                  </a:cubicBezTo>
                  <a:lnTo>
                    <a:pt x="32193" y="1787"/>
                  </a:lnTo>
                  <a:cubicBezTo>
                    <a:pt x="32175" y="1762"/>
                    <a:pt x="32160" y="1737"/>
                    <a:pt x="32142" y="1712"/>
                  </a:cubicBezTo>
                  <a:cubicBezTo>
                    <a:pt x="32071" y="1591"/>
                    <a:pt x="31697" y="725"/>
                    <a:pt x="32078" y="725"/>
                  </a:cubicBezTo>
                  <a:cubicBezTo>
                    <a:pt x="32093" y="725"/>
                    <a:pt x="32111" y="725"/>
                    <a:pt x="32125" y="728"/>
                  </a:cubicBezTo>
                  <a:cubicBezTo>
                    <a:pt x="32545" y="792"/>
                    <a:pt x="32963" y="824"/>
                    <a:pt x="33380" y="824"/>
                  </a:cubicBezTo>
                  <a:cubicBezTo>
                    <a:pt x="33559" y="824"/>
                    <a:pt x="33740" y="817"/>
                    <a:pt x="33918" y="806"/>
                  </a:cubicBezTo>
                  <a:lnTo>
                    <a:pt x="33947" y="806"/>
                  </a:lnTo>
                  <a:cubicBezTo>
                    <a:pt x="33195" y="457"/>
                    <a:pt x="32356" y="271"/>
                    <a:pt x="31522" y="271"/>
                  </a:cubicBezTo>
                  <a:cubicBezTo>
                    <a:pt x="30919" y="271"/>
                    <a:pt x="30320" y="368"/>
                    <a:pt x="29754" y="575"/>
                  </a:cubicBezTo>
                  <a:cubicBezTo>
                    <a:pt x="27928" y="1242"/>
                    <a:pt x="27186" y="3406"/>
                    <a:pt x="25090" y="3491"/>
                  </a:cubicBezTo>
                  <a:cubicBezTo>
                    <a:pt x="25044" y="3495"/>
                    <a:pt x="24996" y="3495"/>
                    <a:pt x="24950" y="3495"/>
                  </a:cubicBezTo>
                  <a:cubicBezTo>
                    <a:pt x="22857" y="3495"/>
                    <a:pt x="22544" y="1462"/>
                    <a:pt x="20967" y="542"/>
                  </a:cubicBezTo>
                  <a:cubicBezTo>
                    <a:pt x="20340" y="175"/>
                    <a:pt x="19641" y="11"/>
                    <a:pt x="18938" y="11"/>
                  </a:cubicBezTo>
                  <a:cubicBezTo>
                    <a:pt x="18072" y="11"/>
                    <a:pt x="17202" y="257"/>
                    <a:pt x="16446" y="671"/>
                  </a:cubicBezTo>
                  <a:cubicBezTo>
                    <a:pt x="15515" y="1177"/>
                    <a:pt x="14781" y="1966"/>
                    <a:pt x="13918" y="2568"/>
                  </a:cubicBezTo>
                  <a:cubicBezTo>
                    <a:pt x="13369" y="2950"/>
                    <a:pt x="12941" y="3224"/>
                    <a:pt x="12352" y="3224"/>
                  </a:cubicBezTo>
                  <a:cubicBezTo>
                    <a:pt x="12210" y="3224"/>
                    <a:pt x="12057" y="3210"/>
                    <a:pt x="11889" y="3174"/>
                  </a:cubicBezTo>
                  <a:cubicBezTo>
                    <a:pt x="11090" y="3003"/>
                    <a:pt x="11012" y="2667"/>
                    <a:pt x="10534" y="2061"/>
                  </a:cubicBezTo>
                  <a:cubicBezTo>
                    <a:pt x="9365" y="589"/>
                    <a:pt x="7899" y="1"/>
                    <a:pt x="6376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0" name="Google Shape;10800;p7"/>
            <p:cNvSpPr/>
            <p:nvPr/>
          </p:nvSpPr>
          <p:spPr>
            <a:xfrm>
              <a:off x="1432150" y="3542325"/>
              <a:ext cx="167450" cy="57425"/>
            </a:xfrm>
            <a:custGeom>
              <a:rect b="b" l="l" r="r" t="t"/>
              <a:pathLst>
                <a:path extrusionOk="0" h="2297" w="6698">
                  <a:moveTo>
                    <a:pt x="1570" y="1"/>
                  </a:moveTo>
                  <a:lnTo>
                    <a:pt x="1570" y="1"/>
                  </a:lnTo>
                  <a:cubicBezTo>
                    <a:pt x="1278" y="108"/>
                    <a:pt x="989" y="228"/>
                    <a:pt x="707" y="361"/>
                  </a:cubicBezTo>
                  <a:cubicBezTo>
                    <a:pt x="682" y="368"/>
                    <a:pt x="657" y="378"/>
                    <a:pt x="636" y="393"/>
                  </a:cubicBezTo>
                  <a:cubicBezTo>
                    <a:pt x="482" y="468"/>
                    <a:pt x="329" y="542"/>
                    <a:pt x="176" y="625"/>
                  </a:cubicBezTo>
                  <a:cubicBezTo>
                    <a:pt x="54" y="689"/>
                    <a:pt x="1" y="789"/>
                    <a:pt x="4" y="906"/>
                  </a:cubicBezTo>
                  <a:cubicBezTo>
                    <a:pt x="500" y="564"/>
                    <a:pt x="1028" y="257"/>
                    <a:pt x="1570" y="1"/>
                  </a:cubicBezTo>
                  <a:close/>
                  <a:moveTo>
                    <a:pt x="5093" y="685"/>
                  </a:moveTo>
                  <a:cubicBezTo>
                    <a:pt x="3862" y="685"/>
                    <a:pt x="2557" y="1480"/>
                    <a:pt x="1481" y="2293"/>
                  </a:cubicBezTo>
                  <a:cubicBezTo>
                    <a:pt x="1505" y="2297"/>
                    <a:pt x="1530" y="2297"/>
                    <a:pt x="1556" y="2297"/>
                  </a:cubicBezTo>
                  <a:cubicBezTo>
                    <a:pt x="1588" y="2297"/>
                    <a:pt x="1616" y="2293"/>
                    <a:pt x="1645" y="2286"/>
                  </a:cubicBezTo>
                  <a:cubicBezTo>
                    <a:pt x="1984" y="2204"/>
                    <a:pt x="2009" y="2186"/>
                    <a:pt x="2254" y="1983"/>
                  </a:cubicBezTo>
                  <a:cubicBezTo>
                    <a:pt x="3232" y="1530"/>
                    <a:pt x="4497" y="1092"/>
                    <a:pt x="5631" y="1092"/>
                  </a:cubicBezTo>
                  <a:cubicBezTo>
                    <a:pt x="6006" y="1092"/>
                    <a:pt x="6365" y="1138"/>
                    <a:pt x="6697" y="1248"/>
                  </a:cubicBezTo>
                  <a:cubicBezTo>
                    <a:pt x="6199" y="849"/>
                    <a:pt x="5653" y="685"/>
                    <a:pt x="5093" y="685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1" name="Google Shape;10801;p7"/>
            <p:cNvSpPr/>
            <p:nvPr/>
          </p:nvSpPr>
          <p:spPr>
            <a:xfrm>
              <a:off x="1432250" y="3528600"/>
              <a:ext cx="291000" cy="110575"/>
            </a:xfrm>
            <a:custGeom>
              <a:rect b="b" l="l" r="r" t="t"/>
              <a:pathLst>
                <a:path extrusionOk="0" h="4423" w="11640">
                  <a:moveTo>
                    <a:pt x="4479" y="0"/>
                  </a:moveTo>
                  <a:cubicBezTo>
                    <a:pt x="3491" y="0"/>
                    <a:pt x="2500" y="211"/>
                    <a:pt x="1566" y="550"/>
                  </a:cubicBezTo>
                  <a:cubicBezTo>
                    <a:pt x="1024" y="806"/>
                    <a:pt x="496" y="1113"/>
                    <a:pt x="0" y="1455"/>
                  </a:cubicBezTo>
                  <a:cubicBezTo>
                    <a:pt x="4" y="1947"/>
                    <a:pt x="938" y="2767"/>
                    <a:pt x="1477" y="2842"/>
                  </a:cubicBezTo>
                  <a:cubicBezTo>
                    <a:pt x="2553" y="2029"/>
                    <a:pt x="3858" y="1234"/>
                    <a:pt x="5089" y="1234"/>
                  </a:cubicBezTo>
                  <a:cubicBezTo>
                    <a:pt x="5649" y="1234"/>
                    <a:pt x="6195" y="1398"/>
                    <a:pt x="6693" y="1797"/>
                  </a:cubicBezTo>
                  <a:cubicBezTo>
                    <a:pt x="7003" y="1904"/>
                    <a:pt x="7289" y="2065"/>
                    <a:pt x="7535" y="2293"/>
                  </a:cubicBezTo>
                  <a:cubicBezTo>
                    <a:pt x="8622" y="3310"/>
                    <a:pt x="9279" y="4215"/>
                    <a:pt x="10880" y="4419"/>
                  </a:cubicBezTo>
                  <a:cubicBezTo>
                    <a:pt x="10905" y="4422"/>
                    <a:pt x="10930" y="4422"/>
                    <a:pt x="10951" y="4422"/>
                  </a:cubicBezTo>
                  <a:cubicBezTo>
                    <a:pt x="11639" y="4422"/>
                    <a:pt x="10345" y="2818"/>
                    <a:pt x="9738" y="2739"/>
                  </a:cubicBezTo>
                  <a:cubicBezTo>
                    <a:pt x="8812" y="2625"/>
                    <a:pt x="8273" y="1516"/>
                    <a:pt x="7592" y="978"/>
                  </a:cubicBezTo>
                  <a:cubicBezTo>
                    <a:pt x="7021" y="525"/>
                    <a:pt x="6351" y="236"/>
                    <a:pt x="5638" y="104"/>
                  </a:cubicBezTo>
                  <a:cubicBezTo>
                    <a:pt x="5257" y="33"/>
                    <a:pt x="4868" y="0"/>
                    <a:pt x="4479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2" name="Google Shape;10802;p7"/>
            <p:cNvSpPr/>
            <p:nvPr/>
          </p:nvSpPr>
          <p:spPr>
            <a:xfrm>
              <a:off x="1851500" y="3562750"/>
              <a:ext cx="82400" cy="53425"/>
            </a:xfrm>
            <a:custGeom>
              <a:rect b="b" l="l" r="r" t="t"/>
              <a:pathLst>
                <a:path extrusionOk="0" h="2137" w="3296">
                  <a:moveTo>
                    <a:pt x="881" y="0"/>
                  </a:moveTo>
                  <a:cubicBezTo>
                    <a:pt x="596" y="0"/>
                    <a:pt x="300" y="86"/>
                    <a:pt x="0" y="232"/>
                  </a:cubicBezTo>
                  <a:cubicBezTo>
                    <a:pt x="36" y="229"/>
                    <a:pt x="68" y="224"/>
                    <a:pt x="104" y="224"/>
                  </a:cubicBezTo>
                  <a:cubicBezTo>
                    <a:pt x="667" y="224"/>
                    <a:pt x="817" y="852"/>
                    <a:pt x="1259" y="1369"/>
                  </a:cubicBezTo>
                  <a:cubicBezTo>
                    <a:pt x="1594" y="1758"/>
                    <a:pt x="2097" y="1940"/>
                    <a:pt x="2564" y="2107"/>
                  </a:cubicBezTo>
                  <a:cubicBezTo>
                    <a:pt x="2614" y="2125"/>
                    <a:pt x="2671" y="2136"/>
                    <a:pt x="2735" y="2136"/>
                  </a:cubicBezTo>
                  <a:cubicBezTo>
                    <a:pt x="2899" y="2136"/>
                    <a:pt x="3096" y="2079"/>
                    <a:pt x="3295" y="1990"/>
                  </a:cubicBezTo>
                  <a:cubicBezTo>
                    <a:pt x="2920" y="1669"/>
                    <a:pt x="2599" y="1302"/>
                    <a:pt x="2293" y="881"/>
                  </a:cubicBezTo>
                  <a:cubicBezTo>
                    <a:pt x="1833" y="250"/>
                    <a:pt x="1366" y="0"/>
                    <a:pt x="881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3" name="Google Shape;10803;p7"/>
            <p:cNvSpPr/>
            <p:nvPr/>
          </p:nvSpPr>
          <p:spPr>
            <a:xfrm>
              <a:off x="1732300" y="3533675"/>
              <a:ext cx="237600" cy="92300"/>
            </a:xfrm>
            <a:custGeom>
              <a:rect b="b" l="l" r="r" t="t"/>
              <a:pathLst>
                <a:path extrusionOk="0" h="3692" w="9504">
                  <a:moveTo>
                    <a:pt x="6123" y="1"/>
                  </a:moveTo>
                  <a:cubicBezTo>
                    <a:pt x="5995" y="1"/>
                    <a:pt x="5866" y="11"/>
                    <a:pt x="5741" y="26"/>
                  </a:cubicBezTo>
                  <a:cubicBezTo>
                    <a:pt x="3941" y="236"/>
                    <a:pt x="2746" y="1826"/>
                    <a:pt x="1163" y="2518"/>
                  </a:cubicBezTo>
                  <a:cubicBezTo>
                    <a:pt x="889" y="2636"/>
                    <a:pt x="1" y="3039"/>
                    <a:pt x="65" y="3441"/>
                  </a:cubicBezTo>
                  <a:cubicBezTo>
                    <a:pt x="93" y="3630"/>
                    <a:pt x="240" y="3691"/>
                    <a:pt x="414" y="3691"/>
                  </a:cubicBezTo>
                  <a:cubicBezTo>
                    <a:pt x="625" y="3691"/>
                    <a:pt x="881" y="3602"/>
                    <a:pt x="1021" y="3541"/>
                  </a:cubicBezTo>
                  <a:cubicBezTo>
                    <a:pt x="1581" y="3296"/>
                    <a:pt x="2130" y="3035"/>
                    <a:pt x="2657" y="2721"/>
                  </a:cubicBezTo>
                  <a:cubicBezTo>
                    <a:pt x="3203" y="2393"/>
                    <a:pt x="3759" y="1794"/>
                    <a:pt x="4326" y="1534"/>
                  </a:cubicBezTo>
                  <a:cubicBezTo>
                    <a:pt x="4497" y="1456"/>
                    <a:pt x="4640" y="1413"/>
                    <a:pt x="4768" y="1395"/>
                  </a:cubicBezTo>
                  <a:cubicBezTo>
                    <a:pt x="5068" y="1249"/>
                    <a:pt x="5364" y="1163"/>
                    <a:pt x="5649" y="1163"/>
                  </a:cubicBezTo>
                  <a:cubicBezTo>
                    <a:pt x="6134" y="1163"/>
                    <a:pt x="6601" y="1413"/>
                    <a:pt x="7061" y="2044"/>
                  </a:cubicBezTo>
                  <a:cubicBezTo>
                    <a:pt x="7367" y="2465"/>
                    <a:pt x="7688" y="2832"/>
                    <a:pt x="8063" y="3153"/>
                  </a:cubicBezTo>
                  <a:cubicBezTo>
                    <a:pt x="8755" y="2846"/>
                    <a:pt x="9503" y="2154"/>
                    <a:pt x="9172" y="2037"/>
                  </a:cubicBezTo>
                  <a:cubicBezTo>
                    <a:pt x="8733" y="1879"/>
                    <a:pt x="8348" y="1744"/>
                    <a:pt x="8035" y="1392"/>
                  </a:cubicBezTo>
                  <a:cubicBezTo>
                    <a:pt x="7778" y="1099"/>
                    <a:pt x="7721" y="728"/>
                    <a:pt x="7436" y="454"/>
                  </a:cubicBezTo>
                  <a:cubicBezTo>
                    <a:pt x="7082" y="118"/>
                    <a:pt x="6597" y="1"/>
                    <a:pt x="6123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4" name="Google Shape;10804;p7"/>
            <p:cNvSpPr/>
            <p:nvPr/>
          </p:nvSpPr>
          <p:spPr>
            <a:xfrm>
              <a:off x="2029975" y="3568625"/>
              <a:ext cx="152875" cy="91650"/>
            </a:xfrm>
            <a:custGeom>
              <a:rect b="b" l="l" r="r" t="t"/>
              <a:pathLst>
                <a:path extrusionOk="0" h="3666" w="6115">
                  <a:moveTo>
                    <a:pt x="6026" y="0"/>
                  </a:moveTo>
                  <a:lnTo>
                    <a:pt x="6026" y="0"/>
                  </a:lnTo>
                  <a:cubicBezTo>
                    <a:pt x="5730" y="79"/>
                    <a:pt x="5441" y="203"/>
                    <a:pt x="5185" y="374"/>
                  </a:cubicBezTo>
                  <a:cubicBezTo>
                    <a:pt x="4329" y="942"/>
                    <a:pt x="3812" y="1880"/>
                    <a:pt x="2920" y="2415"/>
                  </a:cubicBezTo>
                  <a:cubicBezTo>
                    <a:pt x="2346" y="2757"/>
                    <a:pt x="1701" y="2956"/>
                    <a:pt x="1049" y="3060"/>
                  </a:cubicBezTo>
                  <a:cubicBezTo>
                    <a:pt x="731" y="3110"/>
                    <a:pt x="410" y="3134"/>
                    <a:pt x="89" y="3134"/>
                  </a:cubicBezTo>
                  <a:lnTo>
                    <a:pt x="0" y="3134"/>
                  </a:lnTo>
                  <a:cubicBezTo>
                    <a:pt x="249" y="3438"/>
                    <a:pt x="581" y="3666"/>
                    <a:pt x="895" y="3666"/>
                  </a:cubicBezTo>
                  <a:cubicBezTo>
                    <a:pt x="945" y="3666"/>
                    <a:pt x="995" y="3659"/>
                    <a:pt x="1041" y="3648"/>
                  </a:cubicBezTo>
                  <a:cubicBezTo>
                    <a:pt x="1954" y="3417"/>
                    <a:pt x="2835" y="3027"/>
                    <a:pt x="3583" y="2454"/>
                  </a:cubicBezTo>
                  <a:cubicBezTo>
                    <a:pt x="4283" y="1919"/>
                    <a:pt x="4814" y="1074"/>
                    <a:pt x="5677" y="795"/>
                  </a:cubicBezTo>
                  <a:cubicBezTo>
                    <a:pt x="6037" y="678"/>
                    <a:pt x="6115" y="357"/>
                    <a:pt x="6026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5" name="Google Shape;10805;p7"/>
            <p:cNvSpPr/>
            <p:nvPr/>
          </p:nvSpPr>
          <p:spPr>
            <a:xfrm>
              <a:off x="2014350" y="3538575"/>
              <a:ext cx="166275" cy="108425"/>
            </a:xfrm>
            <a:custGeom>
              <a:rect b="b" l="l" r="r" t="t"/>
              <a:pathLst>
                <a:path extrusionOk="0" h="4337" w="6651">
                  <a:moveTo>
                    <a:pt x="5424" y="1"/>
                  </a:moveTo>
                  <a:cubicBezTo>
                    <a:pt x="5364" y="1"/>
                    <a:pt x="5303" y="8"/>
                    <a:pt x="5242" y="26"/>
                  </a:cubicBezTo>
                  <a:cubicBezTo>
                    <a:pt x="4401" y="297"/>
                    <a:pt x="3884" y="892"/>
                    <a:pt x="3252" y="1474"/>
                  </a:cubicBezTo>
                  <a:cubicBezTo>
                    <a:pt x="2490" y="2172"/>
                    <a:pt x="1613" y="2625"/>
                    <a:pt x="611" y="2878"/>
                  </a:cubicBezTo>
                  <a:cubicBezTo>
                    <a:pt x="1" y="3031"/>
                    <a:pt x="186" y="3801"/>
                    <a:pt x="625" y="4336"/>
                  </a:cubicBezTo>
                  <a:lnTo>
                    <a:pt x="714" y="4336"/>
                  </a:lnTo>
                  <a:cubicBezTo>
                    <a:pt x="1035" y="4336"/>
                    <a:pt x="1356" y="4312"/>
                    <a:pt x="1674" y="4262"/>
                  </a:cubicBezTo>
                  <a:cubicBezTo>
                    <a:pt x="2326" y="4158"/>
                    <a:pt x="2971" y="3959"/>
                    <a:pt x="3545" y="3617"/>
                  </a:cubicBezTo>
                  <a:cubicBezTo>
                    <a:pt x="4437" y="3082"/>
                    <a:pt x="4954" y="2144"/>
                    <a:pt x="5810" y="1576"/>
                  </a:cubicBezTo>
                  <a:cubicBezTo>
                    <a:pt x="6066" y="1405"/>
                    <a:pt x="6355" y="1281"/>
                    <a:pt x="6651" y="1202"/>
                  </a:cubicBezTo>
                  <a:cubicBezTo>
                    <a:pt x="6509" y="639"/>
                    <a:pt x="5941" y="1"/>
                    <a:pt x="5424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6" name="Google Shape;10806;p7"/>
            <p:cNvSpPr/>
            <p:nvPr/>
          </p:nvSpPr>
          <p:spPr>
            <a:xfrm>
              <a:off x="2199600" y="3542125"/>
              <a:ext cx="59475" cy="48000"/>
            </a:xfrm>
            <a:custGeom>
              <a:rect b="b" l="l" r="r" t="t"/>
              <a:pathLst>
                <a:path extrusionOk="0" h="1920" w="2379">
                  <a:moveTo>
                    <a:pt x="1755" y="1"/>
                  </a:moveTo>
                  <a:cubicBezTo>
                    <a:pt x="1897" y="65"/>
                    <a:pt x="2033" y="137"/>
                    <a:pt x="2168" y="212"/>
                  </a:cubicBezTo>
                  <a:cubicBezTo>
                    <a:pt x="2239" y="251"/>
                    <a:pt x="2308" y="294"/>
                    <a:pt x="2379" y="336"/>
                  </a:cubicBezTo>
                  <a:cubicBezTo>
                    <a:pt x="2193" y="147"/>
                    <a:pt x="1979" y="1"/>
                    <a:pt x="1759" y="1"/>
                  </a:cubicBezTo>
                  <a:close/>
                  <a:moveTo>
                    <a:pt x="1" y="982"/>
                  </a:moveTo>
                  <a:cubicBezTo>
                    <a:pt x="243" y="1367"/>
                    <a:pt x="589" y="1770"/>
                    <a:pt x="1052" y="1838"/>
                  </a:cubicBezTo>
                  <a:cubicBezTo>
                    <a:pt x="1306" y="1877"/>
                    <a:pt x="1559" y="1905"/>
                    <a:pt x="1816" y="1920"/>
                  </a:cubicBezTo>
                  <a:cubicBezTo>
                    <a:pt x="1640" y="1745"/>
                    <a:pt x="1466" y="1567"/>
                    <a:pt x="1252" y="1413"/>
                  </a:cubicBezTo>
                  <a:cubicBezTo>
                    <a:pt x="878" y="1139"/>
                    <a:pt x="442" y="1003"/>
                    <a:pt x="1" y="982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7" name="Google Shape;10807;p7"/>
            <p:cNvSpPr/>
            <p:nvPr/>
          </p:nvSpPr>
          <p:spPr>
            <a:xfrm>
              <a:off x="2187225" y="3540100"/>
              <a:ext cx="94850" cy="50400"/>
            </a:xfrm>
            <a:custGeom>
              <a:rect b="b" l="l" r="r" t="t"/>
              <a:pathLst>
                <a:path extrusionOk="0" h="2016" w="3794">
                  <a:moveTo>
                    <a:pt x="381" y="1"/>
                  </a:moveTo>
                  <a:cubicBezTo>
                    <a:pt x="0" y="1"/>
                    <a:pt x="374" y="867"/>
                    <a:pt x="445" y="988"/>
                  </a:cubicBezTo>
                  <a:cubicBezTo>
                    <a:pt x="463" y="1013"/>
                    <a:pt x="478" y="1038"/>
                    <a:pt x="496" y="1063"/>
                  </a:cubicBezTo>
                  <a:cubicBezTo>
                    <a:pt x="937" y="1084"/>
                    <a:pt x="1373" y="1220"/>
                    <a:pt x="1747" y="1494"/>
                  </a:cubicBezTo>
                  <a:cubicBezTo>
                    <a:pt x="1961" y="1648"/>
                    <a:pt x="2135" y="1826"/>
                    <a:pt x="2311" y="2001"/>
                  </a:cubicBezTo>
                  <a:cubicBezTo>
                    <a:pt x="2474" y="2012"/>
                    <a:pt x="2639" y="2015"/>
                    <a:pt x="2803" y="2015"/>
                  </a:cubicBezTo>
                  <a:cubicBezTo>
                    <a:pt x="2981" y="2015"/>
                    <a:pt x="3159" y="2012"/>
                    <a:pt x="3341" y="1997"/>
                  </a:cubicBezTo>
                  <a:cubicBezTo>
                    <a:pt x="3794" y="1969"/>
                    <a:pt x="3434" y="1202"/>
                    <a:pt x="3323" y="1017"/>
                  </a:cubicBezTo>
                  <a:cubicBezTo>
                    <a:pt x="3223" y="852"/>
                    <a:pt x="3063" y="613"/>
                    <a:pt x="2874" y="417"/>
                  </a:cubicBezTo>
                  <a:cubicBezTo>
                    <a:pt x="2803" y="375"/>
                    <a:pt x="2734" y="332"/>
                    <a:pt x="2663" y="293"/>
                  </a:cubicBezTo>
                  <a:cubicBezTo>
                    <a:pt x="2528" y="218"/>
                    <a:pt x="2392" y="146"/>
                    <a:pt x="2250" y="82"/>
                  </a:cubicBezTo>
                  <a:lnTo>
                    <a:pt x="2221" y="82"/>
                  </a:lnTo>
                  <a:cubicBezTo>
                    <a:pt x="2043" y="93"/>
                    <a:pt x="1862" y="100"/>
                    <a:pt x="1683" y="100"/>
                  </a:cubicBezTo>
                  <a:cubicBezTo>
                    <a:pt x="1266" y="100"/>
                    <a:pt x="848" y="68"/>
                    <a:pt x="428" y="4"/>
                  </a:cubicBezTo>
                  <a:cubicBezTo>
                    <a:pt x="414" y="1"/>
                    <a:pt x="396" y="1"/>
                    <a:pt x="38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0808" name="Google Shape;10808;p7"/>
          <p:cNvPicPr preferRelativeResize="0"/>
          <p:nvPr/>
        </p:nvPicPr>
        <p:blipFill rotWithShape="1">
          <a:blip r:embed="rId3">
            <a:alphaModFix/>
          </a:blip>
          <a:srcRect b="0" l="0" r="41366" t="0"/>
          <a:stretch/>
        </p:blipFill>
        <p:spPr>
          <a:xfrm>
            <a:off x="1035656" y="841900"/>
            <a:ext cx="7072689" cy="1729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809" name="Google Shape;10809;p7"/>
          <p:cNvPicPr preferRelativeResize="0"/>
          <p:nvPr/>
        </p:nvPicPr>
        <p:blipFill rotWithShape="1">
          <a:blip r:embed="rId3">
            <a:alphaModFix/>
          </a:blip>
          <a:srcRect b="0" l="60466" r="0" t="0"/>
          <a:stretch/>
        </p:blipFill>
        <p:spPr>
          <a:xfrm>
            <a:off x="2187641" y="2857450"/>
            <a:ext cx="4768730" cy="1729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0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13" name="Shape 10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4" name="Google Shape;10814;p8"/>
          <p:cNvSpPr txBox="1"/>
          <p:nvPr>
            <p:ph type="title"/>
          </p:nvPr>
        </p:nvSpPr>
        <p:spPr>
          <a:xfrm>
            <a:off x="1378050" y="2344774"/>
            <a:ext cx="63879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Set Indices</a:t>
            </a:r>
            <a:endParaRPr/>
          </a:p>
        </p:txBody>
      </p:sp>
      <p:sp>
        <p:nvSpPr>
          <p:cNvPr id="10815" name="Google Shape;10815;p8"/>
          <p:cNvSpPr txBox="1"/>
          <p:nvPr>
            <p:ph idx="2" type="title"/>
          </p:nvPr>
        </p:nvSpPr>
        <p:spPr>
          <a:xfrm>
            <a:off x="3843750" y="1322001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</a:pPr>
            <a:r>
              <a:rPr lang="en"/>
              <a:t>1</a:t>
            </a:r>
            <a:endParaRPr/>
          </a:p>
        </p:txBody>
      </p:sp>
      <p:grpSp>
        <p:nvGrpSpPr>
          <p:cNvPr id="10816" name="Google Shape;10816;p8"/>
          <p:cNvGrpSpPr/>
          <p:nvPr/>
        </p:nvGrpSpPr>
        <p:grpSpPr>
          <a:xfrm>
            <a:off x="3928443" y="2086030"/>
            <a:ext cx="1287126" cy="176025"/>
            <a:chOff x="4345425" y="2175475"/>
            <a:chExt cx="800750" cy="176025"/>
          </a:xfrm>
        </p:grpSpPr>
        <p:sp>
          <p:nvSpPr>
            <p:cNvPr id="10817" name="Google Shape;10817;p8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8" name="Google Shape;10818;p8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19" name="Google Shape;10819;p8"/>
          <p:cNvGrpSpPr/>
          <p:nvPr/>
        </p:nvGrpSpPr>
        <p:grpSpPr>
          <a:xfrm>
            <a:off x="1541738" y="3108974"/>
            <a:ext cx="6053350" cy="176025"/>
            <a:chOff x="4345425" y="2175475"/>
            <a:chExt cx="800750" cy="176025"/>
          </a:xfrm>
        </p:grpSpPr>
        <p:sp>
          <p:nvSpPr>
            <p:cNvPr id="10820" name="Google Shape;10820;p8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1" name="Google Shape;10821;p8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22" name="Google Shape;10822;p8"/>
          <p:cNvGrpSpPr/>
          <p:nvPr/>
        </p:nvGrpSpPr>
        <p:grpSpPr>
          <a:xfrm flipH="1" rot="372491">
            <a:off x="1097518" y="3478413"/>
            <a:ext cx="595061" cy="675849"/>
            <a:chOff x="5464100" y="4208075"/>
            <a:chExt cx="494625" cy="579650"/>
          </a:xfrm>
        </p:grpSpPr>
        <p:sp>
          <p:nvSpPr>
            <p:cNvPr id="10823" name="Google Shape;10823;p8"/>
            <p:cNvSpPr/>
            <p:nvPr/>
          </p:nvSpPr>
          <p:spPr>
            <a:xfrm>
              <a:off x="5594650" y="4504850"/>
              <a:ext cx="341250" cy="255800"/>
            </a:xfrm>
            <a:custGeom>
              <a:rect b="b" l="l" r="r" t="t"/>
              <a:pathLst>
                <a:path extrusionOk="0" h="10232" w="13650">
                  <a:moveTo>
                    <a:pt x="11619" y="0"/>
                  </a:moveTo>
                  <a:cubicBezTo>
                    <a:pt x="11538" y="0"/>
                    <a:pt x="11454" y="19"/>
                    <a:pt x="11367" y="60"/>
                  </a:cubicBezTo>
                  <a:cubicBezTo>
                    <a:pt x="10774" y="356"/>
                    <a:pt x="10157" y="653"/>
                    <a:pt x="9587" y="973"/>
                  </a:cubicBezTo>
                  <a:cubicBezTo>
                    <a:pt x="8423" y="1657"/>
                    <a:pt x="7327" y="2388"/>
                    <a:pt x="6254" y="3209"/>
                  </a:cubicBezTo>
                  <a:cubicBezTo>
                    <a:pt x="4177" y="4784"/>
                    <a:pt x="2100" y="6359"/>
                    <a:pt x="0" y="7934"/>
                  </a:cubicBezTo>
                  <a:cubicBezTo>
                    <a:pt x="584" y="8864"/>
                    <a:pt x="1080" y="10231"/>
                    <a:pt x="2001" y="10231"/>
                  </a:cubicBezTo>
                  <a:cubicBezTo>
                    <a:pt x="2232" y="10231"/>
                    <a:pt x="2491" y="10145"/>
                    <a:pt x="2785" y="9943"/>
                  </a:cubicBezTo>
                  <a:cubicBezTo>
                    <a:pt x="3972" y="9121"/>
                    <a:pt x="5159" y="8300"/>
                    <a:pt x="6323" y="7478"/>
                  </a:cubicBezTo>
                  <a:cubicBezTo>
                    <a:pt x="7281" y="6816"/>
                    <a:pt x="13650" y="2867"/>
                    <a:pt x="13011" y="1726"/>
                  </a:cubicBezTo>
                  <a:cubicBezTo>
                    <a:pt x="12806" y="1338"/>
                    <a:pt x="12310" y="0"/>
                    <a:pt x="11619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4" name="Google Shape;10824;p8"/>
            <p:cNvSpPr/>
            <p:nvPr/>
          </p:nvSpPr>
          <p:spPr>
            <a:xfrm>
              <a:off x="5518750" y="4363750"/>
              <a:ext cx="340700" cy="255675"/>
            </a:xfrm>
            <a:custGeom>
              <a:rect b="b" l="l" r="r" t="t"/>
              <a:pathLst>
                <a:path extrusionOk="0" h="10227" w="13628">
                  <a:moveTo>
                    <a:pt x="11606" y="0"/>
                  </a:moveTo>
                  <a:cubicBezTo>
                    <a:pt x="11522" y="0"/>
                    <a:pt x="11435" y="21"/>
                    <a:pt x="11345" y="66"/>
                  </a:cubicBezTo>
                  <a:cubicBezTo>
                    <a:pt x="10751" y="362"/>
                    <a:pt x="10158" y="659"/>
                    <a:pt x="9587" y="979"/>
                  </a:cubicBezTo>
                  <a:cubicBezTo>
                    <a:pt x="8423" y="1664"/>
                    <a:pt x="7304" y="2394"/>
                    <a:pt x="6232" y="3216"/>
                  </a:cubicBezTo>
                  <a:cubicBezTo>
                    <a:pt x="4155" y="4791"/>
                    <a:pt x="2077" y="6343"/>
                    <a:pt x="0" y="7940"/>
                  </a:cubicBezTo>
                  <a:cubicBezTo>
                    <a:pt x="563" y="8867"/>
                    <a:pt x="1054" y="10226"/>
                    <a:pt x="1967" y="10226"/>
                  </a:cubicBezTo>
                  <a:cubicBezTo>
                    <a:pt x="2201" y="10226"/>
                    <a:pt x="2464" y="10136"/>
                    <a:pt x="2762" y="9926"/>
                  </a:cubicBezTo>
                  <a:cubicBezTo>
                    <a:pt x="3949" y="9127"/>
                    <a:pt x="5136" y="8306"/>
                    <a:pt x="6323" y="7484"/>
                  </a:cubicBezTo>
                  <a:cubicBezTo>
                    <a:pt x="7282" y="6822"/>
                    <a:pt x="13627" y="2873"/>
                    <a:pt x="13011" y="1732"/>
                  </a:cubicBezTo>
                  <a:cubicBezTo>
                    <a:pt x="12787" y="1346"/>
                    <a:pt x="12292" y="0"/>
                    <a:pt x="11606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5" name="Google Shape;10825;p8"/>
            <p:cNvSpPr/>
            <p:nvPr/>
          </p:nvSpPr>
          <p:spPr>
            <a:xfrm>
              <a:off x="5475950" y="4235275"/>
              <a:ext cx="281925" cy="269375"/>
            </a:xfrm>
            <a:custGeom>
              <a:rect b="b" l="l" r="r" t="t"/>
              <a:pathLst>
                <a:path extrusionOk="0" h="10775" w="11277">
                  <a:moveTo>
                    <a:pt x="1210" y="1"/>
                  </a:moveTo>
                  <a:cubicBezTo>
                    <a:pt x="1233" y="23"/>
                    <a:pt x="1233" y="46"/>
                    <a:pt x="1233" y="92"/>
                  </a:cubicBezTo>
                  <a:cubicBezTo>
                    <a:pt x="1005" y="3653"/>
                    <a:pt x="503" y="7213"/>
                    <a:pt x="0" y="10774"/>
                  </a:cubicBezTo>
                  <a:cubicBezTo>
                    <a:pt x="3607" y="7989"/>
                    <a:pt x="7396" y="5456"/>
                    <a:pt x="11276" y="3082"/>
                  </a:cubicBezTo>
                  <a:cubicBezTo>
                    <a:pt x="7967" y="1918"/>
                    <a:pt x="4634" y="868"/>
                    <a:pt x="1210" y="1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6" name="Google Shape;10826;p8"/>
            <p:cNvSpPr/>
            <p:nvPr/>
          </p:nvSpPr>
          <p:spPr>
            <a:xfrm>
              <a:off x="5717000" y="4421125"/>
              <a:ext cx="42000" cy="94525"/>
            </a:xfrm>
            <a:custGeom>
              <a:rect b="b" l="l" r="r" t="t"/>
              <a:pathLst>
                <a:path extrusionOk="0" h="3781" w="1680">
                  <a:moveTo>
                    <a:pt x="1497" y="0"/>
                  </a:moveTo>
                  <a:cubicBezTo>
                    <a:pt x="1449" y="0"/>
                    <a:pt x="1398" y="23"/>
                    <a:pt x="1360" y="76"/>
                  </a:cubicBezTo>
                  <a:cubicBezTo>
                    <a:pt x="676" y="1103"/>
                    <a:pt x="265" y="2404"/>
                    <a:pt x="14" y="3614"/>
                  </a:cubicBezTo>
                  <a:cubicBezTo>
                    <a:pt x="0" y="3720"/>
                    <a:pt x="80" y="3780"/>
                    <a:pt x="162" y="3780"/>
                  </a:cubicBezTo>
                  <a:cubicBezTo>
                    <a:pt x="221" y="3780"/>
                    <a:pt x="282" y="3749"/>
                    <a:pt x="310" y="3683"/>
                  </a:cubicBezTo>
                  <a:cubicBezTo>
                    <a:pt x="698" y="2496"/>
                    <a:pt x="1201" y="1377"/>
                    <a:pt x="1634" y="213"/>
                  </a:cubicBezTo>
                  <a:cubicBezTo>
                    <a:pt x="1680" y="91"/>
                    <a:pt x="1594" y="0"/>
                    <a:pt x="1497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7" name="Google Shape;10827;p8"/>
            <p:cNvSpPr/>
            <p:nvPr/>
          </p:nvSpPr>
          <p:spPr>
            <a:xfrm>
              <a:off x="5750000" y="4392700"/>
              <a:ext cx="46925" cy="98950"/>
            </a:xfrm>
            <a:custGeom>
              <a:rect b="b" l="l" r="r" t="t"/>
              <a:pathLst>
                <a:path extrusionOk="0" h="3958" w="1877">
                  <a:moveTo>
                    <a:pt x="1669" y="1"/>
                  </a:moveTo>
                  <a:cubicBezTo>
                    <a:pt x="1627" y="1"/>
                    <a:pt x="1584" y="22"/>
                    <a:pt x="1547" y="72"/>
                  </a:cubicBezTo>
                  <a:cubicBezTo>
                    <a:pt x="771" y="1122"/>
                    <a:pt x="360" y="2446"/>
                    <a:pt x="40" y="3701"/>
                  </a:cubicBezTo>
                  <a:cubicBezTo>
                    <a:pt x="0" y="3860"/>
                    <a:pt x="130" y="3958"/>
                    <a:pt x="259" y="3958"/>
                  </a:cubicBezTo>
                  <a:cubicBezTo>
                    <a:pt x="353" y="3958"/>
                    <a:pt x="445" y="3907"/>
                    <a:pt x="474" y="3792"/>
                  </a:cubicBezTo>
                  <a:cubicBezTo>
                    <a:pt x="816" y="2560"/>
                    <a:pt x="1410" y="1464"/>
                    <a:pt x="1843" y="277"/>
                  </a:cubicBezTo>
                  <a:cubicBezTo>
                    <a:pt x="1877" y="145"/>
                    <a:pt x="1778" y="1"/>
                    <a:pt x="1669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8" name="Google Shape;10828;p8"/>
            <p:cNvSpPr/>
            <p:nvPr/>
          </p:nvSpPr>
          <p:spPr>
            <a:xfrm>
              <a:off x="5795175" y="4403700"/>
              <a:ext cx="30450" cy="52625"/>
            </a:xfrm>
            <a:custGeom>
              <a:rect b="b" l="l" r="r" t="t"/>
              <a:pathLst>
                <a:path extrusionOk="0" h="2105" w="1218">
                  <a:moveTo>
                    <a:pt x="977" y="1"/>
                  </a:moveTo>
                  <a:cubicBezTo>
                    <a:pt x="935" y="1"/>
                    <a:pt x="893" y="14"/>
                    <a:pt x="858" y="43"/>
                  </a:cubicBezTo>
                  <a:cubicBezTo>
                    <a:pt x="356" y="522"/>
                    <a:pt x="105" y="1138"/>
                    <a:pt x="14" y="1800"/>
                  </a:cubicBezTo>
                  <a:cubicBezTo>
                    <a:pt x="0" y="1988"/>
                    <a:pt x="160" y="2104"/>
                    <a:pt x="303" y="2104"/>
                  </a:cubicBezTo>
                  <a:cubicBezTo>
                    <a:pt x="404" y="2104"/>
                    <a:pt x="497" y="2046"/>
                    <a:pt x="516" y="1914"/>
                  </a:cubicBezTo>
                  <a:cubicBezTo>
                    <a:pt x="607" y="1321"/>
                    <a:pt x="835" y="773"/>
                    <a:pt x="1132" y="248"/>
                  </a:cubicBezTo>
                  <a:cubicBezTo>
                    <a:pt x="1217" y="112"/>
                    <a:pt x="1099" y="1"/>
                    <a:pt x="97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9" name="Google Shape;10829;p8"/>
            <p:cNvSpPr/>
            <p:nvPr/>
          </p:nvSpPr>
          <p:spPr>
            <a:xfrm>
              <a:off x="5783525" y="4580275"/>
              <a:ext cx="38225" cy="81675"/>
            </a:xfrm>
            <a:custGeom>
              <a:rect b="b" l="l" r="r" t="t"/>
              <a:pathLst>
                <a:path extrusionOk="0" h="3267" w="1529">
                  <a:moveTo>
                    <a:pt x="1258" y="1"/>
                  </a:moveTo>
                  <a:cubicBezTo>
                    <a:pt x="1191" y="1"/>
                    <a:pt x="1127" y="31"/>
                    <a:pt x="1096" y="101"/>
                  </a:cubicBezTo>
                  <a:cubicBezTo>
                    <a:pt x="845" y="649"/>
                    <a:pt x="617" y="1197"/>
                    <a:pt x="411" y="1745"/>
                  </a:cubicBezTo>
                  <a:cubicBezTo>
                    <a:pt x="251" y="2201"/>
                    <a:pt x="0" y="2680"/>
                    <a:pt x="23" y="3160"/>
                  </a:cubicBezTo>
                  <a:cubicBezTo>
                    <a:pt x="23" y="3231"/>
                    <a:pt x="77" y="3267"/>
                    <a:pt x="133" y="3267"/>
                  </a:cubicBezTo>
                  <a:cubicBezTo>
                    <a:pt x="168" y="3267"/>
                    <a:pt x="203" y="3254"/>
                    <a:pt x="229" y="3228"/>
                  </a:cubicBezTo>
                  <a:cubicBezTo>
                    <a:pt x="594" y="2863"/>
                    <a:pt x="754" y="2270"/>
                    <a:pt x="936" y="1790"/>
                  </a:cubicBezTo>
                  <a:cubicBezTo>
                    <a:pt x="1142" y="1288"/>
                    <a:pt x="1324" y="763"/>
                    <a:pt x="1484" y="261"/>
                  </a:cubicBezTo>
                  <a:cubicBezTo>
                    <a:pt x="1529" y="111"/>
                    <a:pt x="1387" y="1"/>
                    <a:pt x="125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0" name="Google Shape;10830;p8"/>
            <p:cNvSpPr/>
            <p:nvPr/>
          </p:nvSpPr>
          <p:spPr>
            <a:xfrm>
              <a:off x="5824600" y="4544075"/>
              <a:ext cx="49675" cy="96575"/>
            </a:xfrm>
            <a:custGeom>
              <a:rect b="b" l="l" r="r" t="t"/>
              <a:pathLst>
                <a:path extrusionOk="0" h="3863" w="1987">
                  <a:moveTo>
                    <a:pt x="1601" y="1"/>
                  </a:moveTo>
                  <a:cubicBezTo>
                    <a:pt x="1166" y="1"/>
                    <a:pt x="939" y="623"/>
                    <a:pt x="800" y="1001"/>
                  </a:cubicBezTo>
                  <a:cubicBezTo>
                    <a:pt x="457" y="1846"/>
                    <a:pt x="115" y="2759"/>
                    <a:pt x="1" y="3672"/>
                  </a:cubicBezTo>
                  <a:cubicBezTo>
                    <a:pt x="1" y="3777"/>
                    <a:pt x="100" y="3863"/>
                    <a:pt x="188" y="3863"/>
                  </a:cubicBezTo>
                  <a:cubicBezTo>
                    <a:pt x="233" y="3863"/>
                    <a:pt x="274" y="3840"/>
                    <a:pt x="297" y="3786"/>
                  </a:cubicBezTo>
                  <a:cubicBezTo>
                    <a:pt x="526" y="3215"/>
                    <a:pt x="708" y="2645"/>
                    <a:pt x="914" y="2074"/>
                  </a:cubicBezTo>
                  <a:cubicBezTo>
                    <a:pt x="1028" y="1823"/>
                    <a:pt x="1439" y="385"/>
                    <a:pt x="1735" y="362"/>
                  </a:cubicBezTo>
                  <a:cubicBezTo>
                    <a:pt x="1918" y="362"/>
                    <a:pt x="1987" y="111"/>
                    <a:pt x="1804" y="43"/>
                  </a:cubicBezTo>
                  <a:cubicBezTo>
                    <a:pt x="1731" y="14"/>
                    <a:pt x="1664" y="1"/>
                    <a:pt x="1601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1" name="Google Shape;10831;p8"/>
            <p:cNvSpPr/>
            <p:nvPr/>
          </p:nvSpPr>
          <p:spPr>
            <a:xfrm>
              <a:off x="5876375" y="4540750"/>
              <a:ext cx="23725" cy="54675"/>
            </a:xfrm>
            <a:custGeom>
              <a:rect b="b" l="l" r="r" t="t"/>
              <a:pathLst>
                <a:path extrusionOk="0" h="2187" w="949">
                  <a:moveTo>
                    <a:pt x="772" y="1"/>
                  </a:moveTo>
                  <a:cubicBezTo>
                    <a:pt x="721" y="1"/>
                    <a:pt x="671" y="26"/>
                    <a:pt x="646" y="84"/>
                  </a:cubicBezTo>
                  <a:cubicBezTo>
                    <a:pt x="372" y="701"/>
                    <a:pt x="167" y="1317"/>
                    <a:pt x="30" y="2002"/>
                  </a:cubicBezTo>
                  <a:cubicBezTo>
                    <a:pt x="1" y="2103"/>
                    <a:pt x="101" y="2187"/>
                    <a:pt x="195" y="2187"/>
                  </a:cubicBezTo>
                  <a:cubicBezTo>
                    <a:pt x="249" y="2187"/>
                    <a:pt x="302" y="2159"/>
                    <a:pt x="326" y="2093"/>
                  </a:cubicBezTo>
                  <a:cubicBezTo>
                    <a:pt x="577" y="1477"/>
                    <a:pt x="783" y="838"/>
                    <a:pt x="920" y="176"/>
                  </a:cubicBezTo>
                  <a:cubicBezTo>
                    <a:pt x="949" y="75"/>
                    <a:pt x="859" y="1"/>
                    <a:pt x="772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2" name="Google Shape;10832;p8"/>
            <p:cNvSpPr/>
            <p:nvPr/>
          </p:nvSpPr>
          <p:spPr>
            <a:xfrm>
              <a:off x="5464100" y="4208075"/>
              <a:ext cx="334850" cy="317675"/>
            </a:xfrm>
            <a:custGeom>
              <a:rect b="b" l="l" r="r" t="t"/>
              <a:pathLst>
                <a:path extrusionOk="0" h="12707" w="13394">
                  <a:moveTo>
                    <a:pt x="2027" y="792"/>
                  </a:moveTo>
                  <a:cubicBezTo>
                    <a:pt x="5450" y="1682"/>
                    <a:pt x="8783" y="2732"/>
                    <a:pt x="12115" y="3896"/>
                  </a:cubicBezTo>
                  <a:cubicBezTo>
                    <a:pt x="8212" y="6270"/>
                    <a:pt x="4423" y="8804"/>
                    <a:pt x="817" y="11588"/>
                  </a:cubicBezTo>
                  <a:cubicBezTo>
                    <a:pt x="1319" y="8027"/>
                    <a:pt x="1821" y="4467"/>
                    <a:pt x="2049" y="906"/>
                  </a:cubicBezTo>
                  <a:cubicBezTo>
                    <a:pt x="2049" y="860"/>
                    <a:pt x="2049" y="838"/>
                    <a:pt x="2027" y="792"/>
                  </a:cubicBezTo>
                  <a:close/>
                  <a:moveTo>
                    <a:pt x="1919" y="0"/>
                  </a:moveTo>
                  <a:cubicBezTo>
                    <a:pt x="1586" y="0"/>
                    <a:pt x="1459" y="471"/>
                    <a:pt x="1707" y="678"/>
                  </a:cubicBezTo>
                  <a:cubicBezTo>
                    <a:pt x="1616" y="701"/>
                    <a:pt x="1547" y="769"/>
                    <a:pt x="1547" y="860"/>
                  </a:cubicBezTo>
                  <a:cubicBezTo>
                    <a:pt x="954" y="4649"/>
                    <a:pt x="566" y="8484"/>
                    <a:pt x="18" y="12273"/>
                  </a:cubicBezTo>
                  <a:cubicBezTo>
                    <a:pt x="0" y="12483"/>
                    <a:pt x="158" y="12707"/>
                    <a:pt x="355" y="12707"/>
                  </a:cubicBezTo>
                  <a:cubicBezTo>
                    <a:pt x="415" y="12707"/>
                    <a:pt x="479" y="12686"/>
                    <a:pt x="543" y="12638"/>
                  </a:cubicBezTo>
                  <a:cubicBezTo>
                    <a:pt x="4560" y="9534"/>
                    <a:pt x="8760" y="6658"/>
                    <a:pt x="13165" y="4124"/>
                  </a:cubicBezTo>
                  <a:cubicBezTo>
                    <a:pt x="13371" y="3987"/>
                    <a:pt x="13394" y="3577"/>
                    <a:pt x="13120" y="3485"/>
                  </a:cubicBezTo>
                  <a:cubicBezTo>
                    <a:pt x="9490" y="2139"/>
                    <a:pt x="5770" y="997"/>
                    <a:pt x="2027" y="16"/>
                  </a:cubicBezTo>
                  <a:cubicBezTo>
                    <a:pt x="1989" y="5"/>
                    <a:pt x="1953" y="0"/>
                    <a:pt x="1919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3" name="Google Shape;10833;p8"/>
            <p:cNvSpPr/>
            <p:nvPr/>
          </p:nvSpPr>
          <p:spPr>
            <a:xfrm>
              <a:off x="5495775" y="4342975"/>
              <a:ext cx="376800" cy="309500"/>
            </a:xfrm>
            <a:custGeom>
              <a:rect b="b" l="l" r="r" t="t"/>
              <a:pathLst>
                <a:path extrusionOk="0" h="12380" w="15072">
                  <a:moveTo>
                    <a:pt x="12525" y="1060"/>
                  </a:moveTo>
                  <a:cubicBezTo>
                    <a:pt x="13211" y="1060"/>
                    <a:pt x="13706" y="2403"/>
                    <a:pt x="13930" y="2768"/>
                  </a:cubicBezTo>
                  <a:cubicBezTo>
                    <a:pt x="14546" y="3933"/>
                    <a:pt x="8201" y="7858"/>
                    <a:pt x="7242" y="8520"/>
                  </a:cubicBezTo>
                  <a:cubicBezTo>
                    <a:pt x="6055" y="9342"/>
                    <a:pt x="4868" y="10164"/>
                    <a:pt x="3681" y="10986"/>
                  </a:cubicBezTo>
                  <a:cubicBezTo>
                    <a:pt x="3388" y="11187"/>
                    <a:pt x="3129" y="11274"/>
                    <a:pt x="2897" y="11274"/>
                  </a:cubicBezTo>
                  <a:cubicBezTo>
                    <a:pt x="1977" y="11274"/>
                    <a:pt x="1485" y="9907"/>
                    <a:pt x="919" y="8977"/>
                  </a:cubicBezTo>
                  <a:cubicBezTo>
                    <a:pt x="2996" y="7402"/>
                    <a:pt x="5074" y="5827"/>
                    <a:pt x="7151" y="4252"/>
                  </a:cubicBezTo>
                  <a:cubicBezTo>
                    <a:pt x="8223" y="3453"/>
                    <a:pt x="9342" y="2700"/>
                    <a:pt x="10483" y="2038"/>
                  </a:cubicBezTo>
                  <a:cubicBezTo>
                    <a:pt x="11077" y="1696"/>
                    <a:pt x="11670" y="1399"/>
                    <a:pt x="12264" y="1125"/>
                  </a:cubicBezTo>
                  <a:cubicBezTo>
                    <a:pt x="12354" y="1080"/>
                    <a:pt x="12441" y="1060"/>
                    <a:pt x="12525" y="1060"/>
                  </a:cubicBezTo>
                  <a:close/>
                  <a:moveTo>
                    <a:pt x="12828" y="1"/>
                  </a:moveTo>
                  <a:cubicBezTo>
                    <a:pt x="11774" y="1"/>
                    <a:pt x="10261" y="1278"/>
                    <a:pt x="9525" y="1741"/>
                  </a:cubicBezTo>
                  <a:cubicBezTo>
                    <a:pt x="6215" y="3818"/>
                    <a:pt x="3248" y="6512"/>
                    <a:pt x="189" y="8908"/>
                  </a:cubicBezTo>
                  <a:cubicBezTo>
                    <a:pt x="1" y="9059"/>
                    <a:pt x="139" y="9365"/>
                    <a:pt x="334" y="9365"/>
                  </a:cubicBezTo>
                  <a:cubicBezTo>
                    <a:pt x="375" y="9365"/>
                    <a:pt x="419" y="9351"/>
                    <a:pt x="463" y="9319"/>
                  </a:cubicBezTo>
                  <a:cubicBezTo>
                    <a:pt x="486" y="9296"/>
                    <a:pt x="509" y="9274"/>
                    <a:pt x="531" y="9251"/>
                  </a:cubicBezTo>
                  <a:cubicBezTo>
                    <a:pt x="1125" y="10278"/>
                    <a:pt x="1741" y="11282"/>
                    <a:pt x="2426" y="12241"/>
                  </a:cubicBezTo>
                  <a:cubicBezTo>
                    <a:pt x="2485" y="12329"/>
                    <a:pt x="2582" y="12380"/>
                    <a:pt x="2680" y="12380"/>
                  </a:cubicBezTo>
                  <a:cubicBezTo>
                    <a:pt x="2734" y="12380"/>
                    <a:pt x="2788" y="12365"/>
                    <a:pt x="2837" y="12332"/>
                  </a:cubicBezTo>
                  <a:cubicBezTo>
                    <a:pt x="6991" y="9662"/>
                    <a:pt x="11396" y="6968"/>
                    <a:pt x="14934" y="3453"/>
                  </a:cubicBezTo>
                  <a:cubicBezTo>
                    <a:pt x="15071" y="3316"/>
                    <a:pt x="15048" y="3111"/>
                    <a:pt x="14957" y="2951"/>
                  </a:cubicBezTo>
                  <a:cubicBezTo>
                    <a:pt x="14592" y="2266"/>
                    <a:pt x="13930" y="212"/>
                    <a:pt x="13085" y="29"/>
                  </a:cubicBezTo>
                  <a:cubicBezTo>
                    <a:pt x="13003" y="10"/>
                    <a:pt x="12917" y="1"/>
                    <a:pt x="1282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4" name="Google Shape;10834;p8"/>
            <p:cNvSpPr/>
            <p:nvPr/>
          </p:nvSpPr>
          <p:spPr>
            <a:xfrm>
              <a:off x="5582050" y="4477650"/>
              <a:ext cx="376675" cy="310075"/>
            </a:xfrm>
            <a:custGeom>
              <a:rect b="b" l="l" r="r" t="t"/>
              <a:pathLst>
                <a:path extrusionOk="0" h="12403" w="15067">
                  <a:moveTo>
                    <a:pt x="12512" y="1065"/>
                  </a:moveTo>
                  <a:cubicBezTo>
                    <a:pt x="13207" y="1065"/>
                    <a:pt x="13721" y="2403"/>
                    <a:pt x="13925" y="2791"/>
                  </a:cubicBezTo>
                  <a:cubicBezTo>
                    <a:pt x="14542" y="3932"/>
                    <a:pt x="8196" y="7881"/>
                    <a:pt x="7238" y="8543"/>
                  </a:cubicBezTo>
                  <a:cubicBezTo>
                    <a:pt x="6051" y="9365"/>
                    <a:pt x="4864" y="10186"/>
                    <a:pt x="3677" y="11008"/>
                  </a:cubicBezTo>
                  <a:cubicBezTo>
                    <a:pt x="3383" y="11210"/>
                    <a:pt x="3124" y="11297"/>
                    <a:pt x="2893" y="11297"/>
                  </a:cubicBezTo>
                  <a:cubicBezTo>
                    <a:pt x="1973" y="11297"/>
                    <a:pt x="1480" y="9930"/>
                    <a:pt x="915" y="8999"/>
                  </a:cubicBezTo>
                  <a:cubicBezTo>
                    <a:pt x="2992" y="7425"/>
                    <a:pt x="5069" y="5850"/>
                    <a:pt x="7169" y="4275"/>
                  </a:cubicBezTo>
                  <a:cubicBezTo>
                    <a:pt x="8219" y="3453"/>
                    <a:pt x="9338" y="2723"/>
                    <a:pt x="10502" y="2038"/>
                  </a:cubicBezTo>
                  <a:cubicBezTo>
                    <a:pt x="11072" y="1718"/>
                    <a:pt x="11666" y="1422"/>
                    <a:pt x="12259" y="1125"/>
                  </a:cubicBezTo>
                  <a:cubicBezTo>
                    <a:pt x="12346" y="1084"/>
                    <a:pt x="12430" y="1065"/>
                    <a:pt x="12512" y="1065"/>
                  </a:cubicBezTo>
                  <a:close/>
                  <a:moveTo>
                    <a:pt x="12827" y="1"/>
                  </a:moveTo>
                  <a:cubicBezTo>
                    <a:pt x="11773" y="1"/>
                    <a:pt x="10258" y="1300"/>
                    <a:pt x="9520" y="1764"/>
                  </a:cubicBezTo>
                  <a:cubicBezTo>
                    <a:pt x="6233" y="3841"/>
                    <a:pt x="3266" y="6512"/>
                    <a:pt x="207" y="8931"/>
                  </a:cubicBezTo>
                  <a:cubicBezTo>
                    <a:pt x="0" y="9082"/>
                    <a:pt x="135" y="9388"/>
                    <a:pt x="329" y="9388"/>
                  </a:cubicBezTo>
                  <a:cubicBezTo>
                    <a:pt x="371" y="9388"/>
                    <a:pt x="415" y="9374"/>
                    <a:pt x="459" y="9342"/>
                  </a:cubicBezTo>
                  <a:cubicBezTo>
                    <a:pt x="481" y="9319"/>
                    <a:pt x="504" y="9296"/>
                    <a:pt x="550" y="9273"/>
                  </a:cubicBezTo>
                  <a:cubicBezTo>
                    <a:pt x="1120" y="10301"/>
                    <a:pt x="1737" y="11282"/>
                    <a:pt x="2421" y="12263"/>
                  </a:cubicBezTo>
                  <a:cubicBezTo>
                    <a:pt x="2480" y="12352"/>
                    <a:pt x="2577" y="12402"/>
                    <a:pt x="2676" y="12402"/>
                  </a:cubicBezTo>
                  <a:cubicBezTo>
                    <a:pt x="2730" y="12402"/>
                    <a:pt x="2784" y="12387"/>
                    <a:pt x="2832" y="12355"/>
                  </a:cubicBezTo>
                  <a:cubicBezTo>
                    <a:pt x="7009" y="9661"/>
                    <a:pt x="11392" y="6968"/>
                    <a:pt x="14930" y="3476"/>
                  </a:cubicBezTo>
                  <a:cubicBezTo>
                    <a:pt x="15067" y="3339"/>
                    <a:pt x="15067" y="3111"/>
                    <a:pt x="14975" y="2951"/>
                  </a:cubicBezTo>
                  <a:cubicBezTo>
                    <a:pt x="14587" y="2289"/>
                    <a:pt x="13925" y="235"/>
                    <a:pt x="13081" y="29"/>
                  </a:cubicBezTo>
                  <a:cubicBezTo>
                    <a:pt x="13000" y="10"/>
                    <a:pt x="12915" y="1"/>
                    <a:pt x="1282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35" name="Google Shape;10835;p8"/>
          <p:cNvGrpSpPr/>
          <p:nvPr/>
        </p:nvGrpSpPr>
        <p:grpSpPr>
          <a:xfrm rot="9456294">
            <a:off x="6849679" y="3273665"/>
            <a:ext cx="2306041" cy="512923"/>
            <a:chOff x="7051300" y="3461525"/>
            <a:chExt cx="2305988" cy="512912"/>
          </a:xfrm>
        </p:grpSpPr>
        <p:sp>
          <p:nvSpPr>
            <p:cNvPr id="10836" name="Google Shape;10836;p8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7" name="Google Shape;10837;p8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8" name="Google Shape;10838;p8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9" name="Google Shape;10839;p8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0" name="Google Shape;10840;p8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1" name="Google Shape;10841;p8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2" name="Google Shape;10842;p8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3" name="Google Shape;10843;p8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4" name="Google Shape;10844;p8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5" name="Google Shape;10845;p8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6" name="Google Shape;10846;p8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7" name="Google Shape;10847;p8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8" name="Google Shape;10848;p8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9" name="Google Shape;10849;p8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0" name="Google Shape;10850;p8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1" name="Google Shape;10851;p8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2" name="Google Shape;10852;p8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3" name="Google Shape;10853;p8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54" name="Google Shape;10854;p8"/>
          <p:cNvGrpSpPr/>
          <p:nvPr/>
        </p:nvGrpSpPr>
        <p:grpSpPr>
          <a:xfrm rot="854098">
            <a:off x="7782856" y="510397"/>
            <a:ext cx="639528" cy="438002"/>
            <a:chOff x="5501450" y="2545600"/>
            <a:chExt cx="639525" cy="438000"/>
          </a:xfrm>
        </p:grpSpPr>
        <p:sp>
          <p:nvSpPr>
            <p:cNvPr id="10855" name="Google Shape;10855;p8"/>
            <p:cNvSpPr/>
            <p:nvPr/>
          </p:nvSpPr>
          <p:spPr>
            <a:xfrm>
              <a:off x="5501450" y="2545600"/>
              <a:ext cx="639525" cy="438000"/>
            </a:xfrm>
            <a:custGeom>
              <a:rect b="b" l="l" r="r" t="t"/>
              <a:pathLst>
                <a:path extrusionOk="0" h="17520" w="25581">
                  <a:moveTo>
                    <a:pt x="2054" y="916"/>
                  </a:moveTo>
                  <a:cubicBezTo>
                    <a:pt x="4249" y="1273"/>
                    <a:pt x="6534" y="1376"/>
                    <a:pt x="8837" y="1376"/>
                  </a:cubicBezTo>
                  <a:cubicBezTo>
                    <a:pt x="11993" y="1376"/>
                    <a:pt x="15185" y="1183"/>
                    <a:pt x="18229" y="1183"/>
                  </a:cubicBezTo>
                  <a:cubicBezTo>
                    <a:pt x="18767" y="1183"/>
                    <a:pt x="19366" y="1142"/>
                    <a:pt x="19969" y="1142"/>
                  </a:cubicBezTo>
                  <a:cubicBezTo>
                    <a:pt x="21476" y="1142"/>
                    <a:pt x="23008" y="1398"/>
                    <a:pt x="23668" y="3189"/>
                  </a:cubicBezTo>
                  <a:cubicBezTo>
                    <a:pt x="24139" y="4443"/>
                    <a:pt x="23998" y="6292"/>
                    <a:pt x="24045" y="7625"/>
                  </a:cubicBezTo>
                  <a:cubicBezTo>
                    <a:pt x="24154" y="10242"/>
                    <a:pt x="24076" y="12876"/>
                    <a:pt x="23904" y="15493"/>
                  </a:cubicBezTo>
                  <a:cubicBezTo>
                    <a:pt x="19549" y="16044"/>
                    <a:pt x="15184" y="16308"/>
                    <a:pt x="10802" y="16308"/>
                  </a:cubicBezTo>
                  <a:cubicBezTo>
                    <a:pt x="9570" y="16308"/>
                    <a:pt x="8336" y="16287"/>
                    <a:pt x="7101" y="16246"/>
                  </a:cubicBezTo>
                  <a:cubicBezTo>
                    <a:pt x="5141" y="16167"/>
                    <a:pt x="2398" y="16543"/>
                    <a:pt x="1505" y="14036"/>
                  </a:cubicBezTo>
                  <a:cubicBezTo>
                    <a:pt x="1066" y="12782"/>
                    <a:pt x="1270" y="10916"/>
                    <a:pt x="1207" y="9600"/>
                  </a:cubicBezTo>
                  <a:cubicBezTo>
                    <a:pt x="1160" y="8659"/>
                    <a:pt x="235" y="1700"/>
                    <a:pt x="2054" y="916"/>
                  </a:cubicBezTo>
                  <a:close/>
                  <a:moveTo>
                    <a:pt x="1928" y="0"/>
                  </a:moveTo>
                  <a:cubicBezTo>
                    <a:pt x="478" y="0"/>
                    <a:pt x="29" y="2119"/>
                    <a:pt x="16" y="3518"/>
                  </a:cubicBezTo>
                  <a:cubicBezTo>
                    <a:pt x="0" y="5869"/>
                    <a:pt x="204" y="8252"/>
                    <a:pt x="282" y="10603"/>
                  </a:cubicBezTo>
                  <a:cubicBezTo>
                    <a:pt x="345" y="12139"/>
                    <a:pt x="157" y="14098"/>
                    <a:pt x="1003" y="15462"/>
                  </a:cubicBezTo>
                  <a:cubicBezTo>
                    <a:pt x="2119" y="17247"/>
                    <a:pt x="4806" y="17520"/>
                    <a:pt x="7212" y="17520"/>
                  </a:cubicBezTo>
                  <a:cubicBezTo>
                    <a:pt x="8268" y="17520"/>
                    <a:pt x="9269" y="17467"/>
                    <a:pt x="10061" y="17467"/>
                  </a:cubicBezTo>
                  <a:cubicBezTo>
                    <a:pt x="10126" y="17467"/>
                    <a:pt x="10189" y="17468"/>
                    <a:pt x="10251" y="17468"/>
                  </a:cubicBezTo>
                  <a:cubicBezTo>
                    <a:pt x="10550" y="17471"/>
                    <a:pt x="10848" y="17473"/>
                    <a:pt x="11146" y="17473"/>
                  </a:cubicBezTo>
                  <a:cubicBezTo>
                    <a:pt x="15785" y="17473"/>
                    <a:pt x="20422" y="17132"/>
                    <a:pt x="25016" y="16528"/>
                  </a:cubicBezTo>
                  <a:cubicBezTo>
                    <a:pt x="25581" y="16449"/>
                    <a:pt x="25549" y="15791"/>
                    <a:pt x="25189" y="15509"/>
                  </a:cubicBezTo>
                  <a:cubicBezTo>
                    <a:pt x="25440" y="11857"/>
                    <a:pt x="25534" y="8126"/>
                    <a:pt x="25110" y="4490"/>
                  </a:cubicBezTo>
                  <a:cubicBezTo>
                    <a:pt x="24907" y="2766"/>
                    <a:pt x="24515" y="995"/>
                    <a:pt x="22728" y="305"/>
                  </a:cubicBezTo>
                  <a:cubicBezTo>
                    <a:pt x="22098" y="64"/>
                    <a:pt x="21403" y="15"/>
                    <a:pt x="20716" y="15"/>
                  </a:cubicBezTo>
                  <a:cubicBezTo>
                    <a:pt x="20240" y="15"/>
                    <a:pt x="19769" y="38"/>
                    <a:pt x="19327" y="38"/>
                  </a:cubicBezTo>
                  <a:cubicBezTo>
                    <a:pt x="17132" y="38"/>
                    <a:pt x="14954" y="70"/>
                    <a:pt x="12759" y="70"/>
                  </a:cubicBezTo>
                  <a:cubicBezTo>
                    <a:pt x="12545" y="72"/>
                    <a:pt x="12330" y="73"/>
                    <a:pt x="12115" y="73"/>
                  </a:cubicBezTo>
                  <a:cubicBezTo>
                    <a:pt x="10641" y="73"/>
                    <a:pt x="9140" y="30"/>
                    <a:pt x="7640" y="30"/>
                  </a:cubicBezTo>
                  <a:cubicBezTo>
                    <a:pt x="6052" y="30"/>
                    <a:pt x="4466" y="78"/>
                    <a:pt x="2916" y="274"/>
                  </a:cubicBezTo>
                  <a:cubicBezTo>
                    <a:pt x="2544" y="84"/>
                    <a:pt x="2216" y="0"/>
                    <a:pt x="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6" name="Google Shape;10856;p8"/>
            <p:cNvSpPr/>
            <p:nvPr/>
          </p:nvSpPr>
          <p:spPr>
            <a:xfrm>
              <a:off x="5714775" y="2654925"/>
              <a:ext cx="280075" cy="257600"/>
            </a:xfrm>
            <a:custGeom>
              <a:rect b="b" l="l" r="r" t="t"/>
              <a:pathLst>
                <a:path extrusionOk="0" h="10304" w="11203">
                  <a:moveTo>
                    <a:pt x="652" y="289"/>
                  </a:moveTo>
                  <a:cubicBezTo>
                    <a:pt x="809" y="415"/>
                    <a:pt x="966" y="540"/>
                    <a:pt x="1138" y="650"/>
                  </a:cubicBezTo>
                  <a:cubicBezTo>
                    <a:pt x="1076" y="697"/>
                    <a:pt x="1044" y="775"/>
                    <a:pt x="1029" y="854"/>
                  </a:cubicBezTo>
                  <a:cubicBezTo>
                    <a:pt x="1029" y="1042"/>
                    <a:pt x="1044" y="1214"/>
                    <a:pt x="1044" y="1387"/>
                  </a:cubicBezTo>
                  <a:cubicBezTo>
                    <a:pt x="919" y="1449"/>
                    <a:pt x="825" y="1543"/>
                    <a:pt x="778" y="1669"/>
                  </a:cubicBezTo>
                  <a:cubicBezTo>
                    <a:pt x="746" y="1214"/>
                    <a:pt x="699" y="760"/>
                    <a:pt x="652" y="305"/>
                  </a:cubicBezTo>
                  <a:cubicBezTo>
                    <a:pt x="652" y="305"/>
                    <a:pt x="652" y="289"/>
                    <a:pt x="652" y="289"/>
                  </a:cubicBezTo>
                  <a:close/>
                  <a:moveTo>
                    <a:pt x="5778" y="4208"/>
                  </a:moveTo>
                  <a:lnTo>
                    <a:pt x="5778" y="4208"/>
                  </a:lnTo>
                  <a:cubicBezTo>
                    <a:pt x="6217" y="4333"/>
                    <a:pt x="6671" y="4443"/>
                    <a:pt x="7126" y="4521"/>
                  </a:cubicBezTo>
                  <a:cubicBezTo>
                    <a:pt x="7142" y="4537"/>
                    <a:pt x="7142" y="4537"/>
                    <a:pt x="7157" y="4553"/>
                  </a:cubicBezTo>
                  <a:cubicBezTo>
                    <a:pt x="6844" y="4725"/>
                    <a:pt x="6530" y="4913"/>
                    <a:pt x="6232" y="5101"/>
                  </a:cubicBezTo>
                  <a:cubicBezTo>
                    <a:pt x="6138" y="4804"/>
                    <a:pt x="5966" y="4490"/>
                    <a:pt x="5778" y="4208"/>
                  </a:cubicBezTo>
                  <a:close/>
                  <a:moveTo>
                    <a:pt x="840" y="2296"/>
                  </a:moveTo>
                  <a:lnTo>
                    <a:pt x="840" y="2296"/>
                  </a:lnTo>
                  <a:cubicBezTo>
                    <a:pt x="919" y="2672"/>
                    <a:pt x="1013" y="3032"/>
                    <a:pt x="1076" y="3393"/>
                  </a:cubicBezTo>
                  <a:cubicBezTo>
                    <a:pt x="1123" y="4694"/>
                    <a:pt x="1201" y="5995"/>
                    <a:pt x="1264" y="7280"/>
                  </a:cubicBezTo>
                  <a:cubicBezTo>
                    <a:pt x="1279" y="7500"/>
                    <a:pt x="1436" y="7641"/>
                    <a:pt x="1609" y="7688"/>
                  </a:cubicBezTo>
                  <a:cubicBezTo>
                    <a:pt x="1624" y="7923"/>
                    <a:pt x="1656" y="8142"/>
                    <a:pt x="1671" y="8377"/>
                  </a:cubicBezTo>
                  <a:cubicBezTo>
                    <a:pt x="1671" y="8503"/>
                    <a:pt x="1734" y="8612"/>
                    <a:pt x="1812" y="8706"/>
                  </a:cubicBezTo>
                  <a:cubicBezTo>
                    <a:pt x="1781" y="8753"/>
                    <a:pt x="1765" y="8801"/>
                    <a:pt x="1734" y="8848"/>
                  </a:cubicBezTo>
                  <a:cubicBezTo>
                    <a:pt x="1718" y="8910"/>
                    <a:pt x="1718" y="8957"/>
                    <a:pt x="1703" y="9004"/>
                  </a:cubicBezTo>
                  <a:cubicBezTo>
                    <a:pt x="1577" y="9130"/>
                    <a:pt x="1436" y="9239"/>
                    <a:pt x="1295" y="9365"/>
                  </a:cubicBezTo>
                  <a:cubicBezTo>
                    <a:pt x="1154" y="7014"/>
                    <a:pt x="1029" y="4647"/>
                    <a:pt x="840" y="2296"/>
                  </a:cubicBezTo>
                  <a:close/>
                  <a:moveTo>
                    <a:pt x="299" y="0"/>
                  </a:moveTo>
                  <a:cubicBezTo>
                    <a:pt x="146" y="0"/>
                    <a:pt x="0" y="102"/>
                    <a:pt x="10" y="305"/>
                  </a:cubicBezTo>
                  <a:cubicBezTo>
                    <a:pt x="88" y="3440"/>
                    <a:pt x="355" y="6575"/>
                    <a:pt x="574" y="9710"/>
                  </a:cubicBezTo>
                  <a:cubicBezTo>
                    <a:pt x="590" y="9866"/>
                    <a:pt x="684" y="9976"/>
                    <a:pt x="793" y="10023"/>
                  </a:cubicBezTo>
                  <a:cubicBezTo>
                    <a:pt x="841" y="10176"/>
                    <a:pt x="985" y="10303"/>
                    <a:pt x="1148" y="10303"/>
                  </a:cubicBezTo>
                  <a:cubicBezTo>
                    <a:pt x="1201" y="10303"/>
                    <a:pt x="1256" y="10289"/>
                    <a:pt x="1311" y="10258"/>
                  </a:cubicBezTo>
                  <a:cubicBezTo>
                    <a:pt x="1718" y="10070"/>
                    <a:pt x="2110" y="9851"/>
                    <a:pt x="2486" y="9647"/>
                  </a:cubicBezTo>
                  <a:cubicBezTo>
                    <a:pt x="2627" y="9631"/>
                    <a:pt x="2753" y="9569"/>
                    <a:pt x="2847" y="9475"/>
                  </a:cubicBezTo>
                  <a:cubicBezTo>
                    <a:pt x="2894" y="9427"/>
                    <a:pt x="2941" y="9396"/>
                    <a:pt x="2988" y="9349"/>
                  </a:cubicBezTo>
                  <a:cubicBezTo>
                    <a:pt x="5417" y="7938"/>
                    <a:pt x="7721" y="6199"/>
                    <a:pt x="10151" y="4819"/>
                  </a:cubicBezTo>
                  <a:cubicBezTo>
                    <a:pt x="10229" y="4757"/>
                    <a:pt x="10292" y="4694"/>
                    <a:pt x="10323" y="4615"/>
                  </a:cubicBezTo>
                  <a:cubicBezTo>
                    <a:pt x="10383" y="4639"/>
                    <a:pt x="10441" y="4649"/>
                    <a:pt x="10497" y="4649"/>
                  </a:cubicBezTo>
                  <a:cubicBezTo>
                    <a:pt x="10925" y="4649"/>
                    <a:pt x="11203" y="4024"/>
                    <a:pt x="10731" y="3816"/>
                  </a:cubicBezTo>
                  <a:cubicBezTo>
                    <a:pt x="9101" y="3032"/>
                    <a:pt x="7439" y="2296"/>
                    <a:pt x="5762" y="1606"/>
                  </a:cubicBezTo>
                  <a:cubicBezTo>
                    <a:pt x="4238" y="987"/>
                    <a:pt x="2525" y="34"/>
                    <a:pt x="860" y="34"/>
                  </a:cubicBezTo>
                  <a:cubicBezTo>
                    <a:pt x="796" y="34"/>
                    <a:pt x="732" y="36"/>
                    <a:pt x="668" y="39"/>
                  </a:cubicBezTo>
                  <a:cubicBezTo>
                    <a:pt x="621" y="39"/>
                    <a:pt x="590" y="70"/>
                    <a:pt x="558" y="117"/>
                  </a:cubicBezTo>
                  <a:cubicBezTo>
                    <a:pt x="492" y="39"/>
                    <a:pt x="39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8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8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8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8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8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8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60" name="Shape 10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1" name="Google Shape;10861;p9"/>
          <p:cNvSpPr txBox="1"/>
          <p:nvPr>
            <p:ph type="title"/>
          </p:nvPr>
        </p:nvSpPr>
        <p:spPr>
          <a:xfrm>
            <a:off x="720000" y="540000"/>
            <a:ext cx="6684000" cy="54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There is no fixed order!</a:t>
            </a:r>
            <a:endParaRPr/>
          </a:p>
        </p:txBody>
      </p:sp>
      <p:grpSp>
        <p:nvGrpSpPr>
          <p:cNvPr id="10862" name="Google Shape;10862;p9"/>
          <p:cNvGrpSpPr/>
          <p:nvPr/>
        </p:nvGrpSpPr>
        <p:grpSpPr>
          <a:xfrm flipH="1">
            <a:off x="704586" y="960694"/>
            <a:ext cx="5313136" cy="176025"/>
            <a:chOff x="4345425" y="2175475"/>
            <a:chExt cx="800750" cy="176025"/>
          </a:xfrm>
        </p:grpSpPr>
        <p:sp>
          <p:nvSpPr>
            <p:cNvPr id="10863" name="Google Shape;10863;p9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4" name="Google Shape;10864;p9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865" name="Google Shape;10865;p9"/>
          <p:cNvSpPr/>
          <p:nvPr/>
        </p:nvSpPr>
        <p:spPr>
          <a:xfrm>
            <a:off x="1166467" y="3340507"/>
            <a:ext cx="1124100" cy="298200"/>
          </a:xfrm>
          <a:prstGeom prst="roundRect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66" name="Google Shape;10866;p9"/>
          <p:cNvSpPr/>
          <p:nvPr/>
        </p:nvSpPr>
        <p:spPr>
          <a:xfrm>
            <a:off x="2402455" y="3422056"/>
            <a:ext cx="1124100" cy="298200"/>
          </a:xfrm>
          <a:prstGeom prst="roundRect">
            <a:avLst>
              <a:gd fmla="val 50000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67" name="Google Shape;10867;p9"/>
          <p:cNvSpPr/>
          <p:nvPr/>
        </p:nvSpPr>
        <p:spPr>
          <a:xfrm>
            <a:off x="3635005" y="3340507"/>
            <a:ext cx="1124100" cy="298200"/>
          </a:xfrm>
          <a:prstGeom prst="roundRect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68" name="Google Shape;10868;p9"/>
          <p:cNvSpPr/>
          <p:nvPr/>
        </p:nvSpPr>
        <p:spPr>
          <a:xfrm>
            <a:off x="4867580" y="3449239"/>
            <a:ext cx="1124100" cy="298200"/>
          </a:xfrm>
          <a:prstGeom prst="roundRect">
            <a:avLst>
              <a:gd fmla="val 50000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69" name="Google Shape;10869;p9"/>
          <p:cNvSpPr/>
          <p:nvPr/>
        </p:nvSpPr>
        <p:spPr>
          <a:xfrm>
            <a:off x="6100130" y="3340507"/>
            <a:ext cx="1124100" cy="298200"/>
          </a:xfrm>
          <a:prstGeom prst="roundRect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0" name="Google Shape;10870;p9"/>
          <p:cNvSpPr/>
          <p:nvPr/>
        </p:nvSpPr>
        <p:spPr>
          <a:xfrm>
            <a:off x="1117342" y="3376628"/>
            <a:ext cx="1229175" cy="298166"/>
          </a:xfrm>
          <a:custGeom>
            <a:rect b="b" l="l" r="r" t="t"/>
            <a:pathLst>
              <a:path extrusionOk="0" h="6026" w="49167">
                <a:moveTo>
                  <a:pt x="2055" y="502"/>
                </a:moveTo>
                <a:cubicBezTo>
                  <a:pt x="1873" y="685"/>
                  <a:pt x="1667" y="867"/>
                  <a:pt x="1485" y="1073"/>
                </a:cubicBezTo>
                <a:lnTo>
                  <a:pt x="1028" y="502"/>
                </a:lnTo>
                <a:close/>
                <a:moveTo>
                  <a:pt x="3265" y="502"/>
                </a:moveTo>
                <a:cubicBezTo>
                  <a:pt x="2854" y="913"/>
                  <a:pt x="2443" y="1347"/>
                  <a:pt x="2032" y="1758"/>
                </a:cubicBezTo>
                <a:lnTo>
                  <a:pt x="1576" y="1187"/>
                </a:lnTo>
                <a:cubicBezTo>
                  <a:pt x="1804" y="959"/>
                  <a:pt x="2055" y="731"/>
                  <a:pt x="2284" y="502"/>
                </a:cubicBezTo>
                <a:close/>
                <a:moveTo>
                  <a:pt x="4771" y="502"/>
                </a:moveTo>
                <a:cubicBezTo>
                  <a:pt x="4064" y="1187"/>
                  <a:pt x="3379" y="1895"/>
                  <a:pt x="2694" y="2579"/>
                </a:cubicBezTo>
                <a:lnTo>
                  <a:pt x="2238" y="2032"/>
                </a:lnTo>
                <a:cubicBezTo>
                  <a:pt x="2740" y="1529"/>
                  <a:pt x="3242" y="1004"/>
                  <a:pt x="3767" y="502"/>
                </a:cubicBezTo>
                <a:close/>
                <a:moveTo>
                  <a:pt x="6164" y="502"/>
                </a:moveTo>
                <a:cubicBezTo>
                  <a:pt x="4498" y="2169"/>
                  <a:pt x="2854" y="3835"/>
                  <a:pt x="1211" y="5547"/>
                </a:cubicBezTo>
                <a:lnTo>
                  <a:pt x="1028" y="5547"/>
                </a:lnTo>
                <a:lnTo>
                  <a:pt x="3037" y="3013"/>
                </a:lnTo>
                <a:lnTo>
                  <a:pt x="2854" y="2785"/>
                </a:lnTo>
                <a:cubicBezTo>
                  <a:pt x="3607" y="2032"/>
                  <a:pt x="4361" y="1256"/>
                  <a:pt x="5137" y="502"/>
                </a:cubicBezTo>
                <a:close/>
                <a:moveTo>
                  <a:pt x="7556" y="502"/>
                </a:moveTo>
                <a:cubicBezTo>
                  <a:pt x="5844" y="2169"/>
                  <a:pt x="4110" y="3858"/>
                  <a:pt x="2420" y="5547"/>
                </a:cubicBezTo>
                <a:lnTo>
                  <a:pt x="1599" y="5547"/>
                </a:lnTo>
                <a:cubicBezTo>
                  <a:pt x="3356" y="3880"/>
                  <a:pt x="5114" y="2191"/>
                  <a:pt x="6849" y="502"/>
                </a:cubicBezTo>
                <a:close/>
                <a:moveTo>
                  <a:pt x="8629" y="502"/>
                </a:moveTo>
                <a:cubicBezTo>
                  <a:pt x="7008" y="2169"/>
                  <a:pt x="5365" y="3835"/>
                  <a:pt x="3767" y="5547"/>
                </a:cubicBezTo>
                <a:lnTo>
                  <a:pt x="2649" y="5547"/>
                </a:lnTo>
                <a:cubicBezTo>
                  <a:pt x="4383" y="3858"/>
                  <a:pt x="6095" y="2191"/>
                  <a:pt x="7807" y="502"/>
                </a:cubicBezTo>
                <a:close/>
                <a:moveTo>
                  <a:pt x="9998" y="502"/>
                </a:moveTo>
                <a:cubicBezTo>
                  <a:pt x="8355" y="2169"/>
                  <a:pt x="6689" y="3835"/>
                  <a:pt x="5068" y="5547"/>
                </a:cubicBezTo>
                <a:lnTo>
                  <a:pt x="4155" y="5547"/>
                </a:lnTo>
                <a:cubicBezTo>
                  <a:pt x="5753" y="3858"/>
                  <a:pt x="7351" y="2169"/>
                  <a:pt x="8949" y="502"/>
                </a:cubicBezTo>
                <a:close/>
                <a:moveTo>
                  <a:pt x="12327" y="502"/>
                </a:moveTo>
                <a:cubicBezTo>
                  <a:pt x="10569" y="2191"/>
                  <a:pt x="8789" y="3858"/>
                  <a:pt x="7031" y="5547"/>
                </a:cubicBezTo>
                <a:lnTo>
                  <a:pt x="5456" y="5547"/>
                </a:lnTo>
                <a:cubicBezTo>
                  <a:pt x="7077" y="3835"/>
                  <a:pt x="8720" y="2169"/>
                  <a:pt x="10364" y="502"/>
                </a:cubicBezTo>
                <a:close/>
                <a:moveTo>
                  <a:pt x="14130" y="502"/>
                </a:moveTo>
                <a:cubicBezTo>
                  <a:pt x="12349" y="2191"/>
                  <a:pt x="10569" y="3858"/>
                  <a:pt x="8812" y="5547"/>
                </a:cubicBezTo>
                <a:lnTo>
                  <a:pt x="7396" y="5547"/>
                </a:lnTo>
                <a:cubicBezTo>
                  <a:pt x="9108" y="3858"/>
                  <a:pt x="10843" y="2191"/>
                  <a:pt x="12555" y="502"/>
                </a:cubicBezTo>
                <a:close/>
                <a:moveTo>
                  <a:pt x="15887" y="502"/>
                </a:moveTo>
                <a:cubicBezTo>
                  <a:pt x="14084" y="2169"/>
                  <a:pt x="12281" y="3812"/>
                  <a:pt x="10569" y="5547"/>
                </a:cubicBezTo>
                <a:lnTo>
                  <a:pt x="9108" y="5547"/>
                </a:lnTo>
                <a:cubicBezTo>
                  <a:pt x="10820" y="3858"/>
                  <a:pt x="12555" y="2169"/>
                  <a:pt x="14290" y="502"/>
                </a:cubicBezTo>
                <a:close/>
                <a:moveTo>
                  <a:pt x="17006" y="502"/>
                </a:moveTo>
                <a:cubicBezTo>
                  <a:pt x="15362" y="2169"/>
                  <a:pt x="13696" y="3858"/>
                  <a:pt x="12053" y="5547"/>
                </a:cubicBezTo>
                <a:lnTo>
                  <a:pt x="10911" y="5547"/>
                </a:lnTo>
                <a:cubicBezTo>
                  <a:pt x="12669" y="3835"/>
                  <a:pt x="14427" y="2169"/>
                  <a:pt x="16184" y="502"/>
                </a:cubicBezTo>
                <a:close/>
                <a:moveTo>
                  <a:pt x="18535" y="502"/>
                </a:moveTo>
                <a:cubicBezTo>
                  <a:pt x="16869" y="2169"/>
                  <a:pt x="15203" y="3858"/>
                  <a:pt x="13536" y="5547"/>
                </a:cubicBezTo>
                <a:lnTo>
                  <a:pt x="12167" y="5547"/>
                </a:lnTo>
                <a:cubicBezTo>
                  <a:pt x="13856" y="3858"/>
                  <a:pt x="15545" y="2169"/>
                  <a:pt x="17257" y="502"/>
                </a:cubicBezTo>
                <a:close/>
                <a:moveTo>
                  <a:pt x="19539" y="502"/>
                </a:moveTo>
                <a:cubicBezTo>
                  <a:pt x="17850" y="2146"/>
                  <a:pt x="16230" y="3835"/>
                  <a:pt x="14632" y="5547"/>
                </a:cubicBezTo>
                <a:lnTo>
                  <a:pt x="13787" y="5547"/>
                </a:lnTo>
                <a:cubicBezTo>
                  <a:pt x="15454" y="3858"/>
                  <a:pt x="17120" y="2169"/>
                  <a:pt x="18786" y="502"/>
                </a:cubicBezTo>
                <a:close/>
                <a:moveTo>
                  <a:pt x="21480" y="502"/>
                </a:moveTo>
                <a:cubicBezTo>
                  <a:pt x="21092" y="867"/>
                  <a:pt x="20704" y="1256"/>
                  <a:pt x="20338" y="1621"/>
                </a:cubicBezTo>
                <a:cubicBezTo>
                  <a:pt x="19014" y="2922"/>
                  <a:pt x="17691" y="4246"/>
                  <a:pt x="16344" y="5547"/>
                </a:cubicBezTo>
                <a:lnTo>
                  <a:pt x="14860" y="5547"/>
                </a:lnTo>
                <a:cubicBezTo>
                  <a:pt x="16207" y="4109"/>
                  <a:pt x="17554" y="2693"/>
                  <a:pt x="18946" y="1324"/>
                </a:cubicBezTo>
                <a:cubicBezTo>
                  <a:pt x="19220" y="1050"/>
                  <a:pt x="19517" y="776"/>
                  <a:pt x="19791" y="502"/>
                </a:cubicBezTo>
                <a:close/>
                <a:moveTo>
                  <a:pt x="23191" y="502"/>
                </a:moveTo>
                <a:cubicBezTo>
                  <a:pt x="22735" y="959"/>
                  <a:pt x="22301" y="1415"/>
                  <a:pt x="21845" y="1895"/>
                </a:cubicBezTo>
                <a:cubicBezTo>
                  <a:pt x="20681" y="3104"/>
                  <a:pt x="19494" y="4337"/>
                  <a:pt x="18284" y="5547"/>
                </a:cubicBezTo>
                <a:lnTo>
                  <a:pt x="16504" y="5547"/>
                </a:lnTo>
                <a:cubicBezTo>
                  <a:pt x="17645" y="4451"/>
                  <a:pt x="18763" y="3378"/>
                  <a:pt x="19859" y="2283"/>
                </a:cubicBezTo>
                <a:cubicBezTo>
                  <a:pt x="20452" y="1689"/>
                  <a:pt x="21046" y="1096"/>
                  <a:pt x="21639" y="502"/>
                </a:cubicBezTo>
                <a:close/>
                <a:moveTo>
                  <a:pt x="25428" y="502"/>
                </a:moveTo>
                <a:cubicBezTo>
                  <a:pt x="24310" y="1644"/>
                  <a:pt x="23169" y="2762"/>
                  <a:pt x="22027" y="3880"/>
                </a:cubicBezTo>
                <a:cubicBezTo>
                  <a:pt x="21457" y="4428"/>
                  <a:pt x="20909" y="4976"/>
                  <a:pt x="20338" y="5547"/>
                </a:cubicBezTo>
                <a:lnTo>
                  <a:pt x="18512" y="5547"/>
                </a:lnTo>
                <a:cubicBezTo>
                  <a:pt x="19654" y="4360"/>
                  <a:pt x="20818" y="3173"/>
                  <a:pt x="21959" y="1986"/>
                </a:cubicBezTo>
                <a:cubicBezTo>
                  <a:pt x="22438" y="1484"/>
                  <a:pt x="22918" y="1004"/>
                  <a:pt x="23420" y="502"/>
                </a:cubicBezTo>
                <a:close/>
                <a:moveTo>
                  <a:pt x="26912" y="502"/>
                </a:moveTo>
                <a:cubicBezTo>
                  <a:pt x="25520" y="1917"/>
                  <a:pt x="24127" y="3310"/>
                  <a:pt x="22689" y="4679"/>
                </a:cubicBezTo>
                <a:cubicBezTo>
                  <a:pt x="22393" y="4976"/>
                  <a:pt x="22096" y="5250"/>
                  <a:pt x="21776" y="5547"/>
                </a:cubicBezTo>
                <a:lnTo>
                  <a:pt x="20589" y="5547"/>
                </a:lnTo>
                <a:cubicBezTo>
                  <a:pt x="22324" y="3858"/>
                  <a:pt x="24036" y="2191"/>
                  <a:pt x="25771" y="502"/>
                </a:cubicBezTo>
                <a:close/>
                <a:moveTo>
                  <a:pt x="27916" y="502"/>
                </a:moveTo>
                <a:cubicBezTo>
                  <a:pt x="26570" y="1826"/>
                  <a:pt x="25246" y="3127"/>
                  <a:pt x="23899" y="4451"/>
                </a:cubicBezTo>
                <a:cubicBezTo>
                  <a:pt x="23534" y="4816"/>
                  <a:pt x="23146" y="5181"/>
                  <a:pt x="22781" y="5547"/>
                </a:cubicBezTo>
                <a:lnTo>
                  <a:pt x="22005" y="5547"/>
                </a:lnTo>
                <a:cubicBezTo>
                  <a:pt x="22073" y="5455"/>
                  <a:pt x="22164" y="5387"/>
                  <a:pt x="22233" y="5318"/>
                </a:cubicBezTo>
                <a:cubicBezTo>
                  <a:pt x="23899" y="3743"/>
                  <a:pt x="25543" y="2123"/>
                  <a:pt x="27186" y="502"/>
                </a:cubicBezTo>
                <a:close/>
                <a:moveTo>
                  <a:pt x="28966" y="502"/>
                </a:moveTo>
                <a:cubicBezTo>
                  <a:pt x="27323" y="2169"/>
                  <a:pt x="25657" y="3858"/>
                  <a:pt x="24036" y="5547"/>
                </a:cubicBezTo>
                <a:lnTo>
                  <a:pt x="22986" y="5547"/>
                </a:lnTo>
                <a:cubicBezTo>
                  <a:pt x="23123" y="5387"/>
                  <a:pt x="23283" y="5250"/>
                  <a:pt x="23420" y="5113"/>
                </a:cubicBezTo>
                <a:cubicBezTo>
                  <a:pt x="24995" y="3561"/>
                  <a:pt x="26570" y="2032"/>
                  <a:pt x="28145" y="502"/>
                </a:cubicBezTo>
                <a:close/>
                <a:moveTo>
                  <a:pt x="30427" y="502"/>
                </a:moveTo>
                <a:cubicBezTo>
                  <a:pt x="28898" y="2009"/>
                  <a:pt x="27369" y="3515"/>
                  <a:pt x="25862" y="5044"/>
                </a:cubicBezTo>
                <a:cubicBezTo>
                  <a:pt x="25702" y="5204"/>
                  <a:pt x="25543" y="5364"/>
                  <a:pt x="25383" y="5547"/>
                </a:cubicBezTo>
                <a:lnTo>
                  <a:pt x="24812" y="5547"/>
                </a:lnTo>
                <a:cubicBezTo>
                  <a:pt x="26456" y="3858"/>
                  <a:pt x="28099" y="2191"/>
                  <a:pt x="29742" y="502"/>
                </a:cubicBezTo>
                <a:close/>
                <a:moveTo>
                  <a:pt x="31934" y="502"/>
                </a:moveTo>
                <a:cubicBezTo>
                  <a:pt x="30267" y="2191"/>
                  <a:pt x="28578" y="3858"/>
                  <a:pt x="26912" y="5547"/>
                </a:cubicBezTo>
                <a:lnTo>
                  <a:pt x="25611" y="5547"/>
                </a:lnTo>
                <a:cubicBezTo>
                  <a:pt x="25748" y="5410"/>
                  <a:pt x="25862" y="5296"/>
                  <a:pt x="25976" y="5159"/>
                </a:cubicBezTo>
                <a:cubicBezTo>
                  <a:pt x="27528" y="3584"/>
                  <a:pt x="29126" y="2032"/>
                  <a:pt x="30747" y="502"/>
                </a:cubicBezTo>
                <a:close/>
                <a:moveTo>
                  <a:pt x="34056" y="502"/>
                </a:moveTo>
                <a:cubicBezTo>
                  <a:pt x="32299" y="2191"/>
                  <a:pt x="30518" y="3858"/>
                  <a:pt x="28761" y="5547"/>
                </a:cubicBezTo>
                <a:lnTo>
                  <a:pt x="27232" y="5547"/>
                </a:lnTo>
                <a:cubicBezTo>
                  <a:pt x="28943" y="3858"/>
                  <a:pt x="30678" y="2191"/>
                  <a:pt x="32390" y="502"/>
                </a:cubicBezTo>
                <a:close/>
                <a:moveTo>
                  <a:pt x="35517" y="502"/>
                </a:moveTo>
                <a:cubicBezTo>
                  <a:pt x="33805" y="2191"/>
                  <a:pt x="32071" y="3880"/>
                  <a:pt x="30336" y="5547"/>
                </a:cubicBezTo>
                <a:lnTo>
                  <a:pt x="28966" y="5547"/>
                </a:lnTo>
                <a:cubicBezTo>
                  <a:pt x="30724" y="3858"/>
                  <a:pt x="32504" y="2191"/>
                  <a:pt x="34285" y="502"/>
                </a:cubicBezTo>
                <a:close/>
                <a:moveTo>
                  <a:pt x="37686" y="502"/>
                </a:moveTo>
                <a:cubicBezTo>
                  <a:pt x="35996" y="2169"/>
                  <a:pt x="34307" y="3858"/>
                  <a:pt x="32618" y="5547"/>
                </a:cubicBezTo>
                <a:lnTo>
                  <a:pt x="30587" y="5547"/>
                </a:lnTo>
                <a:cubicBezTo>
                  <a:pt x="32322" y="3880"/>
                  <a:pt x="34056" y="2191"/>
                  <a:pt x="35768" y="502"/>
                </a:cubicBezTo>
                <a:close/>
                <a:moveTo>
                  <a:pt x="39032" y="502"/>
                </a:moveTo>
                <a:cubicBezTo>
                  <a:pt x="38987" y="571"/>
                  <a:pt x="38918" y="616"/>
                  <a:pt x="38872" y="685"/>
                </a:cubicBezTo>
                <a:cubicBezTo>
                  <a:pt x="37252" y="2305"/>
                  <a:pt x="35631" y="3926"/>
                  <a:pt x="34011" y="5547"/>
                </a:cubicBezTo>
                <a:lnTo>
                  <a:pt x="32847" y="5547"/>
                </a:lnTo>
                <a:cubicBezTo>
                  <a:pt x="34559" y="3858"/>
                  <a:pt x="36270" y="2169"/>
                  <a:pt x="37982" y="502"/>
                </a:cubicBezTo>
                <a:close/>
                <a:moveTo>
                  <a:pt x="40470" y="502"/>
                </a:moveTo>
                <a:cubicBezTo>
                  <a:pt x="39763" y="1278"/>
                  <a:pt x="39032" y="2032"/>
                  <a:pt x="38302" y="2785"/>
                </a:cubicBezTo>
                <a:cubicBezTo>
                  <a:pt x="37389" y="3698"/>
                  <a:pt x="36476" y="4611"/>
                  <a:pt x="35563" y="5547"/>
                </a:cubicBezTo>
                <a:lnTo>
                  <a:pt x="34285" y="5547"/>
                </a:lnTo>
                <a:cubicBezTo>
                  <a:pt x="35860" y="3972"/>
                  <a:pt x="37434" y="2397"/>
                  <a:pt x="39009" y="822"/>
                </a:cubicBezTo>
                <a:cubicBezTo>
                  <a:pt x="39124" y="708"/>
                  <a:pt x="39215" y="616"/>
                  <a:pt x="39306" y="502"/>
                </a:cubicBezTo>
                <a:close/>
                <a:moveTo>
                  <a:pt x="41566" y="502"/>
                </a:moveTo>
                <a:cubicBezTo>
                  <a:pt x="39831" y="2191"/>
                  <a:pt x="38096" y="3858"/>
                  <a:pt x="36362" y="5547"/>
                </a:cubicBezTo>
                <a:lnTo>
                  <a:pt x="35700" y="5547"/>
                </a:lnTo>
                <a:cubicBezTo>
                  <a:pt x="37320" y="3858"/>
                  <a:pt x="38964" y="2169"/>
                  <a:pt x="40607" y="502"/>
                </a:cubicBezTo>
                <a:close/>
                <a:moveTo>
                  <a:pt x="43643" y="502"/>
                </a:moveTo>
                <a:cubicBezTo>
                  <a:pt x="41931" y="2191"/>
                  <a:pt x="40242" y="3858"/>
                  <a:pt x="38553" y="5547"/>
                </a:cubicBezTo>
                <a:lnTo>
                  <a:pt x="36955" y="5547"/>
                </a:lnTo>
                <a:cubicBezTo>
                  <a:pt x="38644" y="3858"/>
                  <a:pt x="40310" y="2191"/>
                  <a:pt x="41977" y="502"/>
                </a:cubicBezTo>
                <a:close/>
                <a:moveTo>
                  <a:pt x="44944" y="502"/>
                </a:moveTo>
                <a:cubicBezTo>
                  <a:pt x="43323" y="2214"/>
                  <a:pt x="41634" y="3880"/>
                  <a:pt x="39945" y="5547"/>
                </a:cubicBezTo>
                <a:lnTo>
                  <a:pt x="38781" y="5547"/>
                </a:lnTo>
                <a:cubicBezTo>
                  <a:pt x="40516" y="3880"/>
                  <a:pt x="42205" y="2191"/>
                  <a:pt x="43917" y="502"/>
                </a:cubicBezTo>
                <a:close/>
                <a:moveTo>
                  <a:pt x="45834" y="502"/>
                </a:moveTo>
                <a:cubicBezTo>
                  <a:pt x="44739" y="1735"/>
                  <a:pt x="43643" y="2990"/>
                  <a:pt x="42525" y="4200"/>
                </a:cubicBezTo>
                <a:cubicBezTo>
                  <a:pt x="42114" y="4656"/>
                  <a:pt x="41680" y="5090"/>
                  <a:pt x="41246" y="5547"/>
                </a:cubicBezTo>
                <a:lnTo>
                  <a:pt x="40402" y="5547"/>
                </a:lnTo>
                <a:cubicBezTo>
                  <a:pt x="42091" y="3903"/>
                  <a:pt x="43734" y="2214"/>
                  <a:pt x="45332" y="502"/>
                </a:cubicBezTo>
                <a:close/>
                <a:moveTo>
                  <a:pt x="46610" y="502"/>
                </a:moveTo>
                <a:lnTo>
                  <a:pt x="46793" y="731"/>
                </a:lnTo>
                <a:cubicBezTo>
                  <a:pt x="45629" y="2077"/>
                  <a:pt x="44510" y="3447"/>
                  <a:pt x="43301" y="4702"/>
                </a:cubicBezTo>
                <a:cubicBezTo>
                  <a:pt x="43027" y="4976"/>
                  <a:pt x="42753" y="5273"/>
                  <a:pt x="42479" y="5547"/>
                </a:cubicBezTo>
                <a:lnTo>
                  <a:pt x="41406" y="5547"/>
                </a:lnTo>
                <a:cubicBezTo>
                  <a:pt x="42981" y="3880"/>
                  <a:pt x="44533" y="2191"/>
                  <a:pt x="46108" y="502"/>
                </a:cubicBezTo>
                <a:close/>
                <a:moveTo>
                  <a:pt x="46930" y="913"/>
                </a:moveTo>
                <a:lnTo>
                  <a:pt x="47386" y="1484"/>
                </a:lnTo>
                <a:cubicBezTo>
                  <a:pt x="46062" y="2808"/>
                  <a:pt x="44784" y="4177"/>
                  <a:pt x="43483" y="5547"/>
                </a:cubicBezTo>
                <a:lnTo>
                  <a:pt x="42707" y="5547"/>
                </a:lnTo>
                <a:cubicBezTo>
                  <a:pt x="42935" y="5296"/>
                  <a:pt x="43186" y="5067"/>
                  <a:pt x="43415" y="4839"/>
                </a:cubicBezTo>
                <a:cubicBezTo>
                  <a:pt x="44647" y="3584"/>
                  <a:pt x="45789" y="2237"/>
                  <a:pt x="46930" y="913"/>
                </a:cubicBezTo>
                <a:close/>
                <a:moveTo>
                  <a:pt x="47523" y="1644"/>
                </a:moveTo>
                <a:lnTo>
                  <a:pt x="48162" y="2488"/>
                </a:lnTo>
                <a:cubicBezTo>
                  <a:pt x="47295" y="3515"/>
                  <a:pt x="46382" y="4542"/>
                  <a:pt x="45469" y="5547"/>
                </a:cubicBezTo>
                <a:lnTo>
                  <a:pt x="43803" y="5547"/>
                </a:lnTo>
                <a:cubicBezTo>
                  <a:pt x="45035" y="4246"/>
                  <a:pt x="46268" y="2945"/>
                  <a:pt x="47523" y="1644"/>
                </a:cubicBezTo>
                <a:close/>
                <a:moveTo>
                  <a:pt x="48277" y="2625"/>
                </a:moveTo>
                <a:lnTo>
                  <a:pt x="48550" y="2967"/>
                </a:lnTo>
                <a:lnTo>
                  <a:pt x="46610" y="5547"/>
                </a:lnTo>
                <a:lnTo>
                  <a:pt x="45743" y="5547"/>
                </a:lnTo>
                <a:cubicBezTo>
                  <a:pt x="46610" y="4588"/>
                  <a:pt x="47455" y="3607"/>
                  <a:pt x="48277" y="2625"/>
                </a:cubicBezTo>
                <a:close/>
                <a:moveTo>
                  <a:pt x="1" y="0"/>
                </a:moveTo>
                <a:lnTo>
                  <a:pt x="2398" y="3013"/>
                </a:lnTo>
                <a:lnTo>
                  <a:pt x="1" y="6026"/>
                </a:lnTo>
                <a:lnTo>
                  <a:pt x="46861" y="6026"/>
                </a:lnTo>
                <a:lnTo>
                  <a:pt x="49167" y="2967"/>
                </a:lnTo>
                <a:lnTo>
                  <a:pt x="4686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1" name="Google Shape;10871;p9"/>
          <p:cNvSpPr/>
          <p:nvPr/>
        </p:nvSpPr>
        <p:spPr>
          <a:xfrm>
            <a:off x="3582492" y="3376628"/>
            <a:ext cx="1229175" cy="298166"/>
          </a:xfrm>
          <a:custGeom>
            <a:rect b="b" l="l" r="r" t="t"/>
            <a:pathLst>
              <a:path extrusionOk="0" h="6026" w="49167">
                <a:moveTo>
                  <a:pt x="2055" y="502"/>
                </a:moveTo>
                <a:cubicBezTo>
                  <a:pt x="1849" y="685"/>
                  <a:pt x="1667" y="867"/>
                  <a:pt x="1461" y="1073"/>
                </a:cubicBezTo>
                <a:lnTo>
                  <a:pt x="1027" y="502"/>
                </a:lnTo>
                <a:close/>
                <a:moveTo>
                  <a:pt x="3264" y="502"/>
                </a:moveTo>
                <a:cubicBezTo>
                  <a:pt x="2853" y="913"/>
                  <a:pt x="2443" y="1347"/>
                  <a:pt x="2032" y="1758"/>
                </a:cubicBezTo>
                <a:lnTo>
                  <a:pt x="1575" y="1187"/>
                </a:lnTo>
                <a:cubicBezTo>
                  <a:pt x="1804" y="959"/>
                  <a:pt x="2055" y="731"/>
                  <a:pt x="2283" y="502"/>
                </a:cubicBezTo>
                <a:close/>
                <a:moveTo>
                  <a:pt x="4771" y="502"/>
                </a:moveTo>
                <a:cubicBezTo>
                  <a:pt x="4063" y="1187"/>
                  <a:pt x="3378" y="1895"/>
                  <a:pt x="2694" y="2579"/>
                </a:cubicBezTo>
                <a:lnTo>
                  <a:pt x="2237" y="2032"/>
                </a:lnTo>
                <a:cubicBezTo>
                  <a:pt x="2739" y="1529"/>
                  <a:pt x="3242" y="1004"/>
                  <a:pt x="3744" y="502"/>
                </a:cubicBezTo>
                <a:close/>
                <a:moveTo>
                  <a:pt x="6163" y="502"/>
                </a:moveTo>
                <a:cubicBezTo>
                  <a:pt x="4497" y="2169"/>
                  <a:pt x="2853" y="3835"/>
                  <a:pt x="1210" y="5547"/>
                </a:cubicBezTo>
                <a:lnTo>
                  <a:pt x="1027" y="5547"/>
                </a:lnTo>
                <a:lnTo>
                  <a:pt x="3036" y="3013"/>
                </a:lnTo>
                <a:lnTo>
                  <a:pt x="2853" y="2785"/>
                </a:lnTo>
                <a:cubicBezTo>
                  <a:pt x="3607" y="2032"/>
                  <a:pt x="4360" y="1256"/>
                  <a:pt x="5136" y="502"/>
                </a:cubicBezTo>
                <a:close/>
                <a:moveTo>
                  <a:pt x="7555" y="502"/>
                </a:moveTo>
                <a:cubicBezTo>
                  <a:pt x="5844" y="2169"/>
                  <a:pt x="4109" y="3858"/>
                  <a:pt x="2397" y="5547"/>
                </a:cubicBezTo>
                <a:lnTo>
                  <a:pt x="1598" y="5547"/>
                </a:lnTo>
                <a:cubicBezTo>
                  <a:pt x="3356" y="3880"/>
                  <a:pt x="5090" y="2191"/>
                  <a:pt x="6848" y="502"/>
                </a:cubicBezTo>
                <a:close/>
                <a:moveTo>
                  <a:pt x="8628" y="502"/>
                </a:moveTo>
                <a:cubicBezTo>
                  <a:pt x="6985" y="2169"/>
                  <a:pt x="5364" y="3835"/>
                  <a:pt x="3766" y="5547"/>
                </a:cubicBezTo>
                <a:lnTo>
                  <a:pt x="2648" y="5547"/>
                </a:lnTo>
                <a:cubicBezTo>
                  <a:pt x="4383" y="3858"/>
                  <a:pt x="6095" y="2191"/>
                  <a:pt x="7807" y="502"/>
                </a:cubicBezTo>
                <a:close/>
                <a:moveTo>
                  <a:pt x="9998" y="502"/>
                </a:moveTo>
                <a:cubicBezTo>
                  <a:pt x="8332" y="2169"/>
                  <a:pt x="6688" y="3835"/>
                  <a:pt x="5068" y="5547"/>
                </a:cubicBezTo>
                <a:lnTo>
                  <a:pt x="4155" y="5547"/>
                </a:lnTo>
                <a:cubicBezTo>
                  <a:pt x="5752" y="3858"/>
                  <a:pt x="7350" y="2169"/>
                  <a:pt x="8948" y="502"/>
                </a:cubicBezTo>
                <a:close/>
                <a:moveTo>
                  <a:pt x="12326" y="502"/>
                </a:moveTo>
                <a:cubicBezTo>
                  <a:pt x="10568" y="2191"/>
                  <a:pt x="8788" y="3858"/>
                  <a:pt x="7031" y="5547"/>
                </a:cubicBezTo>
                <a:lnTo>
                  <a:pt x="5456" y="5547"/>
                </a:lnTo>
                <a:cubicBezTo>
                  <a:pt x="7076" y="3835"/>
                  <a:pt x="8720" y="2169"/>
                  <a:pt x="10363" y="502"/>
                </a:cubicBezTo>
                <a:close/>
                <a:moveTo>
                  <a:pt x="14106" y="502"/>
                </a:moveTo>
                <a:cubicBezTo>
                  <a:pt x="12349" y="2191"/>
                  <a:pt x="10568" y="3858"/>
                  <a:pt x="8811" y="5547"/>
                </a:cubicBezTo>
                <a:lnTo>
                  <a:pt x="7396" y="5547"/>
                </a:lnTo>
                <a:cubicBezTo>
                  <a:pt x="9108" y="3858"/>
                  <a:pt x="10842" y="2191"/>
                  <a:pt x="12554" y="502"/>
                </a:cubicBezTo>
                <a:close/>
                <a:moveTo>
                  <a:pt x="15864" y="502"/>
                </a:moveTo>
                <a:cubicBezTo>
                  <a:pt x="14084" y="2169"/>
                  <a:pt x="12280" y="3812"/>
                  <a:pt x="10568" y="5547"/>
                </a:cubicBezTo>
                <a:lnTo>
                  <a:pt x="9085" y="5547"/>
                </a:lnTo>
                <a:cubicBezTo>
                  <a:pt x="10820" y="3858"/>
                  <a:pt x="12554" y="2169"/>
                  <a:pt x="14289" y="502"/>
                </a:cubicBezTo>
                <a:close/>
                <a:moveTo>
                  <a:pt x="17005" y="502"/>
                </a:moveTo>
                <a:cubicBezTo>
                  <a:pt x="15339" y="2169"/>
                  <a:pt x="13695" y="3858"/>
                  <a:pt x="12052" y="5547"/>
                </a:cubicBezTo>
                <a:lnTo>
                  <a:pt x="10911" y="5547"/>
                </a:lnTo>
                <a:cubicBezTo>
                  <a:pt x="12646" y="3835"/>
                  <a:pt x="14403" y="2169"/>
                  <a:pt x="16161" y="502"/>
                </a:cubicBezTo>
                <a:close/>
                <a:moveTo>
                  <a:pt x="18534" y="502"/>
                </a:moveTo>
                <a:cubicBezTo>
                  <a:pt x="16868" y="2169"/>
                  <a:pt x="15202" y="3858"/>
                  <a:pt x="13536" y="5547"/>
                </a:cubicBezTo>
                <a:lnTo>
                  <a:pt x="12166" y="5547"/>
                </a:lnTo>
                <a:cubicBezTo>
                  <a:pt x="13832" y="3858"/>
                  <a:pt x="15544" y="2169"/>
                  <a:pt x="17233" y="502"/>
                </a:cubicBezTo>
                <a:close/>
                <a:moveTo>
                  <a:pt x="19539" y="502"/>
                </a:moveTo>
                <a:cubicBezTo>
                  <a:pt x="17850" y="2146"/>
                  <a:pt x="16229" y="3835"/>
                  <a:pt x="14631" y="5547"/>
                </a:cubicBezTo>
                <a:lnTo>
                  <a:pt x="13787" y="5547"/>
                </a:lnTo>
                <a:cubicBezTo>
                  <a:pt x="15453" y="3858"/>
                  <a:pt x="17096" y="2169"/>
                  <a:pt x="18786" y="502"/>
                </a:cubicBezTo>
                <a:close/>
                <a:moveTo>
                  <a:pt x="21479" y="502"/>
                </a:moveTo>
                <a:cubicBezTo>
                  <a:pt x="21091" y="867"/>
                  <a:pt x="20703" y="1256"/>
                  <a:pt x="20315" y="1621"/>
                </a:cubicBezTo>
                <a:cubicBezTo>
                  <a:pt x="19014" y="2922"/>
                  <a:pt x="17667" y="4246"/>
                  <a:pt x="16343" y="5547"/>
                </a:cubicBezTo>
                <a:lnTo>
                  <a:pt x="14860" y="5547"/>
                </a:lnTo>
                <a:cubicBezTo>
                  <a:pt x="16206" y="4109"/>
                  <a:pt x="17553" y="2693"/>
                  <a:pt x="18945" y="1324"/>
                </a:cubicBezTo>
                <a:cubicBezTo>
                  <a:pt x="19219" y="1050"/>
                  <a:pt x="19516" y="776"/>
                  <a:pt x="19790" y="502"/>
                </a:cubicBezTo>
                <a:close/>
                <a:moveTo>
                  <a:pt x="23191" y="502"/>
                </a:moveTo>
                <a:cubicBezTo>
                  <a:pt x="22734" y="959"/>
                  <a:pt x="22278" y="1415"/>
                  <a:pt x="21844" y="1895"/>
                </a:cubicBezTo>
                <a:cubicBezTo>
                  <a:pt x="20657" y="3104"/>
                  <a:pt x="19470" y="4337"/>
                  <a:pt x="18283" y="5547"/>
                </a:cubicBezTo>
                <a:lnTo>
                  <a:pt x="16503" y="5547"/>
                </a:lnTo>
                <a:cubicBezTo>
                  <a:pt x="17621" y="4451"/>
                  <a:pt x="18763" y="3378"/>
                  <a:pt x="19858" y="2283"/>
                </a:cubicBezTo>
                <a:cubicBezTo>
                  <a:pt x="20452" y="1689"/>
                  <a:pt x="21045" y="1096"/>
                  <a:pt x="21639" y="502"/>
                </a:cubicBezTo>
                <a:close/>
                <a:moveTo>
                  <a:pt x="25428" y="502"/>
                </a:moveTo>
                <a:cubicBezTo>
                  <a:pt x="24309" y="1644"/>
                  <a:pt x="23168" y="2762"/>
                  <a:pt x="22027" y="3880"/>
                </a:cubicBezTo>
                <a:cubicBezTo>
                  <a:pt x="21456" y="4428"/>
                  <a:pt x="20885" y="4976"/>
                  <a:pt x="20338" y="5547"/>
                </a:cubicBezTo>
                <a:lnTo>
                  <a:pt x="18512" y="5547"/>
                </a:lnTo>
                <a:cubicBezTo>
                  <a:pt x="19653" y="4360"/>
                  <a:pt x="20817" y="3173"/>
                  <a:pt x="21935" y="1986"/>
                </a:cubicBezTo>
                <a:cubicBezTo>
                  <a:pt x="22415" y="1484"/>
                  <a:pt x="22917" y="1004"/>
                  <a:pt x="23419" y="502"/>
                </a:cubicBezTo>
                <a:close/>
                <a:moveTo>
                  <a:pt x="26889" y="502"/>
                </a:moveTo>
                <a:cubicBezTo>
                  <a:pt x="25519" y="1917"/>
                  <a:pt x="24127" y="3310"/>
                  <a:pt x="22689" y="4679"/>
                </a:cubicBezTo>
                <a:cubicBezTo>
                  <a:pt x="22392" y="4976"/>
                  <a:pt x="22072" y="5250"/>
                  <a:pt x="21776" y="5547"/>
                </a:cubicBezTo>
                <a:lnTo>
                  <a:pt x="20589" y="5547"/>
                </a:lnTo>
                <a:cubicBezTo>
                  <a:pt x="22323" y="3858"/>
                  <a:pt x="24035" y="2191"/>
                  <a:pt x="25770" y="502"/>
                </a:cubicBezTo>
                <a:close/>
                <a:moveTo>
                  <a:pt x="27916" y="502"/>
                </a:moveTo>
                <a:cubicBezTo>
                  <a:pt x="26569" y="1826"/>
                  <a:pt x="25245" y="3127"/>
                  <a:pt x="23898" y="4451"/>
                </a:cubicBezTo>
                <a:cubicBezTo>
                  <a:pt x="23533" y="4816"/>
                  <a:pt x="23145" y="5181"/>
                  <a:pt x="22780" y="5547"/>
                </a:cubicBezTo>
                <a:lnTo>
                  <a:pt x="22004" y="5547"/>
                </a:lnTo>
                <a:cubicBezTo>
                  <a:pt x="22072" y="5455"/>
                  <a:pt x="22141" y="5387"/>
                  <a:pt x="22232" y="5318"/>
                </a:cubicBezTo>
                <a:cubicBezTo>
                  <a:pt x="23898" y="3743"/>
                  <a:pt x="25542" y="2123"/>
                  <a:pt x="27162" y="502"/>
                </a:cubicBezTo>
                <a:close/>
                <a:moveTo>
                  <a:pt x="28966" y="502"/>
                </a:moveTo>
                <a:cubicBezTo>
                  <a:pt x="27299" y="2169"/>
                  <a:pt x="25656" y="3858"/>
                  <a:pt x="24013" y="5547"/>
                </a:cubicBezTo>
                <a:lnTo>
                  <a:pt x="22985" y="5547"/>
                </a:lnTo>
                <a:cubicBezTo>
                  <a:pt x="23122" y="5387"/>
                  <a:pt x="23282" y="5250"/>
                  <a:pt x="23419" y="5113"/>
                </a:cubicBezTo>
                <a:cubicBezTo>
                  <a:pt x="24994" y="3561"/>
                  <a:pt x="26569" y="2032"/>
                  <a:pt x="28144" y="502"/>
                </a:cubicBezTo>
                <a:close/>
                <a:moveTo>
                  <a:pt x="30426" y="502"/>
                </a:moveTo>
                <a:cubicBezTo>
                  <a:pt x="28897" y="2009"/>
                  <a:pt x="27345" y="3515"/>
                  <a:pt x="25861" y="5044"/>
                </a:cubicBezTo>
                <a:cubicBezTo>
                  <a:pt x="25702" y="5204"/>
                  <a:pt x="25542" y="5364"/>
                  <a:pt x="25382" y="5547"/>
                </a:cubicBezTo>
                <a:lnTo>
                  <a:pt x="24789" y="5547"/>
                </a:lnTo>
                <a:cubicBezTo>
                  <a:pt x="26455" y="3858"/>
                  <a:pt x="28098" y="2191"/>
                  <a:pt x="29719" y="502"/>
                </a:cubicBezTo>
                <a:close/>
                <a:moveTo>
                  <a:pt x="31933" y="502"/>
                </a:moveTo>
                <a:cubicBezTo>
                  <a:pt x="30244" y="2191"/>
                  <a:pt x="28578" y="3858"/>
                  <a:pt x="26911" y="5547"/>
                </a:cubicBezTo>
                <a:lnTo>
                  <a:pt x="25610" y="5547"/>
                </a:lnTo>
                <a:cubicBezTo>
                  <a:pt x="25724" y="5410"/>
                  <a:pt x="25861" y="5296"/>
                  <a:pt x="25976" y="5159"/>
                </a:cubicBezTo>
                <a:cubicBezTo>
                  <a:pt x="27528" y="3584"/>
                  <a:pt x="29125" y="2032"/>
                  <a:pt x="30723" y="502"/>
                </a:cubicBezTo>
                <a:close/>
                <a:moveTo>
                  <a:pt x="34056" y="502"/>
                </a:moveTo>
                <a:cubicBezTo>
                  <a:pt x="32298" y="2191"/>
                  <a:pt x="30518" y="3858"/>
                  <a:pt x="28760" y="5547"/>
                </a:cubicBezTo>
                <a:lnTo>
                  <a:pt x="27231" y="5547"/>
                </a:lnTo>
                <a:cubicBezTo>
                  <a:pt x="28943" y="3858"/>
                  <a:pt x="30678" y="2191"/>
                  <a:pt x="32389" y="502"/>
                </a:cubicBezTo>
                <a:close/>
                <a:moveTo>
                  <a:pt x="35516" y="502"/>
                </a:moveTo>
                <a:cubicBezTo>
                  <a:pt x="33805" y="2191"/>
                  <a:pt x="32070" y="3880"/>
                  <a:pt x="30335" y="5547"/>
                </a:cubicBezTo>
                <a:lnTo>
                  <a:pt x="28966" y="5547"/>
                </a:lnTo>
                <a:cubicBezTo>
                  <a:pt x="30723" y="3858"/>
                  <a:pt x="32504" y="2191"/>
                  <a:pt x="34284" y="502"/>
                </a:cubicBezTo>
                <a:close/>
                <a:moveTo>
                  <a:pt x="37685" y="502"/>
                </a:moveTo>
                <a:cubicBezTo>
                  <a:pt x="35996" y="2169"/>
                  <a:pt x="34307" y="3858"/>
                  <a:pt x="32618" y="5547"/>
                </a:cubicBezTo>
                <a:lnTo>
                  <a:pt x="30563" y="5547"/>
                </a:lnTo>
                <a:cubicBezTo>
                  <a:pt x="32321" y="3880"/>
                  <a:pt x="34033" y="2191"/>
                  <a:pt x="35768" y="502"/>
                </a:cubicBezTo>
                <a:close/>
                <a:moveTo>
                  <a:pt x="39032" y="502"/>
                </a:moveTo>
                <a:cubicBezTo>
                  <a:pt x="38986" y="571"/>
                  <a:pt x="38917" y="616"/>
                  <a:pt x="38872" y="685"/>
                </a:cubicBezTo>
                <a:cubicBezTo>
                  <a:pt x="37251" y="2305"/>
                  <a:pt x="35631" y="3926"/>
                  <a:pt x="33987" y="5547"/>
                </a:cubicBezTo>
                <a:lnTo>
                  <a:pt x="32846" y="5547"/>
                </a:lnTo>
                <a:cubicBezTo>
                  <a:pt x="34558" y="3858"/>
                  <a:pt x="36270" y="2169"/>
                  <a:pt x="37959" y="502"/>
                </a:cubicBezTo>
                <a:close/>
                <a:moveTo>
                  <a:pt x="40470" y="502"/>
                </a:moveTo>
                <a:cubicBezTo>
                  <a:pt x="39762" y="1278"/>
                  <a:pt x="39032" y="2032"/>
                  <a:pt x="38301" y="2785"/>
                </a:cubicBezTo>
                <a:cubicBezTo>
                  <a:pt x="37388" y="3698"/>
                  <a:pt x="36475" y="4611"/>
                  <a:pt x="35562" y="5547"/>
                </a:cubicBezTo>
                <a:lnTo>
                  <a:pt x="34284" y="5547"/>
                </a:lnTo>
                <a:cubicBezTo>
                  <a:pt x="35859" y="3972"/>
                  <a:pt x="37434" y="2397"/>
                  <a:pt x="39009" y="822"/>
                </a:cubicBezTo>
                <a:cubicBezTo>
                  <a:pt x="39100" y="708"/>
                  <a:pt x="39214" y="616"/>
                  <a:pt x="39305" y="502"/>
                </a:cubicBezTo>
                <a:close/>
                <a:moveTo>
                  <a:pt x="41565" y="502"/>
                </a:moveTo>
                <a:cubicBezTo>
                  <a:pt x="39830" y="2191"/>
                  <a:pt x="38096" y="3858"/>
                  <a:pt x="36361" y="5547"/>
                </a:cubicBezTo>
                <a:lnTo>
                  <a:pt x="35699" y="5547"/>
                </a:lnTo>
                <a:cubicBezTo>
                  <a:pt x="37320" y="3858"/>
                  <a:pt x="38963" y="2169"/>
                  <a:pt x="40607" y="502"/>
                </a:cubicBezTo>
                <a:close/>
                <a:moveTo>
                  <a:pt x="43619" y="502"/>
                </a:moveTo>
                <a:cubicBezTo>
                  <a:pt x="41930" y="2191"/>
                  <a:pt x="40241" y="3858"/>
                  <a:pt x="38529" y="5547"/>
                </a:cubicBezTo>
                <a:lnTo>
                  <a:pt x="36954" y="5547"/>
                </a:lnTo>
                <a:cubicBezTo>
                  <a:pt x="38644" y="3858"/>
                  <a:pt x="40310" y="2191"/>
                  <a:pt x="41976" y="502"/>
                </a:cubicBezTo>
                <a:close/>
                <a:moveTo>
                  <a:pt x="44943" y="502"/>
                </a:moveTo>
                <a:cubicBezTo>
                  <a:pt x="43323" y="2214"/>
                  <a:pt x="41634" y="3880"/>
                  <a:pt x="39945" y="5547"/>
                </a:cubicBezTo>
                <a:lnTo>
                  <a:pt x="38781" y="5547"/>
                </a:lnTo>
                <a:cubicBezTo>
                  <a:pt x="40492" y="3880"/>
                  <a:pt x="42204" y="2191"/>
                  <a:pt x="43916" y="502"/>
                </a:cubicBezTo>
                <a:close/>
                <a:moveTo>
                  <a:pt x="45834" y="502"/>
                </a:moveTo>
                <a:cubicBezTo>
                  <a:pt x="44738" y="1735"/>
                  <a:pt x="43642" y="2990"/>
                  <a:pt x="42524" y="4200"/>
                </a:cubicBezTo>
                <a:cubicBezTo>
                  <a:pt x="42113" y="4656"/>
                  <a:pt x="41679" y="5090"/>
                  <a:pt x="41246" y="5547"/>
                </a:cubicBezTo>
                <a:lnTo>
                  <a:pt x="40401" y="5547"/>
                </a:lnTo>
                <a:cubicBezTo>
                  <a:pt x="42067" y="3903"/>
                  <a:pt x="43734" y="2214"/>
                  <a:pt x="45331" y="502"/>
                </a:cubicBezTo>
                <a:close/>
                <a:moveTo>
                  <a:pt x="46610" y="502"/>
                </a:moveTo>
                <a:lnTo>
                  <a:pt x="46792" y="731"/>
                </a:lnTo>
                <a:cubicBezTo>
                  <a:pt x="45628" y="2077"/>
                  <a:pt x="44487" y="3447"/>
                  <a:pt x="43277" y="4702"/>
                </a:cubicBezTo>
                <a:cubicBezTo>
                  <a:pt x="43026" y="4976"/>
                  <a:pt x="42752" y="5273"/>
                  <a:pt x="42478" y="5547"/>
                </a:cubicBezTo>
                <a:lnTo>
                  <a:pt x="41405" y="5547"/>
                </a:lnTo>
                <a:cubicBezTo>
                  <a:pt x="42980" y="3880"/>
                  <a:pt x="44532" y="2191"/>
                  <a:pt x="46107" y="502"/>
                </a:cubicBezTo>
                <a:close/>
                <a:moveTo>
                  <a:pt x="46929" y="913"/>
                </a:moveTo>
                <a:lnTo>
                  <a:pt x="47386" y="1484"/>
                </a:lnTo>
                <a:cubicBezTo>
                  <a:pt x="46062" y="2808"/>
                  <a:pt x="44784" y="4177"/>
                  <a:pt x="43483" y="5547"/>
                </a:cubicBezTo>
                <a:lnTo>
                  <a:pt x="42706" y="5547"/>
                </a:lnTo>
                <a:cubicBezTo>
                  <a:pt x="42935" y="5296"/>
                  <a:pt x="43186" y="5067"/>
                  <a:pt x="43414" y="4839"/>
                </a:cubicBezTo>
                <a:cubicBezTo>
                  <a:pt x="44647" y="3584"/>
                  <a:pt x="45788" y="2237"/>
                  <a:pt x="46929" y="913"/>
                </a:cubicBezTo>
                <a:close/>
                <a:moveTo>
                  <a:pt x="47523" y="1644"/>
                </a:moveTo>
                <a:lnTo>
                  <a:pt x="48162" y="2488"/>
                </a:lnTo>
                <a:cubicBezTo>
                  <a:pt x="47294" y="3515"/>
                  <a:pt x="46381" y="4542"/>
                  <a:pt x="45468" y="5547"/>
                </a:cubicBezTo>
                <a:lnTo>
                  <a:pt x="43802" y="5547"/>
                </a:lnTo>
                <a:cubicBezTo>
                  <a:pt x="45035" y="4246"/>
                  <a:pt x="46267" y="2945"/>
                  <a:pt x="47523" y="1644"/>
                </a:cubicBezTo>
                <a:close/>
                <a:moveTo>
                  <a:pt x="48276" y="2625"/>
                </a:moveTo>
                <a:lnTo>
                  <a:pt x="48550" y="2967"/>
                </a:lnTo>
                <a:lnTo>
                  <a:pt x="46610" y="5547"/>
                </a:lnTo>
                <a:lnTo>
                  <a:pt x="45742" y="5547"/>
                </a:lnTo>
                <a:cubicBezTo>
                  <a:pt x="46610" y="4588"/>
                  <a:pt x="47454" y="3607"/>
                  <a:pt x="48276" y="2625"/>
                </a:cubicBezTo>
                <a:close/>
                <a:moveTo>
                  <a:pt x="0" y="0"/>
                </a:moveTo>
                <a:lnTo>
                  <a:pt x="2397" y="3013"/>
                </a:lnTo>
                <a:lnTo>
                  <a:pt x="0" y="6026"/>
                </a:lnTo>
                <a:lnTo>
                  <a:pt x="46861" y="6026"/>
                </a:lnTo>
                <a:lnTo>
                  <a:pt x="49166" y="2967"/>
                </a:lnTo>
                <a:lnTo>
                  <a:pt x="4686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2" name="Google Shape;10872;p9"/>
          <p:cNvSpPr/>
          <p:nvPr/>
        </p:nvSpPr>
        <p:spPr>
          <a:xfrm>
            <a:off x="2349917" y="3376628"/>
            <a:ext cx="1229175" cy="298166"/>
          </a:xfrm>
          <a:custGeom>
            <a:rect b="b" l="l" r="r" t="t"/>
            <a:pathLst>
              <a:path extrusionOk="0" h="6026" w="49167">
                <a:moveTo>
                  <a:pt x="2055" y="502"/>
                </a:moveTo>
                <a:cubicBezTo>
                  <a:pt x="1872" y="685"/>
                  <a:pt x="1667" y="867"/>
                  <a:pt x="1461" y="1073"/>
                </a:cubicBezTo>
                <a:lnTo>
                  <a:pt x="1028" y="502"/>
                </a:lnTo>
                <a:close/>
                <a:moveTo>
                  <a:pt x="3265" y="502"/>
                </a:moveTo>
                <a:cubicBezTo>
                  <a:pt x="2854" y="913"/>
                  <a:pt x="2443" y="1347"/>
                  <a:pt x="2032" y="1758"/>
                </a:cubicBezTo>
                <a:lnTo>
                  <a:pt x="1576" y="1187"/>
                </a:lnTo>
                <a:cubicBezTo>
                  <a:pt x="1804" y="959"/>
                  <a:pt x="2055" y="731"/>
                  <a:pt x="2283" y="502"/>
                </a:cubicBezTo>
                <a:close/>
                <a:moveTo>
                  <a:pt x="4771" y="502"/>
                </a:moveTo>
                <a:cubicBezTo>
                  <a:pt x="4064" y="1187"/>
                  <a:pt x="3379" y="1895"/>
                  <a:pt x="2694" y="2579"/>
                </a:cubicBezTo>
                <a:lnTo>
                  <a:pt x="2238" y="2032"/>
                </a:lnTo>
                <a:cubicBezTo>
                  <a:pt x="2740" y="1529"/>
                  <a:pt x="3242" y="1004"/>
                  <a:pt x="3744" y="502"/>
                </a:cubicBezTo>
                <a:close/>
                <a:moveTo>
                  <a:pt x="6163" y="502"/>
                </a:moveTo>
                <a:cubicBezTo>
                  <a:pt x="4497" y="2169"/>
                  <a:pt x="2854" y="3835"/>
                  <a:pt x="1210" y="5547"/>
                </a:cubicBezTo>
                <a:lnTo>
                  <a:pt x="1028" y="5547"/>
                </a:lnTo>
                <a:lnTo>
                  <a:pt x="3036" y="3013"/>
                </a:lnTo>
                <a:lnTo>
                  <a:pt x="2854" y="2785"/>
                </a:lnTo>
                <a:cubicBezTo>
                  <a:pt x="3607" y="2032"/>
                  <a:pt x="4360" y="1256"/>
                  <a:pt x="5136" y="502"/>
                </a:cubicBezTo>
                <a:close/>
                <a:moveTo>
                  <a:pt x="7556" y="502"/>
                </a:moveTo>
                <a:cubicBezTo>
                  <a:pt x="5844" y="2169"/>
                  <a:pt x="4109" y="3858"/>
                  <a:pt x="2420" y="5547"/>
                </a:cubicBezTo>
                <a:lnTo>
                  <a:pt x="1598" y="5547"/>
                </a:lnTo>
                <a:cubicBezTo>
                  <a:pt x="3356" y="3880"/>
                  <a:pt x="5114" y="2191"/>
                  <a:pt x="6848" y="502"/>
                </a:cubicBezTo>
                <a:close/>
                <a:moveTo>
                  <a:pt x="8629" y="502"/>
                </a:moveTo>
                <a:cubicBezTo>
                  <a:pt x="6985" y="2169"/>
                  <a:pt x="5365" y="3835"/>
                  <a:pt x="3767" y="5547"/>
                </a:cubicBezTo>
                <a:lnTo>
                  <a:pt x="2648" y="5547"/>
                </a:lnTo>
                <a:cubicBezTo>
                  <a:pt x="4383" y="3858"/>
                  <a:pt x="6095" y="2191"/>
                  <a:pt x="7807" y="502"/>
                </a:cubicBezTo>
                <a:close/>
                <a:moveTo>
                  <a:pt x="9998" y="502"/>
                </a:moveTo>
                <a:cubicBezTo>
                  <a:pt x="8332" y="2169"/>
                  <a:pt x="6688" y="3835"/>
                  <a:pt x="5068" y="5547"/>
                </a:cubicBezTo>
                <a:lnTo>
                  <a:pt x="4155" y="5547"/>
                </a:lnTo>
                <a:cubicBezTo>
                  <a:pt x="5753" y="3858"/>
                  <a:pt x="7350" y="2169"/>
                  <a:pt x="8948" y="502"/>
                </a:cubicBezTo>
                <a:close/>
                <a:moveTo>
                  <a:pt x="12326" y="502"/>
                </a:moveTo>
                <a:cubicBezTo>
                  <a:pt x="10569" y="2191"/>
                  <a:pt x="8788" y="3858"/>
                  <a:pt x="7031" y="5547"/>
                </a:cubicBezTo>
                <a:lnTo>
                  <a:pt x="5456" y="5547"/>
                </a:lnTo>
                <a:cubicBezTo>
                  <a:pt x="7076" y="3835"/>
                  <a:pt x="8720" y="2169"/>
                  <a:pt x="10363" y="502"/>
                </a:cubicBezTo>
                <a:close/>
                <a:moveTo>
                  <a:pt x="14130" y="502"/>
                </a:moveTo>
                <a:cubicBezTo>
                  <a:pt x="12349" y="2191"/>
                  <a:pt x="10569" y="3858"/>
                  <a:pt x="8811" y="5547"/>
                </a:cubicBezTo>
                <a:lnTo>
                  <a:pt x="7396" y="5547"/>
                </a:lnTo>
                <a:cubicBezTo>
                  <a:pt x="9108" y="3858"/>
                  <a:pt x="10843" y="2191"/>
                  <a:pt x="12555" y="502"/>
                </a:cubicBezTo>
                <a:close/>
                <a:moveTo>
                  <a:pt x="15887" y="502"/>
                </a:moveTo>
                <a:cubicBezTo>
                  <a:pt x="14084" y="2169"/>
                  <a:pt x="12281" y="3812"/>
                  <a:pt x="10569" y="5547"/>
                </a:cubicBezTo>
                <a:lnTo>
                  <a:pt x="9085" y="5547"/>
                </a:lnTo>
                <a:cubicBezTo>
                  <a:pt x="10820" y="3858"/>
                  <a:pt x="12555" y="2169"/>
                  <a:pt x="14289" y="502"/>
                </a:cubicBezTo>
                <a:close/>
                <a:moveTo>
                  <a:pt x="17006" y="502"/>
                </a:moveTo>
                <a:cubicBezTo>
                  <a:pt x="15339" y="2169"/>
                  <a:pt x="13696" y="3858"/>
                  <a:pt x="12052" y="5547"/>
                </a:cubicBezTo>
                <a:lnTo>
                  <a:pt x="10911" y="5547"/>
                </a:lnTo>
                <a:cubicBezTo>
                  <a:pt x="12646" y="3835"/>
                  <a:pt x="14426" y="2169"/>
                  <a:pt x="16161" y="502"/>
                </a:cubicBezTo>
                <a:close/>
                <a:moveTo>
                  <a:pt x="18535" y="502"/>
                </a:moveTo>
                <a:cubicBezTo>
                  <a:pt x="16869" y="2169"/>
                  <a:pt x="15202" y="3858"/>
                  <a:pt x="13536" y="5547"/>
                </a:cubicBezTo>
                <a:lnTo>
                  <a:pt x="12167" y="5547"/>
                </a:lnTo>
                <a:cubicBezTo>
                  <a:pt x="13833" y="3858"/>
                  <a:pt x="15545" y="2169"/>
                  <a:pt x="17234" y="502"/>
                </a:cubicBezTo>
                <a:close/>
                <a:moveTo>
                  <a:pt x="19539" y="502"/>
                </a:moveTo>
                <a:cubicBezTo>
                  <a:pt x="17850" y="2146"/>
                  <a:pt x="16229" y="3835"/>
                  <a:pt x="14632" y="5547"/>
                </a:cubicBezTo>
                <a:lnTo>
                  <a:pt x="13787" y="5547"/>
                </a:lnTo>
                <a:cubicBezTo>
                  <a:pt x="15453" y="3858"/>
                  <a:pt x="17097" y="2169"/>
                  <a:pt x="18786" y="502"/>
                </a:cubicBezTo>
                <a:close/>
                <a:moveTo>
                  <a:pt x="21479" y="502"/>
                </a:moveTo>
                <a:cubicBezTo>
                  <a:pt x="21091" y="867"/>
                  <a:pt x="20703" y="1256"/>
                  <a:pt x="20338" y="1621"/>
                </a:cubicBezTo>
                <a:cubicBezTo>
                  <a:pt x="19014" y="2922"/>
                  <a:pt x="17690" y="4246"/>
                  <a:pt x="16344" y="5547"/>
                </a:cubicBezTo>
                <a:lnTo>
                  <a:pt x="14860" y="5547"/>
                </a:lnTo>
                <a:cubicBezTo>
                  <a:pt x="16207" y="4109"/>
                  <a:pt x="17553" y="2693"/>
                  <a:pt x="18946" y="1324"/>
                </a:cubicBezTo>
                <a:cubicBezTo>
                  <a:pt x="19220" y="1050"/>
                  <a:pt x="19516" y="776"/>
                  <a:pt x="19790" y="502"/>
                </a:cubicBezTo>
                <a:close/>
                <a:moveTo>
                  <a:pt x="23191" y="502"/>
                </a:moveTo>
                <a:cubicBezTo>
                  <a:pt x="22735" y="959"/>
                  <a:pt x="22278" y="1415"/>
                  <a:pt x="21844" y="1895"/>
                </a:cubicBezTo>
                <a:cubicBezTo>
                  <a:pt x="20658" y="3104"/>
                  <a:pt x="19471" y="4337"/>
                  <a:pt x="18284" y="5547"/>
                </a:cubicBezTo>
                <a:lnTo>
                  <a:pt x="16503" y="5547"/>
                </a:lnTo>
                <a:cubicBezTo>
                  <a:pt x="17622" y="4451"/>
                  <a:pt x="18763" y="3378"/>
                  <a:pt x="19859" y="2283"/>
                </a:cubicBezTo>
                <a:cubicBezTo>
                  <a:pt x="20452" y="1689"/>
                  <a:pt x="21046" y="1096"/>
                  <a:pt x="21639" y="502"/>
                </a:cubicBezTo>
                <a:close/>
                <a:moveTo>
                  <a:pt x="25428" y="502"/>
                </a:moveTo>
                <a:cubicBezTo>
                  <a:pt x="24310" y="1644"/>
                  <a:pt x="23168" y="2762"/>
                  <a:pt x="22027" y="3880"/>
                </a:cubicBezTo>
                <a:cubicBezTo>
                  <a:pt x="21456" y="4428"/>
                  <a:pt x="20886" y="4976"/>
                  <a:pt x="20338" y="5547"/>
                </a:cubicBezTo>
                <a:lnTo>
                  <a:pt x="18512" y="5547"/>
                </a:lnTo>
                <a:cubicBezTo>
                  <a:pt x="19653" y="4360"/>
                  <a:pt x="20817" y="3173"/>
                  <a:pt x="21936" y="1986"/>
                </a:cubicBezTo>
                <a:cubicBezTo>
                  <a:pt x="22415" y="1484"/>
                  <a:pt x="22917" y="1004"/>
                  <a:pt x="23419" y="502"/>
                </a:cubicBezTo>
                <a:close/>
                <a:moveTo>
                  <a:pt x="26889" y="502"/>
                </a:moveTo>
                <a:cubicBezTo>
                  <a:pt x="25519" y="1917"/>
                  <a:pt x="24127" y="3310"/>
                  <a:pt x="22689" y="4679"/>
                </a:cubicBezTo>
                <a:cubicBezTo>
                  <a:pt x="22392" y="4976"/>
                  <a:pt x="22073" y="5250"/>
                  <a:pt x="21776" y="5547"/>
                </a:cubicBezTo>
                <a:lnTo>
                  <a:pt x="20589" y="5547"/>
                </a:lnTo>
                <a:cubicBezTo>
                  <a:pt x="22324" y="3858"/>
                  <a:pt x="24036" y="2191"/>
                  <a:pt x="25770" y="502"/>
                </a:cubicBezTo>
                <a:close/>
                <a:moveTo>
                  <a:pt x="27916" y="502"/>
                </a:moveTo>
                <a:cubicBezTo>
                  <a:pt x="26569" y="1826"/>
                  <a:pt x="25245" y="3127"/>
                  <a:pt x="23899" y="4451"/>
                </a:cubicBezTo>
                <a:cubicBezTo>
                  <a:pt x="23534" y="4816"/>
                  <a:pt x="23146" y="5181"/>
                  <a:pt x="22780" y="5547"/>
                </a:cubicBezTo>
                <a:lnTo>
                  <a:pt x="22004" y="5547"/>
                </a:lnTo>
                <a:cubicBezTo>
                  <a:pt x="22073" y="5455"/>
                  <a:pt x="22164" y="5387"/>
                  <a:pt x="22232" y="5318"/>
                </a:cubicBezTo>
                <a:cubicBezTo>
                  <a:pt x="23899" y="3743"/>
                  <a:pt x="25542" y="2123"/>
                  <a:pt x="27186" y="502"/>
                </a:cubicBezTo>
                <a:close/>
                <a:moveTo>
                  <a:pt x="28966" y="502"/>
                </a:moveTo>
                <a:cubicBezTo>
                  <a:pt x="27300" y="2169"/>
                  <a:pt x="25656" y="3858"/>
                  <a:pt x="24013" y="5547"/>
                </a:cubicBezTo>
                <a:lnTo>
                  <a:pt x="22986" y="5547"/>
                </a:lnTo>
                <a:cubicBezTo>
                  <a:pt x="23123" y="5387"/>
                  <a:pt x="23282" y="5250"/>
                  <a:pt x="23419" y="5113"/>
                </a:cubicBezTo>
                <a:cubicBezTo>
                  <a:pt x="24994" y="3561"/>
                  <a:pt x="26569" y="2032"/>
                  <a:pt x="28144" y="502"/>
                </a:cubicBezTo>
                <a:close/>
                <a:moveTo>
                  <a:pt x="30427" y="502"/>
                </a:moveTo>
                <a:cubicBezTo>
                  <a:pt x="28897" y="2009"/>
                  <a:pt x="27368" y="3515"/>
                  <a:pt x="25862" y="5044"/>
                </a:cubicBezTo>
                <a:cubicBezTo>
                  <a:pt x="25702" y="5204"/>
                  <a:pt x="25542" y="5364"/>
                  <a:pt x="25382" y="5547"/>
                </a:cubicBezTo>
                <a:lnTo>
                  <a:pt x="24789" y="5547"/>
                </a:lnTo>
                <a:cubicBezTo>
                  <a:pt x="26455" y="3858"/>
                  <a:pt x="28099" y="2191"/>
                  <a:pt x="29719" y="502"/>
                </a:cubicBezTo>
                <a:close/>
                <a:moveTo>
                  <a:pt x="31933" y="502"/>
                </a:moveTo>
                <a:cubicBezTo>
                  <a:pt x="30244" y="2191"/>
                  <a:pt x="28578" y="3858"/>
                  <a:pt x="26912" y="5547"/>
                </a:cubicBezTo>
                <a:lnTo>
                  <a:pt x="25611" y="5547"/>
                </a:lnTo>
                <a:cubicBezTo>
                  <a:pt x="25748" y="5410"/>
                  <a:pt x="25862" y="5296"/>
                  <a:pt x="25976" y="5159"/>
                </a:cubicBezTo>
                <a:cubicBezTo>
                  <a:pt x="27528" y="3584"/>
                  <a:pt x="29126" y="2032"/>
                  <a:pt x="30724" y="502"/>
                </a:cubicBezTo>
                <a:close/>
                <a:moveTo>
                  <a:pt x="34056" y="502"/>
                </a:moveTo>
                <a:cubicBezTo>
                  <a:pt x="32298" y="2191"/>
                  <a:pt x="30518" y="3858"/>
                  <a:pt x="28761" y="5547"/>
                </a:cubicBezTo>
                <a:lnTo>
                  <a:pt x="27231" y="5547"/>
                </a:lnTo>
                <a:cubicBezTo>
                  <a:pt x="28943" y="3858"/>
                  <a:pt x="30678" y="2191"/>
                  <a:pt x="32390" y="502"/>
                </a:cubicBezTo>
                <a:close/>
                <a:moveTo>
                  <a:pt x="35517" y="502"/>
                </a:moveTo>
                <a:cubicBezTo>
                  <a:pt x="33805" y="2191"/>
                  <a:pt x="32070" y="3880"/>
                  <a:pt x="30335" y="5547"/>
                </a:cubicBezTo>
                <a:lnTo>
                  <a:pt x="28966" y="5547"/>
                </a:lnTo>
                <a:cubicBezTo>
                  <a:pt x="30724" y="3858"/>
                  <a:pt x="32504" y="2191"/>
                  <a:pt x="34284" y="502"/>
                </a:cubicBezTo>
                <a:close/>
                <a:moveTo>
                  <a:pt x="37685" y="502"/>
                </a:moveTo>
                <a:cubicBezTo>
                  <a:pt x="35996" y="2169"/>
                  <a:pt x="34307" y="3858"/>
                  <a:pt x="32618" y="5547"/>
                </a:cubicBezTo>
                <a:lnTo>
                  <a:pt x="30564" y="5547"/>
                </a:lnTo>
                <a:cubicBezTo>
                  <a:pt x="32321" y="3880"/>
                  <a:pt x="34033" y="2191"/>
                  <a:pt x="35768" y="502"/>
                </a:cubicBezTo>
                <a:close/>
                <a:moveTo>
                  <a:pt x="39032" y="502"/>
                </a:moveTo>
                <a:cubicBezTo>
                  <a:pt x="38986" y="571"/>
                  <a:pt x="38918" y="616"/>
                  <a:pt x="38872" y="685"/>
                </a:cubicBezTo>
                <a:cubicBezTo>
                  <a:pt x="37252" y="2305"/>
                  <a:pt x="35631" y="3926"/>
                  <a:pt x="34010" y="5547"/>
                </a:cubicBezTo>
                <a:lnTo>
                  <a:pt x="32846" y="5547"/>
                </a:lnTo>
                <a:cubicBezTo>
                  <a:pt x="34558" y="3858"/>
                  <a:pt x="36270" y="2169"/>
                  <a:pt x="37959" y="502"/>
                </a:cubicBezTo>
                <a:close/>
                <a:moveTo>
                  <a:pt x="40470" y="502"/>
                </a:moveTo>
                <a:cubicBezTo>
                  <a:pt x="39762" y="1278"/>
                  <a:pt x="39032" y="2032"/>
                  <a:pt x="38302" y="2785"/>
                </a:cubicBezTo>
                <a:cubicBezTo>
                  <a:pt x="37388" y="3698"/>
                  <a:pt x="36475" y="4611"/>
                  <a:pt x="35562" y="5547"/>
                </a:cubicBezTo>
                <a:lnTo>
                  <a:pt x="34284" y="5547"/>
                </a:lnTo>
                <a:cubicBezTo>
                  <a:pt x="35859" y="3972"/>
                  <a:pt x="37434" y="2397"/>
                  <a:pt x="39009" y="822"/>
                </a:cubicBezTo>
                <a:cubicBezTo>
                  <a:pt x="39123" y="708"/>
                  <a:pt x="39215" y="616"/>
                  <a:pt x="39306" y="502"/>
                </a:cubicBezTo>
                <a:close/>
                <a:moveTo>
                  <a:pt x="41566" y="502"/>
                </a:moveTo>
                <a:cubicBezTo>
                  <a:pt x="39831" y="2191"/>
                  <a:pt x="38096" y="3858"/>
                  <a:pt x="36361" y="5547"/>
                </a:cubicBezTo>
                <a:lnTo>
                  <a:pt x="35699" y="5547"/>
                </a:lnTo>
                <a:cubicBezTo>
                  <a:pt x="37320" y="3858"/>
                  <a:pt x="38963" y="2169"/>
                  <a:pt x="40607" y="502"/>
                </a:cubicBezTo>
                <a:close/>
                <a:moveTo>
                  <a:pt x="43620" y="502"/>
                </a:moveTo>
                <a:cubicBezTo>
                  <a:pt x="41931" y="2191"/>
                  <a:pt x="40242" y="3858"/>
                  <a:pt x="38530" y="5547"/>
                </a:cubicBezTo>
                <a:lnTo>
                  <a:pt x="36955" y="5547"/>
                </a:lnTo>
                <a:cubicBezTo>
                  <a:pt x="38644" y="3858"/>
                  <a:pt x="40310" y="2191"/>
                  <a:pt x="41976" y="502"/>
                </a:cubicBezTo>
                <a:close/>
                <a:moveTo>
                  <a:pt x="44944" y="502"/>
                </a:moveTo>
                <a:cubicBezTo>
                  <a:pt x="43323" y="2214"/>
                  <a:pt x="41634" y="3880"/>
                  <a:pt x="39945" y="5547"/>
                </a:cubicBezTo>
                <a:lnTo>
                  <a:pt x="38781" y="5547"/>
                </a:lnTo>
                <a:cubicBezTo>
                  <a:pt x="40493" y="3880"/>
                  <a:pt x="42205" y="2191"/>
                  <a:pt x="43917" y="502"/>
                </a:cubicBezTo>
                <a:close/>
                <a:moveTo>
                  <a:pt x="45834" y="502"/>
                </a:moveTo>
                <a:cubicBezTo>
                  <a:pt x="44738" y="1735"/>
                  <a:pt x="43643" y="2990"/>
                  <a:pt x="42524" y="4200"/>
                </a:cubicBezTo>
                <a:cubicBezTo>
                  <a:pt x="42113" y="4656"/>
                  <a:pt x="41680" y="5090"/>
                  <a:pt x="41246" y="5547"/>
                </a:cubicBezTo>
                <a:lnTo>
                  <a:pt x="40401" y="5547"/>
                </a:lnTo>
                <a:cubicBezTo>
                  <a:pt x="42091" y="3903"/>
                  <a:pt x="43734" y="2214"/>
                  <a:pt x="45332" y="502"/>
                </a:cubicBezTo>
                <a:close/>
                <a:moveTo>
                  <a:pt x="46610" y="502"/>
                </a:moveTo>
                <a:lnTo>
                  <a:pt x="46793" y="731"/>
                </a:lnTo>
                <a:cubicBezTo>
                  <a:pt x="45628" y="2077"/>
                  <a:pt x="44510" y="3447"/>
                  <a:pt x="43300" y="4702"/>
                </a:cubicBezTo>
                <a:cubicBezTo>
                  <a:pt x="43026" y="4976"/>
                  <a:pt x="42752" y="5273"/>
                  <a:pt x="42479" y="5547"/>
                </a:cubicBezTo>
                <a:lnTo>
                  <a:pt x="41406" y="5547"/>
                </a:lnTo>
                <a:cubicBezTo>
                  <a:pt x="42981" y="3880"/>
                  <a:pt x="44533" y="2191"/>
                  <a:pt x="46108" y="502"/>
                </a:cubicBezTo>
                <a:close/>
                <a:moveTo>
                  <a:pt x="46929" y="913"/>
                </a:moveTo>
                <a:lnTo>
                  <a:pt x="47386" y="1484"/>
                </a:lnTo>
                <a:cubicBezTo>
                  <a:pt x="46062" y="2808"/>
                  <a:pt x="44784" y="4177"/>
                  <a:pt x="43483" y="5547"/>
                </a:cubicBezTo>
                <a:lnTo>
                  <a:pt x="42707" y="5547"/>
                </a:lnTo>
                <a:cubicBezTo>
                  <a:pt x="42935" y="5296"/>
                  <a:pt x="43186" y="5067"/>
                  <a:pt x="43414" y="4839"/>
                </a:cubicBezTo>
                <a:cubicBezTo>
                  <a:pt x="44647" y="3584"/>
                  <a:pt x="45788" y="2237"/>
                  <a:pt x="46929" y="913"/>
                </a:cubicBezTo>
                <a:close/>
                <a:moveTo>
                  <a:pt x="47523" y="1644"/>
                </a:moveTo>
                <a:lnTo>
                  <a:pt x="48162" y="2488"/>
                </a:lnTo>
                <a:cubicBezTo>
                  <a:pt x="47295" y="3515"/>
                  <a:pt x="46382" y="4542"/>
                  <a:pt x="45469" y="5547"/>
                </a:cubicBezTo>
                <a:lnTo>
                  <a:pt x="43802" y="5547"/>
                </a:lnTo>
                <a:cubicBezTo>
                  <a:pt x="45035" y="4246"/>
                  <a:pt x="46268" y="2945"/>
                  <a:pt x="47523" y="1644"/>
                </a:cubicBezTo>
                <a:close/>
                <a:moveTo>
                  <a:pt x="48276" y="2625"/>
                </a:moveTo>
                <a:lnTo>
                  <a:pt x="48550" y="2967"/>
                </a:lnTo>
                <a:lnTo>
                  <a:pt x="46610" y="5547"/>
                </a:lnTo>
                <a:lnTo>
                  <a:pt x="45743" y="5547"/>
                </a:lnTo>
                <a:cubicBezTo>
                  <a:pt x="46610" y="4588"/>
                  <a:pt x="47454" y="3607"/>
                  <a:pt x="48276" y="2625"/>
                </a:cubicBezTo>
                <a:close/>
                <a:moveTo>
                  <a:pt x="1" y="0"/>
                </a:moveTo>
                <a:lnTo>
                  <a:pt x="2397" y="3013"/>
                </a:lnTo>
                <a:lnTo>
                  <a:pt x="1" y="6026"/>
                </a:lnTo>
                <a:lnTo>
                  <a:pt x="46861" y="6026"/>
                </a:lnTo>
                <a:lnTo>
                  <a:pt x="49166" y="2967"/>
                </a:lnTo>
                <a:lnTo>
                  <a:pt x="4686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3" name="Google Shape;10873;p9"/>
          <p:cNvSpPr/>
          <p:nvPr/>
        </p:nvSpPr>
        <p:spPr>
          <a:xfrm>
            <a:off x="4815042" y="3376628"/>
            <a:ext cx="1229175" cy="298166"/>
          </a:xfrm>
          <a:custGeom>
            <a:rect b="b" l="l" r="r" t="t"/>
            <a:pathLst>
              <a:path extrusionOk="0" h="6026" w="49167">
                <a:moveTo>
                  <a:pt x="2055" y="502"/>
                </a:moveTo>
                <a:cubicBezTo>
                  <a:pt x="1850" y="685"/>
                  <a:pt x="1667" y="867"/>
                  <a:pt x="1462" y="1073"/>
                </a:cubicBezTo>
                <a:lnTo>
                  <a:pt x="1028" y="502"/>
                </a:lnTo>
                <a:close/>
                <a:moveTo>
                  <a:pt x="3265" y="502"/>
                </a:moveTo>
                <a:cubicBezTo>
                  <a:pt x="2831" y="913"/>
                  <a:pt x="2420" y="1347"/>
                  <a:pt x="2032" y="1758"/>
                </a:cubicBezTo>
                <a:lnTo>
                  <a:pt x="1576" y="1187"/>
                </a:lnTo>
                <a:cubicBezTo>
                  <a:pt x="1804" y="959"/>
                  <a:pt x="2055" y="731"/>
                  <a:pt x="2284" y="502"/>
                </a:cubicBezTo>
                <a:close/>
                <a:moveTo>
                  <a:pt x="4771" y="502"/>
                </a:moveTo>
                <a:cubicBezTo>
                  <a:pt x="4064" y="1187"/>
                  <a:pt x="3379" y="1895"/>
                  <a:pt x="2672" y="2579"/>
                </a:cubicBezTo>
                <a:lnTo>
                  <a:pt x="2238" y="2032"/>
                </a:lnTo>
                <a:cubicBezTo>
                  <a:pt x="2740" y="1529"/>
                  <a:pt x="3242" y="1004"/>
                  <a:pt x="3744" y="502"/>
                </a:cubicBezTo>
                <a:close/>
                <a:moveTo>
                  <a:pt x="6164" y="502"/>
                </a:moveTo>
                <a:cubicBezTo>
                  <a:pt x="4498" y="2169"/>
                  <a:pt x="2854" y="3835"/>
                  <a:pt x="1211" y="5547"/>
                </a:cubicBezTo>
                <a:lnTo>
                  <a:pt x="1028" y="5547"/>
                </a:lnTo>
                <a:lnTo>
                  <a:pt x="3037" y="3013"/>
                </a:lnTo>
                <a:lnTo>
                  <a:pt x="2854" y="2785"/>
                </a:lnTo>
                <a:cubicBezTo>
                  <a:pt x="3607" y="2032"/>
                  <a:pt x="4361" y="1256"/>
                  <a:pt x="5137" y="502"/>
                </a:cubicBezTo>
                <a:close/>
                <a:moveTo>
                  <a:pt x="7556" y="502"/>
                </a:moveTo>
                <a:cubicBezTo>
                  <a:pt x="5821" y="2169"/>
                  <a:pt x="4110" y="3858"/>
                  <a:pt x="2398" y="5547"/>
                </a:cubicBezTo>
                <a:lnTo>
                  <a:pt x="1599" y="5547"/>
                </a:lnTo>
                <a:cubicBezTo>
                  <a:pt x="3356" y="3880"/>
                  <a:pt x="5091" y="2191"/>
                  <a:pt x="6849" y="502"/>
                </a:cubicBezTo>
                <a:close/>
                <a:moveTo>
                  <a:pt x="8629" y="502"/>
                </a:moveTo>
                <a:cubicBezTo>
                  <a:pt x="6986" y="2169"/>
                  <a:pt x="5365" y="3835"/>
                  <a:pt x="3767" y="5547"/>
                </a:cubicBezTo>
                <a:lnTo>
                  <a:pt x="2649" y="5547"/>
                </a:lnTo>
                <a:cubicBezTo>
                  <a:pt x="4383" y="3858"/>
                  <a:pt x="6095" y="2191"/>
                  <a:pt x="7807" y="502"/>
                </a:cubicBezTo>
                <a:close/>
                <a:moveTo>
                  <a:pt x="9998" y="502"/>
                </a:moveTo>
                <a:cubicBezTo>
                  <a:pt x="8332" y="2169"/>
                  <a:pt x="6689" y="3835"/>
                  <a:pt x="5068" y="5547"/>
                </a:cubicBezTo>
                <a:lnTo>
                  <a:pt x="4155" y="5547"/>
                </a:lnTo>
                <a:cubicBezTo>
                  <a:pt x="5753" y="3858"/>
                  <a:pt x="7351" y="2169"/>
                  <a:pt x="8948" y="502"/>
                </a:cubicBezTo>
                <a:close/>
                <a:moveTo>
                  <a:pt x="12327" y="502"/>
                </a:moveTo>
                <a:cubicBezTo>
                  <a:pt x="10569" y="2191"/>
                  <a:pt x="8789" y="3858"/>
                  <a:pt x="7031" y="5547"/>
                </a:cubicBezTo>
                <a:lnTo>
                  <a:pt x="5456" y="5547"/>
                </a:lnTo>
                <a:cubicBezTo>
                  <a:pt x="7077" y="3835"/>
                  <a:pt x="8720" y="2169"/>
                  <a:pt x="10364" y="502"/>
                </a:cubicBezTo>
                <a:close/>
                <a:moveTo>
                  <a:pt x="14107" y="502"/>
                </a:moveTo>
                <a:cubicBezTo>
                  <a:pt x="12349" y="2191"/>
                  <a:pt x="10569" y="3858"/>
                  <a:pt x="8812" y="5547"/>
                </a:cubicBezTo>
                <a:lnTo>
                  <a:pt x="7396" y="5547"/>
                </a:lnTo>
                <a:cubicBezTo>
                  <a:pt x="9108" y="3858"/>
                  <a:pt x="10843" y="2191"/>
                  <a:pt x="12555" y="502"/>
                </a:cubicBezTo>
                <a:close/>
                <a:moveTo>
                  <a:pt x="15865" y="502"/>
                </a:moveTo>
                <a:cubicBezTo>
                  <a:pt x="14084" y="2169"/>
                  <a:pt x="12281" y="3812"/>
                  <a:pt x="10569" y="5547"/>
                </a:cubicBezTo>
                <a:lnTo>
                  <a:pt x="9085" y="5547"/>
                </a:lnTo>
                <a:cubicBezTo>
                  <a:pt x="10820" y="3858"/>
                  <a:pt x="12555" y="2169"/>
                  <a:pt x="14290" y="502"/>
                </a:cubicBezTo>
                <a:close/>
                <a:moveTo>
                  <a:pt x="17006" y="502"/>
                </a:moveTo>
                <a:cubicBezTo>
                  <a:pt x="15340" y="2169"/>
                  <a:pt x="13696" y="3858"/>
                  <a:pt x="12053" y="5547"/>
                </a:cubicBezTo>
                <a:lnTo>
                  <a:pt x="10911" y="5547"/>
                </a:lnTo>
                <a:cubicBezTo>
                  <a:pt x="12646" y="3835"/>
                  <a:pt x="14404" y="2169"/>
                  <a:pt x="16161" y="502"/>
                </a:cubicBezTo>
                <a:close/>
                <a:moveTo>
                  <a:pt x="18535" y="502"/>
                </a:moveTo>
                <a:cubicBezTo>
                  <a:pt x="16846" y="2169"/>
                  <a:pt x="15180" y="3858"/>
                  <a:pt x="13536" y="5547"/>
                </a:cubicBezTo>
                <a:lnTo>
                  <a:pt x="12144" y="5547"/>
                </a:lnTo>
                <a:cubicBezTo>
                  <a:pt x="13833" y="3858"/>
                  <a:pt x="15545" y="2169"/>
                  <a:pt x="17234" y="502"/>
                </a:cubicBezTo>
                <a:close/>
                <a:moveTo>
                  <a:pt x="19517" y="502"/>
                </a:moveTo>
                <a:cubicBezTo>
                  <a:pt x="17850" y="2146"/>
                  <a:pt x="16230" y="3835"/>
                  <a:pt x="14632" y="5547"/>
                </a:cubicBezTo>
                <a:lnTo>
                  <a:pt x="13787" y="5547"/>
                </a:lnTo>
                <a:cubicBezTo>
                  <a:pt x="15454" y="3858"/>
                  <a:pt x="17097" y="2169"/>
                  <a:pt x="18786" y="502"/>
                </a:cubicBezTo>
                <a:close/>
                <a:moveTo>
                  <a:pt x="21480" y="502"/>
                </a:moveTo>
                <a:cubicBezTo>
                  <a:pt x="21092" y="867"/>
                  <a:pt x="20704" y="1256"/>
                  <a:pt x="20315" y="1621"/>
                </a:cubicBezTo>
                <a:cubicBezTo>
                  <a:pt x="19014" y="2922"/>
                  <a:pt x="17668" y="4246"/>
                  <a:pt x="16344" y="5547"/>
                </a:cubicBezTo>
                <a:lnTo>
                  <a:pt x="14860" y="5547"/>
                </a:lnTo>
                <a:cubicBezTo>
                  <a:pt x="16207" y="4109"/>
                  <a:pt x="17554" y="2693"/>
                  <a:pt x="18946" y="1324"/>
                </a:cubicBezTo>
                <a:cubicBezTo>
                  <a:pt x="19220" y="1050"/>
                  <a:pt x="19517" y="776"/>
                  <a:pt x="19791" y="502"/>
                </a:cubicBezTo>
                <a:close/>
                <a:moveTo>
                  <a:pt x="23191" y="502"/>
                </a:moveTo>
                <a:cubicBezTo>
                  <a:pt x="22735" y="959"/>
                  <a:pt x="22278" y="1415"/>
                  <a:pt x="21845" y="1895"/>
                </a:cubicBezTo>
                <a:cubicBezTo>
                  <a:pt x="20658" y="3104"/>
                  <a:pt x="19471" y="4337"/>
                  <a:pt x="18284" y="5547"/>
                </a:cubicBezTo>
                <a:lnTo>
                  <a:pt x="16504" y="5547"/>
                </a:lnTo>
                <a:cubicBezTo>
                  <a:pt x="17622" y="4451"/>
                  <a:pt x="18763" y="3378"/>
                  <a:pt x="19859" y="2283"/>
                </a:cubicBezTo>
                <a:cubicBezTo>
                  <a:pt x="20452" y="1689"/>
                  <a:pt x="21046" y="1096"/>
                  <a:pt x="21639" y="502"/>
                </a:cubicBezTo>
                <a:close/>
                <a:moveTo>
                  <a:pt x="25428" y="502"/>
                </a:moveTo>
                <a:cubicBezTo>
                  <a:pt x="24310" y="1644"/>
                  <a:pt x="23169" y="2762"/>
                  <a:pt x="22027" y="3880"/>
                </a:cubicBezTo>
                <a:cubicBezTo>
                  <a:pt x="21457" y="4428"/>
                  <a:pt x="20886" y="4976"/>
                  <a:pt x="20338" y="5547"/>
                </a:cubicBezTo>
                <a:lnTo>
                  <a:pt x="18512" y="5547"/>
                </a:lnTo>
                <a:cubicBezTo>
                  <a:pt x="19654" y="4360"/>
                  <a:pt x="20795" y="3173"/>
                  <a:pt x="21936" y="1986"/>
                </a:cubicBezTo>
                <a:cubicBezTo>
                  <a:pt x="22415" y="1484"/>
                  <a:pt x="22918" y="1004"/>
                  <a:pt x="23420" y="502"/>
                </a:cubicBezTo>
                <a:close/>
                <a:moveTo>
                  <a:pt x="26889" y="502"/>
                </a:moveTo>
                <a:cubicBezTo>
                  <a:pt x="25520" y="1917"/>
                  <a:pt x="24127" y="3310"/>
                  <a:pt x="22689" y="4679"/>
                </a:cubicBezTo>
                <a:cubicBezTo>
                  <a:pt x="22370" y="4976"/>
                  <a:pt x="22073" y="5250"/>
                  <a:pt x="21776" y="5547"/>
                </a:cubicBezTo>
                <a:lnTo>
                  <a:pt x="20589" y="5547"/>
                </a:lnTo>
                <a:cubicBezTo>
                  <a:pt x="22324" y="3858"/>
                  <a:pt x="24036" y="2191"/>
                  <a:pt x="25748" y="502"/>
                </a:cubicBezTo>
                <a:close/>
                <a:moveTo>
                  <a:pt x="27916" y="502"/>
                </a:moveTo>
                <a:cubicBezTo>
                  <a:pt x="26570" y="1826"/>
                  <a:pt x="25223" y="3127"/>
                  <a:pt x="23899" y="4451"/>
                </a:cubicBezTo>
                <a:cubicBezTo>
                  <a:pt x="23534" y="4816"/>
                  <a:pt x="23146" y="5181"/>
                  <a:pt x="22781" y="5547"/>
                </a:cubicBezTo>
                <a:lnTo>
                  <a:pt x="22005" y="5547"/>
                </a:lnTo>
                <a:cubicBezTo>
                  <a:pt x="22073" y="5455"/>
                  <a:pt x="22142" y="5387"/>
                  <a:pt x="22233" y="5318"/>
                </a:cubicBezTo>
                <a:cubicBezTo>
                  <a:pt x="23899" y="3743"/>
                  <a:pt x="25542" y="2123"/>
                  <a:pt x="27163" y="502"/>
                </a:cubicBezTo>
                <a:close/>
                <a:moveTo>
                  <a:pt x="28966" y="502"/>
                </a:moveTo>
                <a:cubicBezTo>
                  <a:pt x="27300" y="2169"/>
                  <a:pt x="25657" y="3858"/>
                  <a:pt x="24013" y="5547"/>
                </a:cubicBezTo>
                <a:lnTo>
                  <a:pt x="22986" y="5547"/>
                </a:lnTo>
                <a:cubicBezTo>
                  <a:pt x="23123" y="5387"/>
                  <a:pt x="23260" y="5250"/>
                  <a:pt x="23420" y="5113"/>
                </a:cubicBezTo>
                <a:cubicBezTo>
                  <a:pt x="24972" y="3561"/>
                  <a:pt x="26570" y="2032"/>
                  <a:pt x="28145" y="502"/>
                </a:cubicBezTo>
                <a:close/>
                <a:moveTo>
                  <a:pt x="30427" y="502"/>
                </a:moveTo>
                <a:cubicBezTo>
                  <a:pt x="28898" y="2009"/>
                  <a:pt x="27346" y="3515"/>
                  <a:pt x="25862" y="5044"/>
                </a:cubicBezTo>
                <a:cubicBezTo>
                  <a:pt x="25702" y="5204"/>
                  <a:pt x="25542" y="5364"/>
                  <a:pt x="25383" y="5547"/>
                </a:cubicBezTo>
                <a:lnTo>
                  <a:pt x="24789" y="5547"/>
                </a:lnTo>
                <a:cubicBezTo>
                  <a:pt x="26456" y="3858"/>
                  <a:pt x="28099" y="2191"/>
                  <a:pt x="29720" y="502"/>
                </a:cubicBezTo>
                <a:close/>
                <a:moveTo>
                  <a:pt x="31911" y="502"/>
                </a:moveTo>
                <a:cubicBezTo>
                  <a:pt x="30245" y="2191"/>
                  <a:pt x="28578" y="3858"/>
                  <a:pt x="26889" y="5547"/>
                </a:cubicBezTo>
                <a:lnTo>
                  <a:pt x="25611" y="5547"/>
                </a:lnTo>
                <a:cubicBezTo>
                  <a:pt x="25725" y="5410"/>
                  <a:pt x="25862" y="5296"/>
                  <a:pt x="25976" y="5159"/>
                </a:cubicBezTo>
                <a:cubicBezTo>
                  <a:pt x="27528" y="3584"/>
                  <a:pt x="29126" y="2032"/>
                  <a:pt x="30724" y="502"/>
                </a:cubicBezTo>
                <a:close/>
                <a:moveTo>
                  <a:pt x="34056" y="502"/>
                </a:moveTo>
                <a:cubicBezTo>
                  <a:pt x="32299" y="2191"/>
                  <a:pt x="30518" y="3858"/>
                  <a:pt x="28761" y="5547"/>
                </a:cubicBezTo>
                <a:lnTo>
                  <a:pt x="27232" y="5547"/>
                </a:lnTo>
                <a:cubicBezTo>
                  <a:pt x="28943" y="3858"/>
                  <a:pt x="30678" y="2191"/>
                  <a:pt x="32390" y="502"/>
                </a:cubicBezTo>
                <a:close/>
                <a:moveTo>
                  <a:pt x="35517" y="502"/>
                </a:moveTo>
                <a:cubicBezTo>
                  <a:pt x="33805" y="2191"/>
                  <a:pt x="32071" y="3880"/>
                  <a:pt x="30336" y="5547"/>
                </a:cubicBezTo>
                <a:lnTo>
                  <a:pt x="28966" y="5547"/>
                </a:lnTo>
                <a:cubicBezTo>
                  <a:pt x="30724" y="3858"/>
                  <a:pt x="32504" y="2191"/>
                  <a:pt x="34285" y="502"/>
                </a:cubicBezTo>
                <a:close/>
                <a:moveTo>
                  <a:pt x="37686" y="502"/>
                </a:moveTo>
                <a:cubicBezTo>
                  <a:pt x="35996" y="2169"/>
                  <a:pt x="34307" y="3858"/>
                  <a:pt x="32618" y="5547"/>
                </a:cubicBezTo>
                <a:lnTo>
                  <a:pt x="30564" y="5547"/>
                </a:lnTo>
                <a:cubicBezTo>
                  <a:pt x="32322" y="3880"/>
                  <a:pt x="34034" y="2191"/>
                  <a:pt x="35745" y="502"/>
                </a:cubicBezTo>
                <a:close/>
                <a:moveTo>
                  <a:pt x="39032" y="502"/>
                </a:moveTo>
                <a:cubicBezTo>
                  <a:pt x="38987" y="571"/>
                  <a:pt x="38918" y="616"/>
                  <a:pt x="38872" y="685"/>
                </a:cubicBezTo>
                <a:cubicBezTo>
                  <a:pt x="37252" y="2305"/>
                  <a:pt x="35631" y="3926"/>
                  <a:pt x="33988" y="5547"/>
                </a:cubicBezTo>
                <a:lnTo>
                  <a:pt x="32847" y="5547"/>
                </a:lnTo>
                <a:cubicBezTo>
                  <a:pt x="34558" y="3858"/>
                  <a:pt x="36248" y="2169"/>
                  <a:pt x="37959" y="502"/>
                </a:cubicBezTo>
                <a:close/>
                <a:moveTo>
                  <a:pt x="40470" y="502"/>
                </a:moveTo>
                <a:cubicBezTo>
                  <a:pt x="39763" y="1278"/>
                  <a:pt x="39032" y="2032"/>
                  <a:pt x="38302" y="2785"/>
                </a:cubicBezTo>
                <a:cubicBezTo>
                  <a:pt x="37389" y="3698"/>
                  <a:pt x="36476" y="4611"/>
                  <a:pt x="35563" y="5547"/>
                </a:cubicBezTo>
                <a:lnTo>
                  <a:pt x="34285" y="5547"/>
                </a:lnTo>
                <a:cubicBezTo>
                  <a:pt x="35860" y="3972"/>
                  <a:pt x="37434" y="2397"/>
                  <a:pt x="39009" y="822"/>
                </a:cubicBezTo>
                <a:cubicBezTo>
                  <a:pt x="39101" y="708"/>
                  <a:pt x="39215" y="616"/>
                  <a:pt x="39306" y="502"/>
                </a:cubicBezTo>
                <a:close/>
                <a:moveTo>
                  <a:pt x="41543" y="502"/>
                </a:moveTo>
                <a:cubicBezTo>
                  <a:pt x="39831" y="2191"/>
                  <a:pt x="38096" y="3858"/>
                  <a:pt x="36362" y="5547"/>
                </a:cubicBezTo>
                <a:lnTo>
                  <a:pt x="35700" y="5547"/>
                </a:lnTo>
                <a:cubicBezTo>
                  <a:pt x="37320" y="3858"/>
                  <a:pt x="38964" y="2169"/>
                  <a:pt x="40607" y="502"/>
                </a:cubicBezTo>
                <a:close/>
                <a:moveTo>
                  <a:pt x="43620" y="502"/>
                </a:moveTo>
                <a:cubicBezTo>
                  <a:pt x="41931" y="2191"/>
                  <a:pt x="40242" y="3858"/>
                  <a:pt x="38530" y="5547"/>
                </a:cubicBezTo>
                <a:lnTo>
                  <a:pt x="36955" y="5547"/>
                </a:lnTo>
                <a:cubicBezTo>
                  <a:pt x="38621" y="3858"/>
                  <a:pt x="40310" y="2191"/>
                  <a:pt x="41977" y="502"/>
                </a:cubicBezTo>
                <a:close/>
                <a:moveTo>
                  <a:pt x="44944" y="502"/>
                </a:moveTo>
                <a:cubicBezTo>
                  <a:pt x="43323" y="2214"/>
                  <a:pt x="41634" y="3880"/>
                  <a:pt x="39945" y="5547"/>
                </a:cubicBezTo>
                <a:lnTo>
                  <a:pt x="38781" y="5547"/>
                </a:lnTo>
                <a:cubicBezTo>
                  <a:pt x="40493" y="3880"/>
                  <a:pt x="42205" y="2191"/>
                  <a:pt x="43917" y="502"/>
                </a:cubicBezTo>
                <a:close/>
                <a:moveTo>
                  <a:pt x="45834" y="502"/>
                </a:moveTo>
                <a:cubicBezTo>
                  <a:pt x="44739" y="1735"/>
                  <a:pt x="43643" y="2990"/>
                  <a:pt x="42525" y="4200"/>
                </a:cubicBezTo>
                <a:cubicBezTo>
                  <a:pt x="42091" y="4656"/>
                  <a:pt x="41680" y="5090"/>
                  <a:pt x="41246" y="5547"/>
                </a:cubicBezTo>
                <a:lnTo>
                  <a:pt x="40402" y="5547"/>
                </a:lnTo>
                <a:cubicBezTo>
                  <a:pt x="42068" y="3903"/>
                  <a:pt x="43734" y="2214"/>
                  <a:pt x="45332" y="502"/>
                </a:cubicBezTo>
                <a:close/>
                <a:moveTo>
                  <a:pt x="46610" y="502"/>
                </a:moveTo>
                <a:lnTo>
                  <a:pt x="46793" y="731"/>
                </a:lnTo>
                <a:cubicBezTo>
                  <a:pt x="45629" y="2077"/>
                  <a:pt x="44487" y="3447"/>
                  <a:pt x="43278" y="4702"/>
                </a:cubicBezTo>
                <a:cubicBezTo>
                  <a:pt x="43027" y="4976"/>
                  <a:pt x="42753" y="5273"/>
                  <a:pt x="42479" y="5547"/>
                </a:cubicBezTo>
                <a:lnTo>
                  <a:pt x="41406" y="5547"/>
                </a:lnTo>
                <a:cubicBezTo>
                  <a:pt x="42981" y="3880"/>
                  <a:pt x="44533" y="2191"/>
                  <a:pt x="46108" y="502"/>
                </a:cubicBezTo>
                <a:close/>
                <a:moveTo>
                  <a:pt x="46930" y="913"/>
                </a:moveTo>
                <a:lnTo>
                  <a:pt x="47386" y="1484"/>
                </a:lnTo>
                <a:cubicBezTo>
                  <a:pt x="46062" y="2808"/>
                  <a:pt x="44784" y="4177"/>
                  <a:pt x="43483" y="5547"/>
                </a:cubicBezTo>
                <a:lnTo>
                  <a:pt x="42707" y="5547"/>
                </a:lnTo>
                <a:cubicBezTo>
                  <a:pt x="42935" y="5296"/>
                  <a:pt x="43186" y="5067"/>
                  <a:pt x="43415" y="4839"/>
                </a:cubicBezTo>
                <a:cubicBezTo>
                  <a:pt x="44647" y="3584"/>
                  <a:pt x="45766" y="2237"/>
                  <a:pt x="46930" y="913"/>
                </a:cubicBezTo>
                <a:close/>
                <a:moveTo>
                  <a:pt x="47523" y="1644"/>
                </a:moveTo>
                <a:lnTo>
                  <a:pt x="48162" y="2488"/>
                </a:lnTo>
                <a:cubicBezTo>
                  <a:pt x="47272" y="3515"/>
                  <a:pt x="46382" y="4542"/>
                  <a:pt x="45469" y="5547"/>
                </a:cubicBezTo>
                <a:lnTo>
                  <a:pt x="43803" y="5547"/>
                </a:lnTo>
                <a:cubicBezTo>
                  <a:pt x="45035" y="4246"/>
                  <a:pt x="46268" y="2945"/>
                  <a:pt x="47523" y="1644"/>
                </a:cubicBezTo>
                <a:close/>
                <a:moveTo>
                  <a:pt x="48276" y="2625"/>
                </a:moveTo>
                <a:lnTo>
                  <a:pt x="48550" y="2967"/>
                </a:lnTo>
                <a:lnTo>
                  <a:pt x="46610" y="5547"/>
                </a:lnTo>
                <a:lnTo>
                  <a:pt x="45743" y="5547"/>
                </a:lnTo>
                <a:cubicBezTo>
                  <a:pt x="46610" y="4588"/>
                  <a:pt x="47455" y="3607"/>
                  <a:pt x="48276" y="2625"/>
                </a:cubicBezTo>
                <a:close/>
                <a:moveTo>
                  <a:pt x="1" y="0"/>
                </a:moveTo>
                <a:lnTo>
                  <a:pt x="2398" y="3013"/>
                </a:lnTo>
                <a:lnTo>
                  <a:pt x="1" y="6026"/>
                </a:lnTo>
                <a:lnTo>
                  <a:pt x="46861" y="6026"/>
                </a:lnTo>
                <a:lnTo>
                  <a:pt x="49167" y="2967"/>
                </a:lnTo>
                <a:lnTo>
                  <a:pt x="4686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4" name="Google Shape;10874;p9"/>
          <p:cNvSpPr/>
          <p:nvPr/>
        </p:nvSpPr>
        <p:spPr>
          <a:xfrm>
            <a:off x="6047617" y="3376628"/>
            <a:ext cx="1229175" cy="298166"/>
          </a:xfrm>
          <a:custGeom>
            <a:rect b="b" l="l" r="r" t="t"/>
            <a:pathLst>
              <a:path extrusionOk="0" h="6026" w="49167">
                <a:moveTo>
                  <a:pt x="2055" y="502"/>
                </a:moveTo>
                <a:cubicBezTo>
                  <a:pt x="1849" y="685"/>
                  <a:pt x="1667" y="867"/>
                  <a:pt x="1461" y="1073"/>
                </a:cubicBezTo>
                <a:lnTo>
                  <a:pt x="1028" y="502"/>
                </a:lnTo>
                <a:close/>
                <a:moveTo>
                  <a:pt x="3242" y="502"/>
                </a:moveTo>
                <a:cubicBezTo>
                  <a:pt x="2831" y="913"/>
                  <a:pt x="2420" y="1347"/>
                  <a:pt x="2032" y="1758"/>
                </a:cubicBezTo>
                <a:lnTo>
                  <a:pt x="1576" y="1187"/>
                </a:lnTo>
                <a:cubicBezTo>
                  <a:pt x="1804" y="959"/>
                  <a:pt x="2055" y="731"/>
                  <a:pt x="2283" y="502"/>
                </a:cubicBezTo>
                <a:close/>
                <a:moveTo>
                  <a:pt x="4771" y="502"/>
                </a:moveTo>
                <a:cubicBezTo>
                  <a:pt x="4064" y="1187"/>
                  <a:pt x="3356" y="1895"/>
                  <a:pt x="2671" y="2579"/>
                </a:cubicBezTo>
                <a:lnTo>
                  <a:pt x="2238" y="2032"/>
                </a:lnTo>
                <a:cubicBezTo>
                  <a:pt x="2740" y="1529"/>
                  <a:pt x="3242" y="1004"/>
                  <a:pt x="3744" y="502"/>
                </a:cubicBezTo>
                <a:close/>
                <a:moveTo>
                  <a:pt x="6163" y="502"/>
                </a:moveTo>
                <a:cubicBezTo>
                  <a:pt x="4497" y="2169"/>
                  <a:pt x="2831" y="3835"/>
                  <a:pt x="1210" y="5547"/>
                </a:cubicBezTo>
                <a:lnTo>
                  <a:pt x="1028" y="5547"/>
                </a:lnTo>
                <a:lnTo>
                  <a:pt x="3014" y="3013"/>
                </a:lnTo>
                <a:lnTo>
                  <a:pt x="2854" y="2785"/>
                </a:lnTo>
                <a:cubicBezTo>
                  <a:pt x="3607" y="2032"/>
                  <a:pt x="4360" y="1256"/>
                  <a:pt x="5136" y="502"/>
                </a:cubicBezTo>
                <a:close/>
                <a:moveTo>
                  <a:pt x="7556" y="502"/>
                </a:moveTo>
                <a:cubicBezTo>
                  <a:pt x="5821" y="2169"/>
                  <a:pt x="4109" y="3858"/>
                  <a:pt x="2397" y="5547"/>
                </a:cubicBezTo>
                <a:lnTo>
                  <a:pt x="1598" y="5547"/>
                </a:lnTo>
                <a:cubicBezTo>
                  <a:pt x="3356" y="3880"/>
                  <a:pt x="5091" y="2191"/>
                  <a:pt x="6848" y="502"/>
                </a:cubicBezTo>
                <a:close/>
                <a:moveTo>
                  <a:pt x="8629" y="502"/>
                </a:moveTo>
                <a:cubicBezTo>
                  <a:pt x="6985" y="2169"/>
                  <a:pt x="5365" y="3835"/>
                  <a:pt x="3767" y="5547"/>
                </a:cubicBezTo>
                <a:lnTo>
                  <a:pt x="2648" y="5547"/>
                </a:lnTo>
                <a:cubicBezTo>
                  <a:pt x="4383" y="3858"/>
                  <a:pt x="6095" y="2191"/>
                  <a:pt x="7807" y="502"/>
                </a:cubicBezTo>
                <a:close/>
                <a:moveTo>
                  <a:pt x="9998" y="502"/>
                </a:moveTo>
                <a:cubicBezTo>
                  <a:pt x="8332" y="2169"/>
                  <a:pt x="6688" y="3835"/>
                  <a:pt x="5068" y="5547"/>
                </a:cubicBezTo>
                <a:lnTo>
                  <a:pt x="4155" y="5547"/>
                </a:lnTo>
                <a:cubicBezTo>
                  <a:pt x="5753" y="3858"/>
                  <a:pt x="7350" y="2169"/>
                  <a:pt x="8948" y="502"/>
                </a:cubicBezTo>
                <a:close/>
                <a:moveTo>
                  <a:pt x="12326" y="502"/>
                </a:moveTo>
                <a:cubicBezTo>
                  <a:pt x="10569" y="2191"/>
                  <a:pt x="8788" y="3858"/>
                  <a:pt x="7031" y="5547"/>
                </a:cubicBezTo>
                <a:lnTo>
                  <a:pt x="5456" y="5547"/>
                </a:lnTo>
                <a:cubicBezTo>
                  <a:pt x="7076" y="3835"/>
                  <a:pt x="8720" y="2169"/>
                  <a:pt x="10363" y="502"/>
                </a:cubicBezTo>
                <a:close/>
                <a:moveTo>
                  <a:pt x="14107" y="502"/>
                </a:moveTo>
                <a:cubicBezTo>
                  <a:pt x="12349" y="2191"/>
                  <a:pt x="10569" y="3858"/>
                  <a:pt x="8811" y="5547"/>
                </a:cubicBezTo>
                <a:lnTo>
                  <a:pt x="7373" y="5547"/>
                </a:lnTo>
                <a:cubicBezTo>
                  <a:pt x="9108" y="3858"/>
                  <a:pt x="10843" y="2191"/>
                  <a:pt x="12555" y="502"/>
                </a:cubicBezTo>
                <a:close/>
                <a:moveTo>
                  <a:pt x="15864" y="502"/>
                </a:moveTo>
                <a:cubicBezTo>
                  <a:pt x="14084" y="2169"/>
                  <a:pt x="12281" y="3812"/>
                  <a:pt x="10546" y="5547"/>
                </a:cubicBezTo>
                <a:lnTo>
                  <a:pt x="9085" y="5547"/>
                </a:lnTo>
                <a:cubicBezTo>
                  <a:pt x="10820" y="3858"/>
                  <a:pt x="12555" y="2169"/>
                  <a:pt x="14289" y="502"/>
                </a:cubicBezTo>
                <a:close/>
                <a:moveTo>
                  <a:pt x="17005" y="502"/>
                </a:moveTo>
                <a:cubicBezTo>
                  <a:pt x="15339" y="2169"/>
                  <a:pt x="13696" y="3858"/>
                  <a:pt x="12052" y="5547"/>
                </a:cubicBezTo>
                <a:lnTo>
                  <a:pt x="10911" y="5547"/>
                </a:lnTo>
                <a:cubicBezTo>
                  <a:pt x="12646" y="3835"/>
                  <a:pt x="14403" y="2169"/>
                  <a:pt x="16161" y="502"/>
                </a:cubicBezTo>
                <a:close/>
                <a:moveTo>
                  <a:pt x="18535" y="502"/>
                </a:moveTo>
                <a:cubicBezTo>
                  <a:pt x="16846" y="2169"/>
                  <a:pt x="15179" y="3858"/>
                  <a:pt x="13536" y="5547"/>
                </a:cubicBezTo>
                <a:lnTo>
                  <a:pt x="12144" y="5547"/>
                </a:lnTo>
                <a:cubicBezTo>
                  <a:pt x="13833" y="3858"/>
                  <a:pt x="15545" y="2169"/>
                  <a:pt x="17234" y="502"/>
                </a:cubicBezTo>
                <a:close/>
                <a:moveTo>
                  <a:pt x="19516" y="502"/>
                </a:moveTo>
                <a:cubicBezTo>
                  <a:pt x="17850" y="2146"/>
                  <a:pt x="16229" y="3835"/>
                  <a:pt x="14632" y="5547"/>
                </a:cubicBezTo>
                <a:lnTo>
                  <a:pt x="13787" y="5547"/>
                </a:lnTo>
                <a:cubicBezTo>
                  <a:pt x="15453" y="3858"/>
                  <a:pt x="17097" y="2169"/>
                  <a:pt x="18763" y="502"/>
                </a:cubicBezTo>
                <a:close/>
                <a:moveTo>
                  <a:pt x="21479" y="502"/>
                </a:moveTo>
                <a:cubicBezTo>
                  <a:pt x="21091" y="867"/>
                  <a:pt x="20703" y="1256"/>
                  <a:pt x="20315" y="1621"/>
                </a:cubicBezTo>
                <a:cubicBezTo>
                  <a:pt x="18991" y="2922"/>
                  <a:pt x="17667" y="4246"/>
                  <a:pt x="16344" y="5547"/>
                </a:cubicBezTo>
                <a:lnTo>
                  <a:pt x="14860" y="5547"/>
                </a:lnTo>
                <a:cubicBezTo>
                  <a:pt x="16207" y="4109"/>
                  <a:pt x="17553" y="2693"/>
                  <a:pt x="18946" y="1324"/>
                </a:cubicBezTo>
                <a:cubicBezTo>
                  <a:pt x="19220" y="1050"/>
                  <a:pt x="19493" y="776"/>
                  <a:pt x="19790" y="502"/>
                </a:cubicBezTo>
                <a:close/>
                <a:moveTo>
                  <a:pt x="23191" y="502"/>
                </a:moveTo>
                <a:cubicBezTo>
                  <a:pt x="22735" y="959"/>
                  <a:pt x="22278" y="1415"/>
                  <a:pt x="21844" y="1895"/>
                </a:cubicBezTo>
                <a:cubicBezTo>
                  <a:pt x="20658" y="3104"/>
                  <a:pt x="19471" y="4337"/>
                  <a:pt x="18284" y="5547"/>
                </a:cubicBezTo>
                <a:lnTo>
                  <a:pt x="16503" y="5547"/>
                </a:lnTo>
                <a:cubicBezTo>
                  <a:pt x="17622" y="4451"/>
                  <a:pt x="18763" y="3378"/>
                  <a:pt x="19859" y="2283"/>
                </a:cubicBezTo>
                <a:cubicBezTo>
                  <a:pt x="20452" y="1689"/>
                  <a:pt x="21046" y="1096"/>
                  <a:pt x="21639" y="502"/>
                </a:cubicBezTo>
                <a:close/>
                <a:moveTo>
                  <a:pt x="25428" y="502"/>
                </a:moveTo>
                <a:cubicBezTo>
                  <a:pt x="24310" y="1644"/>
                  <a:pt x="23168" y="2762"/>
                  <a:pt x="22027" y="3880"/>
                </a:cubicBezTo>
                <a:cubicBezTo>
                  <a:pt x="21456" y="4428"/>
                  <a:pt x="20886" y="4976"/>
                  <a:pt x="20315" y="5547"/>
                </a:cubicBezTo>
                <a:lnTo>
                  <a:pt x="18512" y="5547"/>
                </a:lnTo>
                <a:cubicBezTo>
                  <a:pt x="19653" y="4360"/>
                  <a:pt x="20794" y="3173"/>
                  <a:pt x="21936" y="1986"/>
                </a:cubicBezTo>
                <a:cubicBezTo>
                  <a:pt x="22415" y="1484"/>
                  <a:pt x="22917" y="1004"/>
                  <a:pt x="23397" y="502"/>
                </a:cubicBezTo>
                <a:close/>
                <a:moveTo>
                  <a:pt x="26889" y="502"/>
                </a:moveTo>
                <a:cubicBezTo>
                  <a:pt x="25519" y="1917"/>
                  <a:pt x="24127" y="3310"/>
                  <a:pt x="22689" y="4679"/>
                </a:cubicBezTo>
                <a:cubicBezTo>
                  <a:pt x="22369" y="4976"/>
                  <a:pt x="22073" y="5250"/>
                  <a:pt x="21776" y="5547"/>
                </a:cubicBezTo>
                <a:lnTo>
                  <a:pt x="20566" y="5547"/>
                </a:lnTo>
                <a:cubicBezTo>
                  <a:pt x="22324" y="3858"/>
                  <a:pt x="24036" y="2191"/>
                  <a:pt x="25748" y="502"/>
                </a:cubicBezTo>
                <a:close/>
                <a:moveTo>
                  <a:pt x="27916" y="502"/>
                </a:moveTo>
                <a:cubicBezTo>
                  <a:pt x="26569" y="1826"/>
                  <a:pt x="25223" y="3127"/>
                  <a:pt x="23899" y="4451"/>
                </a:cubicBezTo>
                <a:cubicBezTo>
                  <a:pt x="23511" y="4816"/>
                  <a:pt x="23145" y="5181"/>
                  <a:pt x="22780" y="5547"/>
                </a:cubicBezTo>
                <a:lnTo>
                  <a:pt x="22004" y="5547"/>
                </a:lnTo>
                <a:cubicBezTo>
                  <a:pt x="22073" y="5455"/>
                  <a:pt x="22141" y="5387"/>
                  <a:pt x="22232" y="5318"/>
                </a:cubicBezTo>
                <a:cubicBezTo>
                  <a:pt x="23899" y="3743"/>
                  <a:pt x="25542" y="2123"/>
                  <a:pt x="27163" y="502"/>
                </a:cubicBezTo>
                <a:close/>
                <a:moveTo>
                  <a:pt x="28966" y="502"/>
                </a:moveTo>
                <a:cubicBezTo>
                  <a:pt x="27300" y="2169"/>
                  <a:pt x="25656" y="3858"/>
                  <a:pt x="24013" y="5547"/>
                </a:cubicBezTo>
                <a:lnTo>
                  <a:pt x="22963" y="5547"/>
                </a:lnTo>
                <a:cubicBezTo>
                  <a:pt x="23123" y="5387"/>
                  <a:pt x="23260" y="5250"/>
                  <a:pt x="23419" y="5113"/>
                </a:cubicBezTo>
                <a:cubicBezTo>
                  <a:pt x="24972" y="3561"/>
                  <a:pt x="26569" y="2032"/>
                  <a:pt x="28144" y="502"/>
                </a:cubicBezTo>
                <a:close/>
                <a:moveTo>
                  <a:pt x="30427" y="502"/>
                </a:moveTo>
                <a:cubicBezTo>
                  <a:pt x="28897" y="2009"/>
                  <a:pt x="27345" y="3515"/>
                  <a:pt x="25862" y="5044"/>
                </a:cubicBezTo>
                <a:cubicBezTo>
                  <a:pt x="25702" y="5204"/>
                  <a:pt x="25542" y="5364"/>
                  <a:pt x="25382" y="5547"/>
                </a:cubicBezTo>
                <a:lnTo>
                  <a:pt x="24789" y="5547"/>
                </a:lnTo>
                <a:cubicBezTo>
                  <a:pt x="26455" y="3858"/>
                  <a:pt x="28099" y="2191"/>
                  <a:pt x="29719" y="502"/>
                </a:cubicBezTo>
                <a:close/>
                <a:moveTo>
                  <a:pt x="31910" y="502"/>
                </a:moveTo>
                <a:cubicBezTo>
                  <a:pt x="30244" y="2191"/>
                  <a:pt x="28578" y="3858"/>
                  <a:pt x="26889" y="5547"/>
                </a:cubicBezTo>
                <a:lnTo>
                  <a:pt x="25611" y="5547"/>
                </a:lnTo>
                <a:cubicBezTo>
                  <a:pt x="25725" y="5410"/>
                  <a:pt x="25862" y="5296"/>
                  <a:pt x="25976" y="5159"/>
                </a:cubicBezTo>
                <a:cubicBezTo>
                  <a:pt x="27505" y="3584"/>
                  <a:pt x="29126" y="2032"/>
                  <a:pt x="30723" y="502"/>
                </a:cubicBezTo>
                <a:close/>
                <a:moveTo>
                  <a:pt x="34056" y="502"/>
                </a:moveTo>
                <a:cubicBezTo>
                  <a:pt x="32298" y="2191"/>
                  <a:pt x="30518" y="3858"/>
                  <a:pt x="28761" y="5547"/>
                </a:cubicBezTo>
                <a:lnTo>
                  <a:pt x="27231" y="5547"/>
                </a:lnTo>
                <a:cubicBezTo>
                  <a:pt x="28943" y="3858"/>
                  <a:pt x="30678" y="2191"/>
                  <a:pt x="32390" y="502"/>
                </a:cubicBezTo>
                <a:close/>
                <a:moveTo>
                  <a:pt x="35517" y="502"/>
                </a:moveTo>
                <a:cubicBezTo>
                  <a:pt x="33805" y="2191"/>
                  <a:pt x="32070" y="3880"/>
                  <a:pt x="30335" y="5547"/>
                </a:cubicBezTo>
                <a:lnTo>
                  <a:pt x="28966" y="5547"/>
                </a:lnTo>
                <a:cubicBezTo>
                  <a:pt x="30723" y="3858"/>
                  <a:pt x="32504" y="2191"/>
                  <a:pt x="34284" y="502"/>
                </a:cubicBezTo>
                <a:close/>
                <a:moveTo>
                  <a:pt x="37662" y="502"/>
                </a:moveTo>
                <a:cubicBezTo>
                  <a:pt x="35973" y="2169"/>
                  <a:pt x="34307" y="3858"/>
                  <a:pt x="32618" y="5547"/>
                </a:cubicBezTo>
                <a:lnTo>
                  <a:pt x="30564" y="5547"/>
                </a:lnTo>
                <a:cubicBezTo>
                  <a:pt x="32321" y="3880"/>
                  <a:pt x="34033" y="2191"/>
                  <a:pt x="35745" y="502"/>
                </a:cubicBezTo>
                <a:close/>
                <a:moveTo>
                  <a:pt x="39032" y="502"/>
                </a:moveTo>
                <a:cubicBezTo>
                  <a:pt x="38963" y="571"/>
                  <a:pt x="38918" y="616"/>
                  <a:pt x="38872" y="685"/>
                </a:cubicBezTo>
                <a:cubicBezTo>
                  <a:pt x="37252" y="2305"/>
                  <a:pt x="35631" y="3926"/>
                  <a:pt x="33988" y="5547"/>
                </a:cubicBezTo>
                <a:lnTo>
                  <a:pt x="32846" y="5547"/>
                </a:lnTo>
                <a:cubicBezTo>
                  <a:pt x="34558" y="3858"/>
                  <a:pt x="36247" y="2169"/>
                  <a:pt x="37959" y="502"/>
                </a:cubicBezTo>
                <a:close/>
                <a:moveTo>
                  <a:pt x="40470" y="502"/>
                </a:moveTo>
                <a:cubicBezTo>
                  <a:pt x="39762" y="1278"/>
                  <a:pt x="39032" y="2032"/>
                  <a:pt x="38302" y="2785"/>
                </a:cubicBezTo>
                <a:cubicBezTo>
                  <a:pt x="37388" y="3698"/>
                  <a:pt x="36475" y="4611"/>
                  <a:pt x="35562" y="5547"/>
                </a:cubicBezTo>
                <a:lnTo>
                  <a:pt x="34284" y="5547"/>
                </a:lnTo>
                <a:cubicBezTo>
                  <a:pt x="35859" y="3972"/>
                  <a:pt x="37434" y="2397"/>
                  <a:pt x="39009" y="822"/>
                </a:cubicBezTo>
                <a:cubicBezTo>
                  <a:pt x="39100" y="708"/>
                  <a:pt x="39215" y="616"/>
                  <a:pt x="39306" y="502"/>
                </a:cubicBezTo>
                <a:close/>
                <a:moveTo>
                  <a:pt x="41543" y="502"/>
                </a:moveTo>
                <a:cubicBezTo>
                  <a:pt x="39831" y="2191"/>
                  <a:pt x="38096" y="3858"/>
                  <a:pt x="36361" y="5547"/>
                </a:cubicBezTo>
                <a:lnTo>
                  <a:pt x="35677" y="5547"/>
                </a:lnTo>
                <a:cubicBezTo>
                  <a:pt x="37320" y="3858"/>
                  <a:pt x="38963" y="2169"/>
                  <a:pt x="40607" y="502"/>
                </a:cubicBezTo>
                <a:close/>
                <a:moveTo>
                  <a:pt x="43620" y="502"/>
                </a:moveTo>
                <a:cubicBezTo>
                  <a:pt x="41931" y="2191"/>
                  <a:pt x="40242" y="3858"/>
                  <a:pt x="38530" y="5547"/>
                </a:cubicBezTo>
                <a:lnTo>
                  <a:pt x="36955" y="5547"/>
                </a:lnTo>
                <a:cubicBezTo>
                  <a:pt x="38621" y="3858"/>
                  <a:pt x="40310" y="2191"/>
                  <a:pt x="41976" y="502"/>
                </a:cubicBezTo>
                <a:close/>
                <a:moveTo>
                  <a:pt x="44944" y="502"/>
                </a:moveTo>
                <a:cubicBezTo>
                  <a:pt x="43300" y="2214"/>
                  <a:pt x="41634" y="3880"/>
                  <a:pt x="39945" y="5547"/>
                </a:cubicBezTo>
                <a:lnTo>
                  <a:pt x="38781" y="5547"/>
                </a:lnTo>
                <a:cubicBezTo>
                  <a:pt x="40493" y="3880"/>
                  <a:pt x="42205" y="2191"/>
                  <a:pt x="43894" y="502"/>
                </a:cubicBezTo>
                <a:close/>
                <a:moveTo>
                  <a:pt x="45834" y="502"/>
                </a:moveTo>
                <a:cubicBezTo>
                  <a:pt x="44738" y="1735"/>
                  <a:pt x="43643" y="2990"/>
                  <a:pt x="42524" y="4200"/>
                </a:cubicBezTo>
                <a:cubicBezTo>
                  <a:pt x="42091" y="4656"/>
                  <a:pt x="41680" y="5090"/>
                  <a:pt x="41246" y="5547"/>
                </a:cubicBezTo>
                <a:lnTo>
                  <a:pt x="40379" y="5547"/>
                </a:lnTo>
                <a:cubicBezTo>
                  <a:pt x="42068" y="3903"/>
                  <a:pt x="43734" y="2214"/>
                  <a:pt x="45332" y="502"/>
                </a:cubicBezTo>
                <a:close/>
                <a:moveTo>
                  <a:pt x="46610" y="502"/>
                </a:moveTo>
                <a:lnTo>
                  <a:pt x="46793" y="731"/>
                </a:lnTo>
                <a:cubicBezTo>
                  <a:pt x="45628" y="2077"/>
                  <a:pt x="44487" y="3447"/>
                  <a:pt x="43277" y="4702"/>
                </a:cubicBezTo>
                <a:cubicBezTo>
                  <a:pt x="43026" y="4976"/>
                  <a:pt x="42752" y="5273"/>
                  <a:pt x="42479" y="5547"/>
                </a:cubicBezTo>
                <a:lnTo>
                  <a:pt x="41406" y="5547"/>
                </a:lnTo>
                <a:cubicBezTo>
                  <a:pt x="42981" y="3880"/>
                  <a:pt x="44533" y="2191"/>
                  <a:pt x="46085" y="502"/>
                </a:cubicBezTo>
                <a:close/>
                <a:moveTo>
                  <a:pt x="46929" y="913"/>
                </a:moveTo>
                <a:lnTo>
                  <a:pt x="47363" y="1484"/>
                </a:lnTo>
                <a:cubicBezTo>
                  <a:pt x="46062" y="2808"/>
                  <a:pt x="44784" y="4177"/>
                  <a:pt x="43483" y="5547"/>
                </a:cubicBezTo>
                <a:lnTo>
                  <a:pt x="42707" y="5547"/>
                </a:lnTo>
                <a:cubicBezTo>
                  <a:pt x="42935" y="5296"/>
                  <a:pt x="43186" y="5067"/>
                  <a:pt x="43414" y="4839"/>
                </a:cubicBezTo>
                <a:cubicBezTo>
                  <a:pt x="44647" y="3584"/>
                  <a:pt x="45765" y="2237"/>
                  <a:pt x="46929" y="913"/>
                </a:cubicBezTo>
                <a:close/>
                <a:moveTo>
                  <a:pt x="47523" y="1644"/>
                </a:moveTo>
                <a:lnTo>
                  <a:pt x="48162" y="2488"/>
                </a:lnTo>
                <a:cubicBezTo>
                  <a:pt x="47272" y="3515"/>
                  <a:pt x="46382" y="4542"/>
                  <a:pt x="45469" y="5547"/>
                </a:cubicBezTo>
                <a:lnTo>
                  <a:pt x="43802" y="5547"/>
                </a:lnTo>
                <a:cubicBezTo>
                  <a:pt x="45035" y="4246"/>
                  <a:pt x="46268" y="2945"/>
                  <a:pt x="47523" y="1644"/>
                </a:cubicBezTo>
                <a:close/>
                <a:moveTo>
                  <a:pt x="48276" y="2625"/>
                </a:moveTo>
                <a:lnTo>
                  <a:pt x="48550" y="2967"/>
                </a:lnTo>
                <a:lnTo>
                  <a:pt x="46610" y="5547"/>
                </a:lnTo>
                <a:lnTo>
                  <a:pt x="45743" y="5547"/>
                </a:lnTo>
                <a:cubicBezTo>
                  <a:pt x="46610" y="4588"/>
                  <a:pt x="47454" y="3607"/>
                  <a:pt x="48276" y="2625"/>
                </a:cubicBezTo>
                <a:close/>
                <a:moveTo>
                  <a:pt x="1" y="0"/>
                </a:moveTo>
                <a:lnTo>
                  <a:pt x="2397" y="3013"/>
                </a:lnTo>
                <a:lnTo>
                  <a:pt x="1" y="6026"/>
                </a:lnTo>
                <a:lnTo>
                  <a:pt x="46861" y="6026"/>
                </a:lnTo>
                <a:lnTo>
                  <a:pt x="49166" y="2967"/>
                </a:lnTo>
                <a:lnTo>
                  <a:pt x="46861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5" name="Google Shape;10875;p9"/>
          <p:cNvSpPr txBox="1"/>
          <p:nvPr/>
        </p:nvSpPr>
        <p:spPr>
          <a:xfrm>
            <a:off x="905624" y="4070145"/>
            <a:ext cx="1645800" cy="8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Index: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6" name="Google Shape;10876;p9"/>
          <p:cNvSpPr txBox="1"/>
          <p:nvPr/>
        </p:nvSpPr>
        <p:spPr>
          <a:xfrm>
            <a:off x="5896855" y="4070158"/>
            <a:ext cx="1645800" cy="8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Index: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7" name="Google Shape;10877;p9"/>
          <p:cNvSpPr txBox="1"/>
          <p:nvPr/>
        </p:nvSpPr>
        <p:spPr>
          <a:xfrm>
            <a:off x="2141623" y="4070146"/>
            <a:ext cx="1645800" cy="8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Index: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8" name="Google Shape;10878;p9"/>
          <p:cNvSpPr txBox="1"/>
          <p:nvPr/>
        </p:nvSpPr>
        <p:spPr>
          <a:xfrm>
            <a:off x="3377609" y="4070158"/>
            <a:ext cx="1645800" cy="8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Index: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9" name="Google Shape;10879;p9"/>
          <p:cNvSpPr txBox="1"/>
          <p:nvPr/>
        </p:nvSpPr>
        <p:spPr>
          <a:xfrm>
            <a:off x="4607349" y="4070146"/>
            <a:ext cx="1645800" cy="8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Index: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  <a:endParaRPr b="0" i="0" sz="1400" u="none" cap="none" strike="noStrik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80" name="Google Shape;10880;p9"/>
          <p:cNvSpPr txBox="1"/>
          <p:nvPr/>
        </p:nvSpPr>
        <p:spPr>
          <a:xfrm>
            <a:off x="3707724" y="2900775"/>
            <a:ext cx="11241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b="1" i="0" lang="en" sz="2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rPr>
              <a:t>“Bread”</a:t>
            </a:r>
            <a:endParaRPr b="1" i="0" sz="2000" u="none" cap="none" strike="noStrike">
              <a:solidFill>
                <a:schemeClr val="dk1"/>
              </a:solidFill>
              <a:latin typeface="Itim"/>
              <a:ea typeface="Itim"/>
              <a:cs typeface="Itim"/>
              <a:sym typeface="Itim"/>
            </a:endParaRPr>
          </a:p>
        </p:txBody>
      </p:sp>
      <p:sp>
        <p:nvSpPr>
          <p:cNvPr id="10881" name="Google Shape;10881;p9"/>
          <p:cNvSpPr txBox="1"/>
          <p:nvPr/>
        </p:nvSpPr>
        <p:spPr>
          <a:xfrm>
            <a:off x="1199502" y="2864168"/>
            <a:ext cx="11658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b="1" i="0" lang="en" sz="2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rPr>
              <a:t>“Eggs”</a:t>
            </a:r>
            <a:endParaRPr b="1" i="0" sz="2000" u="none" cap="none" strike="noStrike">
              <a:solidFill>
                <a:schemeClr val="dk1"/>
              </a:solidFill>
              <a:latin typeface="Itim"/>
              <a:ea typeface="Itim"/>
              <a:cs typeface="Itim"/>
              <a:sym typeface="Itim"/>
            </a:endParaRPr>
          </a:p>
        </p:txBody>
      </p:sp>
      <p:sp>
        <p:nvSpPr>
          <p:cNvPr id="10882" name="Google Shape;10882;p9"/>
          <p:cNvSpPr txBox="1"/>
          <p:nvPr/>
        </p:nvSpPr>
        <p:spPr>
          <a:xfrm>
            <a:off x="2417259" y="2864182"/>
            <a:ext cx="11658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b="1" i="0" lang="en" sz="2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rPr>
              <a:t>“Milk”</a:t>
            </a:r>
            <a:endParaRPr b="1" i="0" sz="2000" u="none" cap="none" strike="noStrike">
              <a:solidFill>
                <a:schemeClr val="dk1"/>
              </a:solidFill>
              <a:latin typeface="Itim"/>
              <a:ea typeface="Itim"/>
              <a:cs typeface="Itim"/>
              <a:sym typeface="Itim"/>
            </a:endParaRPr>
          </a:p>
        </p:txBody>
      </p:sp>
      <p:sp>
        <p:nvSpPr>
          <p:cNvPr id="10883" name="Google Shape;10883;p9"/>
          <p:cNvSpPr txBox="1"/>
          <p:nvPr/>
        </p:nvSpPr>
        <p:spPr>
          <a:xfrm>
            <a:off x="4759100" y="2882475"/>
            <a:ext cx="13968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b="1" i="0" lang="en" sz="2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rPr>
              <a:t>“Chicken”</a:t>
            </a:r>
            <a:endParaRPr b="1" i="0" sz="2000" u="none" cap="none" strike="noStrike">
              <a:solidFill>
                <a:schemeClr val="dk1"/>
              </a:solidFill>
              <a:latin typeface="Itim"/>
              <a:ea typeface="Itim"/>
              <a:cs typeface="Itim"/>
              <a:sym typeface="Itim"/>
            </a:endParaRPr>
          </a:p>
        </p:txBody>
      </p:sp>
      <p:sp>
        <p:nvSpPr>
          <p:cNvPr id="10884" name="Google Shape;10884;p9"/>
          <p:cNvSpPr txBox="1"/>
          <p:nvPr/>
        </p:nvSpPr>
        <p:spPr>
          <a:xfrm>
            <a:off x="6103522" y="2882470"/>
            <a:ext cx="1165800" cy="44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b="1" i="0" lang="en" sz="2000" u="none" cap="none" strike="noStrike">
                <a:solidFill>
                  <a:schemeClr val="dk1"/>
                </a:solidFill>
                <a:latin typeface="Itim"/>
                <a:ea typeface="Itim"/>
                <a:cs typeface="Itim"/>
                <a:sym typeface="Itim"/>
              </a:rPr>
              <a:t>“Water”</a:t>
            </a:r>
            <a:endParaRPr b="1" i="0" sz="2000" u="none" cap="none" strike="noStrike">
              <a:solidFill>
                <a:schemeClr val="dk1"/>
              </a:solidFill>
              <a:latin typeface="Itim"/>
              <a:ea typeface="Itim"/>
              <a:cs typeface="Itim"/>
              <a:sym typeface="Itim"/>
            </a:endParaRPr>
          </a:p>
        </p:txBody>
      </p:sp>
      <p:grpSp>
        <p:nvGrpSpPr>
          <p:cNvPr id="10885" name="Google Shape;10885;p9"/>
          <p:cNvGrpSpPr/>
          <p:nvPr/>
        </p:nvGrpSpPr>
        <p:grpSpPr>
          <a:xfrm rot="-4355879">
            <a:off x="7370609" y="3851189"/>
            <a:ext cx="1030978" cy="397998"/>
            <a:chOff x="-623075" y="2736900"/>
            <a:chExt cx="720250" cy="273275"/>
          </a:xfrm>
        </p:grpSpPr>
        <p:sp>
          <p:nvSpPr>
            <p:cNvPr id="10886" name="Google Shape;10886;p9"/>
            <p:cNvSpPr/>
            <p:nvPr/>
          </p:nvSpPr>
          <p:spPr>
            <a:xfrm>
              <a:off x="-623075" y="2736900"/>
              <a:ext cx="634575" cy="248050"/>
            </a:xfrm>
            <a:custGeom>
              <a:rect b="b" l="l" r="r" t="t"/>
              <a:pathLst>
                <a:path extrusionOk="0" h="9922" w="25383">
                  <a:moveTo>
                    <a:pt x="15637" y="2440"/>
                  </a:moveTo>
                  <a:lnTo>
                    <a:pt x="15637" y="2440"/>
                  </a:lnTo>
                  <a:cubicBezTo>
                    <a:pt x="16104" y="2907"/>
                    <a:pt x="16346" y="3595"/>
                    <a:pt x="16197" y="4444"/>
                  </a:cubicBezTo>
                  <a:cubicBezTo>
                    <a:pt x="16180" y="4536"/>
                    <a:pt x="16162" y="4625"/>
                    <a:pt x="16137" y="4714"/>
                  </a:cubicBezTo>
                  <a:cubicBezTo>
                    <a:pt x="16282" y="4326"/>
                    <a:pt x="16333" y="3905"/>
                    <a:pt x="16279" y="3463"/>
                  </a:cubicBezTo>
                  <a:cubicBezTo>
                    <a:pt x="16218" y="2985"/>
                    <a:pt x="15976" y="2650"/>
                    <a:pt x="15637" y="2440"/>
                  </a:cubicBezTo>
                  <a:close/>
                  <a:moveTo>
                    <a:pt x="14164" y="1"/>
                  </a:moveTo>
                  <a:cubicBezTo>
                    <a:pt x="12311" y="1"/>
                    <a:pt x="10317" y="906"/>
                    <a:pt x="9315" y="2318"/>
                  </a:cubicBezTo>
                  <a:cubicBezTo>
                    <a:pt x="8299" y="3755"/>
                    <a:pt x="8163" y="5753"/>
                    <a:pt x="9130" y="7242"/>
                  </a:cubicBezTo>
                  <a:cubicBezTo>
                    <a:pt x="9197" y="7346"/>
                    <a:pt x="9265" y="7446"/>
                    <a:pt x="9340" y="7539"/>
                  </a:cubicBezTo>
                  <a:cubicBezTo>
                    <a:pt x="6662" y="7321"/>
                    <a:pt x="4006" y="6323"/>
                    <a:pt x="2169" y="4376"/>
                  </a:cubicBezTo>
                  <a:cubicBezTo>
                    <a:pt x="1984" y="4180"/>
                    <a:pt x="1748" y="4097"/>
                    <a:pt x="1510" y="4097"/>
                  </a:cubicBezTo>
                  <a:cubicBezTo>
                    <a:pt x="768" y="4097"/>
                    <a:pt x="1" y="4889"/>
                    <a:pt x="643" y="5567"/>
                  </a:cubicBezTo>
                  <a:cubicBezTo>
                    <a:pt x="679" y="5606"/>
                    <a:pt x="715" y="5646"/>
                    <a:pt x="750" y="5681"/>
                  </a:cubicBezTo>
                  <a:cubicBezTo>
                    <a:pt x="818" y="5207"/>
                    <a:pt x="1460" y="4736"/>
                    <a:pt x="1980" y="4736"/>
                  </a:cubicBezTo>
                  <a:cubicBezTo>
                    <a:pt x="2152" y="4736"/>
                    <a:pt x="2305" y="4786"/>
                    <a:pt x="2426" y="4900"/>
                  </a:cubicBezTo>
                  <a:cubicBezTo>
                    <a:pt x="4462" y="6847"/>
                    <a:pt x="7072" y="7924"/>
                    <a:pt x="9735" y="7924"/>
                  </a:cubicBezTo>
                  <a:cubicBezTo>
                    <a:pt x="10952" y="7924"/>
                    <a:pt x="12182" y="7699"/>
                    <a:pt x="13373" y="7229"/>
                  </a:cubicBezTo>
                  <a:lnTo>
                    <a:pt x="13373" y="7229"/>
                  </a:lnTo>
                  <a:cubicBezTo>
                    <a:pt x="13091" y="7314"/>
                    <a:pt x="12806" y="7382"/>
                    <a:pt x="12517" y="7432"/>
                  </a:cubicBezTo>
                  <a:cubicBezTo>
                    <a:pt x="12471" y="7439"/>
                    <a:pt x="12428" y="7446"/>
                    <a:pt x="12378" y="7453"/>
                  </a:cubicBezTo>
                  <a:cubicBezTo>
                    <a:pt x="12321" y="7464"/>
                    <a:pt x="12264" y="7471"/>
                    <a:pt x="12204" y="7478"/>
                  </a:cubicBezTo>
                  <a:cubicBezTo>
                    <a:pt x="12200" y="7478"/>
                    <a:pt x="12196" y="7474"/>
                    <a:pt x="12189" y="7471"/>
                  </a:cubicBezTo>
                  <a:cubicBezTo>
                    <a:pt x="12150" y="7474"/>
                    <a:pt x="12115" y="7474"/>
                    <a:pt x="12075" y="7474"/>
                  </a:cubicBezTo>
                  <a:cubicBezTo>
                    <a:pt x="11815" y="7474"/>
                    <a:pt x="11562" y="7428"/>
                    <a:pt x="11401" y="7321"/>
                  </a:cubicBezTo>
                  <a:cubicBezTo>
                    <a:pt x="10068" y="6437"/>
                    <a:pt x="8716" y="5068"/>
                    <a:pt x="9793" y="3427"/>
                  </a:cubicBezTo>
                  <a:cubicBezTo>
                    <a:pt x="10563" y="2251"/>
                    <a:pt x="12136" y="1138"/>
                    <a:pt x="13551" y="1006"/>
                  </a:cubicBezTo>
                  <a:cubicBezTo>
                    <a:pt x="13797" y="982"/>
                    <a:pt x="14068" y="967"/>
                    <a:pt x="14350" y="967"/>
                  </a:cubicBezTo>
                  <a:cubicBezTo>
                    <a:pt x="15676" y="967"/>
                    <a:pt x="17274" y="1278"/>
                    <a:pt x="17916" y="2397"/>
                  </a:cubicBezTo>
                  <a:cubicBezTo>
                    <a:pt x="17987" y="2525"/>
                    <a:pt x="18051" y="2654"/>
                    <a:pt x="18101" y="2786"/>
                  </a:cubicBezTo>
                  <a:cubicBezTo>
                    <a:pt x="18084" y="2715"/>
                    <a:pt x="18058" y="2643"/>
                    <a:pt x="18037" y="2568"/>
                  </a:cubicBezTo>
                  <a:cubicBezTo>
                    <a:pt x="17434" y="756"/>
                    <a:pt x="15859" y="1"/>
                    <a:pt x="14164" y="1"/>
                  </a:cubicBezTo>
                  <a:close/>
                  <a:moveTo>
                    <a:pt x="18265" y="4390"/>
                  </a:moveTo>
                  <a:cubicBezTo>
                    <a:pt x="18122" y="5257"/>
                    <a:pt x="17630" y="6077"/>
                    <a:pt x="16942" y="6658"/>
                  </a:cubicBezTo>
                  <a:cubicBezTo>
                    <a:pt x="16803" y="6776"/>
                    <a:pt x="16582" y="6826"/>
                    <a:pt x="16340" y="6826"/>
                  </a:cubicBezTo>
                  <a:cubicBezTo>
                    <a:pt x="15833" y="6826"/>
                    <a:pt x="15242" y="6605"/>
                    <a:pt x="15127" y="6309"/>
                  </a:cubicBezTo>
                  <a:cubicBezTo>
                    <a:pt x="14956" y="6459"/>
                    <a:pt x="14767" y="6590"/>
                    <a:pt x="14571" y="6708"/>
                  </a:cubicBezTo>
                  <a:cubicBezTo>
                    <a:pt x="14660" y="6686"/>
                    <a:pt x="14742" y="6676"/>
                    <a:pt x="14821" y="6676"/>
                  </a:cubicBezTo>
                  <a:cubicBezTo>
                    <a:pt x="15551" y="6676"/>
                    <a:pt x="15844" y="7550"/>
                    <a:pt x="14945" y="8009"/>
                  </a:cubicBezTo>
                  <a:cubicBezTo>
                    <a:pt x="14906" y="8027"/>
                    <a:pt x="14870" y="8049"/>
                    <a:pt x="14832" y="8067"/>
                  </a:cubicBezTo>
                  <a:cubicBezTo>
                    <a:pt x="15723" y="8345"/>
                    <a:pt x="16560" y="8523"/>
                    <a:pt x="17424" y="8523"/>
                  </a:cubicBezTo>
                  <a:cubicBezTo>
                    <a:pt x="18073" y="8523"/>
                    <a:pt x="18732" y="8423"/>
                    <a:pt x="19442" y="8184"/>
                  </a:cubicBezTo>
                  <a:cubicBezTo>
                    <a:pt x="20943" y="7678"/>
                    <a:pt x="22287" y="6765"/>
                    <a:pt x="23603" y="5902"/>
                  </a:cubicBezTo>
                  <a:cubicBezTo>
                    <a:pt x="23810" y="5766"/>
                    <a:pt x="24006" y="5710"/>
                    <a:pt x="24177" y="5710"/>
                  </a:cubicBezTo>
                  <a:cubicBezTo>
                    <a:pt x="24434" y="5710"/>
                    <a:pt x="24641" y="5835"/>
                    <a:pt x="24762" y="6020"/>
                  </a:cubicBezTo>
                  <a:cubicBezTo>
                    <a:pt x="24922" y="5688"/>
                    <a:pt x="25086" y="5356"/>
                    <a:pt x="25251" y="5025"/>
                  </a:cubicBezTo>
                  <a:cubicBezTo>
                    <a:pt x="25254" y="5007"/>
                    <a:pt x="25261" y="4993"/>
                    <a:pt x="25272" y="4979"/>
                  </a:cubicBezTo>
                  <a:cubicBezTo>
                    <a:pt x="25272" y="4975"/>
                    <a:pt x="25276" y="4975"/>
                    <a:pt x="25276" y="4971"/>
                  </a:cubicBezTo>
                  <a:cubicBezTo>
                    <a:pt x="25297" y="4932"/>
                    <a:pt x="25315" y="4893"/>
                    <a:pt x="25336" y="4854"/>
                  </a:cubicBezTo>
                  <a:cubicBezTo>
                    <a:pt x="25343" y="4836"/>
                    <a:pt x="25358" y="4821"/>
                    <a:pt x="25379" y="4811"/>
                  </a:cubicBezTo>
                  <a:cubicBezTo>
                    <a:pt x="25383" y="4808"/>
                    <a:pt x="25383" y="4808"/>
                    <a:pt x="25383" y="4803"/>
                  </a:cubicBezTo>
                  <a:cubicBezTo>
                    <a:pt x="25264" y="4747"/>
                    <a:pt x="25144" y="4690"/>
                    <a:pt x="25026" y="4632"/>
                  </a:cubicBezTo>
                  <a:cubicBezTo>
                    <a:pt x="22576" y="6879"/>
                    <a:pt x="19410" y="8216"/>
                    <a:pt x="16068" y="8216"/>
                  </a:cubicBezTo>
                  <a:cubicBezTo>
                    <a:pt x="15918" y="8216"/>
                    <a:pt x="15765" y="8216"/>
                    <a:pt x="15612" y="8210"/>
                  </a:cubicBezTo>
                  <a:cubicBezTo>
                    <a:pt x="15523" y="8205"/>
                    <a:pt x="15434" y="8202"/>
                    <a:pt x="15345" y="8198"/>
                  </a:cubicBezTo>
                  <a:cubicBezTo>
                    <a:pt x="16881" y="7364"/>
                    <a:pt x="18105" y="6070"/>
                    <a:pt x="18265" y="4390"/>
                  </a:cubicBezTo>
                  <a:close/>
                  <a:moveTo>
                    <a:pt x="24644" y="7000"/>
                  </a:moveTo>
                  <a:cubicBezTo>
                    <a:pt x="24576" y="7079"/>
                    <a:pt x="24491" y="7153"/>
                    <a:pt x="24384" y="7221"/>
                  </a:cubicBezTo>
                  <a:cubicBezTo>
                    <a:pt x="23578" y="7749"/>
                    <a:pt x="22761" y="8277"/>
                    <a:pt x="21913" y="8737"/>
                  </a:cubicBezTo>
                  <a:cubicBezTo>
                    <a:pt x="22919" y="8309"/>
                    <a:pt x="23882" y="7774"/>
                    <a:pt x="24772" y="7143"/>
                  </a:cubicBezTo>
                  <a:cubicBezTo>
                    <a:pt x="24726" y="7097"/>
                    <a:pt x="24683" y="7046"/>
                    <a:pt x="24644" y="7000"/>
                  </a:cubicBezTo>
                  <a:close/>
                  <a:moveTo>
                    <a:pt x="12696" y="8916"/>
                  </a:moveTo>
                  <a:cubicBezTo>
                    <a:pt x="12125" y="9087"/>
                    <a:pt x="11547" y="9215"/>
                    <a:pt x="10970" y="9304"/>
                  </a:cubicBezTo>
                  <a:cubicBezTo>
                    <a:pt x="11219" y="9296"/>
                    <a:pt x="11468" y="9283"/>
                    <a:pt x="11718" y="9265"/>
                  </a:cubicBezTo>
                  <a:cubicBezTo>
                    <a:pt x="11733" y="9265"/>
                    <a:pt x="11747" y="9261"/>
                    <a:pt x="11761" y="9261"/>
                  </a:cubicBezTo>
                  <a:cubicBezTo>
                    <a:pt x="12346" y="9489"/>
                    <a:pt x="12963" y="9650"/>
                    <a:pt x="13565" y="9760"/>
                  </a:cubicBezTo>
                  <a:cubicBezTo>
                    <a:pt x="13976" y="9831"/>
                    <a:pt x="14389" y="9885"/>
                    <a:pt x="14799" y="9921"/>
                  </a:cubicBezTo>
                  <a:cubicBezTo>
                    <a:pt x="14250" y="9782"/>
                    <a:pt x="13693" y="9607"/>
                    <a:pt x="13116" y="9403"/>
                  </a:cubicBezTo>
                  <a:cubicBezTo>
                    <a:pt x="12821" y="9304"/>
                    <a:pt x="12696" y="9122"/>
                    <a:pt x="12696" y="8916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7" name="Google Shape;10887;p9"/>
            <p:cNvSpPr/>
            <p:nvPr/>
          </p:nvSpPr>
          <p:spPr>
            <a:xfrm>
              <a:off x="-134200" y="2744850"/>
              <a:ext cx="231375" cy="265325"/>
            </a:xfrm>
            <a:custGeom>
              <a:rect b="b" l="l" r="r" t="t"/>
              <a:pathLst>
                <a:path extrusionOk="0" h="10613" w="9255">
                  <a:moveTo>
                    <a:pt x="1556" y="0"/>
                  </a:moveTo>
                  <a:cubicBezTo>
                    <a:pt x="800" y="0"/>
                    <a:pt x="1" y="824"/>
                    <a:pt x="732" y="1366"/>
                  </a:cubicBezTo>
                  <a:cubicBezTo>
                    <a:pt x="928" y="1073"/>
                    <a:pt x="1812" y="521"/>
                    <a:pt x="2240" y="521"/>
                  </a:cubicBezTo>
                  <a:cubicBezTo>
                    <a:pt x="2304" y="521"/>
                    <a:pt x="2358" y="535"/>
                    <a:pt x="2401" y="560"/>
                  </a:cubicBezTo>
                  <a:cubicBezTo>
                    <a:pt x="4187" y="1801"/>
                    <a:pt x="6070" y="2874"/>
                    <a:pt x="8049" y="3784"/>
                  </a:cubicBezTo>
                  <a:cubicBezTo>
                    <a:pt x="8099" y="3805"/>
                    <a:pt x="8042" y="3898"/>
                    <a:pt x="7917" y="4015"/>
                  </a:cubicBezTo>
                  <a:cubicBezTo>
                    <a:pt x="7985" y="4097"/>
                    <a:pt x="8028" y="4207"/>
                    <a:pt x="7967" y="4304"/>
                  </a:cubicBezTo>
                  <a:cubicBezTo>
                    <a:pt x="7864" y="4464"/>
                    <a:pt x="7760" y="4622"/>
                    <a:pt x="7660" y="4782"/>
                  </a:cubicBezTo>
                  <a:cubicBezTo>
                    <a:pt x="7557" y="4939"/>
                    <a:pt x="7414" y="5025"/>
                    <a:pt x="7250" y="5092"/>
                  </a:cubicBezTo>
                  <a:cubicBezTo>
                    <a:pt x="7218" y="5135"/>
                    <a:pt x="7179" y="5178"/>
                    <a:pt x="7140" y="5221"/>
                  </a:cubicBezTo>
                  <a:cubicBezTo>
                    <a:pt x="7322" y="5420"/>
                    <a:pt x="7429" y="5624"/>
                    <a:pt x="7357" y="5766"/>
                  </a:cubicBezTo>
                  <a:cubicBezTo>
                    <a:pt x="7079" y="6330"/>
                    <a:pt x="6801" y="6893"/>
                    <a:pt x="6522" y="7456"/>
                  </a:cubicBezTo>
                  <a:cubicBezTo>
                    <a:pt x="6505" y="7495"/>
                    <a:pt x="6462" y="7513"/>
                    <a:pt x="6402" y="7513"/>
                  </a:cubicBezTo>
                  <a:cubicBezTo>
                    <a:pt x="6184" y="7513"/>
                    <a:pt x="5739" y="7274"/>
                    <a:pt x="5396" y="6985"/>
                  </a:cubicBezTo>
                  <a:cubicBezTo>
                    <a:pt x="5097" y="7902"/>
                    <a:pt x="4886" y="8850"/>
                    <a:pt x="4768" y="9831"/>
                  </a:cubicBezTo>
                  <a:cubicBezTo>
                    <a:pt x="4707" y="10362"/>
                    <a:pt x="5164" y="10612"/>
                    <a:pt x="5653" y="10612"/>
                  </a:cubicBezTo>
                  <a:cubicBezTo>
                    <a:pt x="6152" y="10612"/>
                    <a:pt x="6683" y="10355"/>
                    <a:pt x="6740" y="9874"/>
                  </a:cubicBezTo>
                  <a:cubicBezTo>
                    <a:pt x="7001" y="7678"/>
                    <a:pt x="7742" y="5691"/>
                    <a:pt x="8973" y="3855"/>
                  </a:cubicBezTo>
                  <a:cubicBezTo>
                    <a:pt x="9254" y="3430"/>
                    <a:pt x="8805" y="3006"/>
                    <a:pt x="8430" y="2907"/>
                  </a:cubicBezTo>
                  <a:cubicBezTo>
                    <a:pt x="6155" y="2282"/>
                    <a:pt x="4034" y="1348"/>
                    <a:pt x="2019" y="125"/>
                  </a:cubicBezTo>
                  <a:cubicBezTo>
                    <a:pt x="1876" y="35"/>
                    <a:pt x="1720" y="0"/>
                    <a:pt x="1556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8" name="Google Shape;10888;p9"/>
            <p:cNvSpPr/>
            <p:nvPr/>
          </p:nvSpPr>
          <p:spPr>
            <a:xfrm>
              <a:off x="42575" y="2872150"/>
              <a:ext cx="4475" cy="3225"/>
            </a:xfrm>
            <a:custGeom>
              <a:rect b="b" l="l" r="r" t="t"/>
              <a:pathLst>
                <a:path extrusionOk="0" h="129" w="179">
                  <a:moveTo>
                    <a:pt x="179" y="0"/>
                  </a:moveTo>
                  <a:lnTo>
                    <a:pt x="179" y="0"/>
                  </a:lnTo>
                  <a:cubicBezTo>
                    <a:pt x="169" y="4"/>
                    <a:pt x="158" y="7"/>
                    <a:pt x="151" y="11"/>
                  </a:cubicBezTo>
                  <a:cubicBezTo>
                    <a:pt x="101" y="32"/>
                    <a:pt x="51" y="46"/>
                    <a:pt x="1" y="61"/>
                  </a:cubicBezTo>
                  <a:lnTo>
                    <a:pt x="69" y="129"/>
                  </a:lnTo>
                  <a:cubicBezTo>
                    <a:pt x="108" y="86"/>
                    <a:pt x="147" y="43"/>
                    <a:pt x="179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9" name="Google Shape;10889;p9"/>
            <p:cNvSpPr/>
            <p:nvPr/>
          </p:nvSpPr>
          <p:spPr>
            <a:xfrm>
              <a:off x="-604975" y="2878900"/>
              <a:ext cx="346175" cy="94175"/>
            </a:xfrm>
            <a:custGeom>
              <a:rect b="b" l="l" r="r" t="t"/>
              <a:pathLst>
                <a:path extrusionOk="0" h="3767" w="13847">
                  <a:moveTo>
                    <a:pt x="13847" y="1028"/>
                  </a:moveTo>
                  <a:lnTo>
                    <a:pt x="13847" y="1028"/>
                  </a:lnTo>
                  <a:cubicBezTo>
                    <a:pt x="13751" y="1049"/>
                    <a:pt x="13651" y="1088"/>
                    <a:pt x="13544" y="1142"/>
                  </a:cubicBezTo>
                  <a:cubicBezTo>
                    <a:pt x="13248" y="1295"/>
                    <a:pt x="12948" y="1427"/>
                    <a:pt x="12649" y="1549"/>
                  </a:cubicBezTo>
                  <a:cubicBezTo>
                    <a:pt x="13070" y="1420"/>
                    <a:pt x="13480" y="1249"/>
                    <a:pt x="13847" y="1028"/>
                  </a:cubicBezTo>
                  <a:close/>
                  <a:moveTo>
                    <a:pt x="26" y="1"/>
                  </a:moveTo>
                  <a:lnTo>
                    <a:pt x="26" y="1"/>
                  </a:lnTo>
                  <a:cubicBezTo>
                    <a:pt x="1" y="172"/>
                    <a:pt x="51" y="340"/>
                    <a:pt x="208" y="489"/>
                  </a:cubicBezTo>
                  <a:cubicBezTo>
                    <a:pt x="2504" y="2686"/>
                    <a:pt x="5407" y="3766"/>
                    <a:pt x="8370" y="3766"/>
                  </a:cubicBezTo>
                  <a:cubicBezTo>
                    <a:pt x="8994" y="3766"/>
                    <a:pt x="9622" y="3720"/>
                    <a:pt x="10246" y="3624"/>
                  </a:cubicBezTo>
                  <a:lnTo>
                    <a:pt x="10246" y="3624"/>
                  </a:lnTo>
                  <a:cubicBezTo>
                    <a:pt x="10068" y="3627"/>
                    <a:pt x="9889" y="3631"/>
                    <a:pt x="9711" y="3631"/>
                  </a:cubicBezTo>
                  <a:cubicBezTo>
                    <a:pt x="6177" y="3631"/>
                    <a:pt x="2519" y="2561"/>
                    <a:pt x="26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0" name="Google Shape;10890;p9"/>
            <p:cNvSpPr/>
            <p:nvPr/>
          </p:nvSpPr>
          <p:spPr>
            <a:xfrm>
              <a:off x="-604350" y="2855275"/>
              <a:ext cx="377400" cy="114400"/>
            </a:xfrm>
            <a:custGeom>
              <a:rect b="b" l="l" r="r" t="t"/>
              <a:pathLst>
                <a:path extrusionOk="0" h="4576" w="15096">
                  <a:moveTo>
                    <a:pt x="1231" y="1"/>
                  </a:moveTo>
                  <a:cubicBezTo>
                    <a:pt x="711" y="1"/>
                    <a:pt x="69" y="472"/>
                    <a:pt x="1" y="946"/>
                  </a:cubicBezTo>
                  <a:cubicBezTo>
                    <a:pt x="2494" y="3506"/>
                    <a:pt x="6152" y="4576"/>
                    <a:pt x="9686" y="4576"/>
                  </a:cubicBezTo>
                  <a:cubicBezTo>
                    <a:pt x="9864" y="4576"/>
                    <a:pt x="10043" y="4572"/>
                    <a:pt x="10221" y="4569"/>
                  </a:cubicBezTo>
                  <a:cubicBezTo>
                    <a:pt x="10798" y="4480"/>
                    <a:pt x="11376" y="4352"/>
                    <a:pt x="11947" y="4181"/>
                  </a:cubicBezTo>
                  <a:cubicBezTo>
                    <a:pt x="11935" y="3695"/>
                    <a:pt x="12588" y="3082"/>
                    <a:pt x="13194" y="3082"/>
                  </a:cubicBezTo>
                  <a:cubicBezTo>
                    <a:pt x="13283" y="3082"/>
                    <a:pt x="13372" y="3096"/>
                    <a:pt x="13458" y="3124"/>
                  </a:cubicBezTo>
                  <a:cubicBezTo>
                    <a:pt x="13668" y="3196"/>
                    <a:pt x="13879" y="3267"/>
                    <a:pt x="14083" y="3332"/>
                  </a:cubicBezTo>
                  <a:cubicBezTo>
                    <a:pt x="14121" y="3314"/>
                    <a:pt x="14157" y="3292"/>
                    <a:pt x="14196" y="3274"/>
                  </a:cubicBezTo>
                  <a:cubicBezTo>
                    <a:pt x="15095" y="2815"/>
                    <a:pt x="14802" y="1941"/>
                    <a:pt x="14072" y="1941"/>
                  </a:cubicBezTo>
                  <a:cubicBezTo>
                    <a:pt x="13993" y="1941"/>
                    <a:pt x="13911" y="1951"/>
                    <a:pt x="13822" y="1973"/>
                  </a:cubicBezTo>
                  <a:cubicBezTo>
                    <a:pt x="13455" y="2194"/>
                    <a:pt x="13045" y="2365"/>
                    <a:pt x="12624" y="2494"/>
                  </a:cubicBezTo>
                  <a:cubicBezTo>
                    <a:pt x="11433" y="2964"/>
                    <a:pt x="10203" y="3189"/>
                    <a:pt x="8986" y="3189"/>
                  </a:cubicBezTo>
                  <a:cubicBezTo>
                    <a:pt x="6323" y="3189"/>
                    <a:pt x="3713" y="2112"/>
                    <a:pt x="1677" y="165"/>
                  </a:cubicBezTo>
                  <a:cubicBezTo>
                    <a:pt x="1556" y="51"/>
                    <a:pt x="1403" y="1"/>
                    <a:pt x="123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1" name="Google Shape;10891;p9"/>
            <p:cNvSpPr/>
            <p:nvPr/>
          </p:nvSpPr>
          <p:spPr>
            <a:xfrm>
              <a:off x="-382175" y="2780400"/>
              <a:ext cx="217875" cy="143275"/>
            </a:xfrm>
            <a:custGeom>
              <a:rect b="b" l="l" r="r" t="t"/>
              <a:pathLst>
                <a:path extrusionOk="0" h="5731" w="8715">
                  <a:moveTo>
                    <a:pt x="8465" y="1046"/>
                  </a:moveTo>
                  <a:lnTo>
                    <a:pt x="8465" y="1046"/>
                  </a:lnTo>
                  <a:cubicBezTo>
                    <a:pt x="8629" y="1613"/>
                    <a:pt x="8675" y="2148"/>
                    <a:pt x="8629" y="2650"/>
                  </a:cubicBezTo>
                  <a:cubicBezTo>
                    <a:pt x="8715" y="2119"/>
                    <a:pt x="8672" y="1570"/>
                    <a:pt x="8465" y="1046"/>
                  </a:cubicBezTo>
                  <a:close/>
                  <a:moveTo>
                    <a:pt x="6501" y="2974"/>
                  </a:moveTo>
                  <a:cubicBezTo>
                    <a:pt x="6333" y="3424"/>
                    <a:pt x="6040" y="3827"/>
                    <a:pt x="5648" y="4155"/>
                  </a:cubicBezTo>
                  <a:cubicBezTo>
                    <a:pt x="5477" y="4301"/>
                    <a:pt x="5441" y="4440"/>
                    <a:pt x="5491" y="4569"/>
                  </a:cubicBezTo>
                  <a:cubicBezTo>
                    <a:pt x="5966" y="4162"/>
                    <a:pt x="6325" y="3638"/>
                    <a:pt x="6501" y="2974"/>
                  </a:cubicBezTo>
                  <a:close/>
                  <a:moveTo>
                    <a:pt x="4172" y="1"/>
                  </a:moveTo>
                  <a:cubicBezTo>
                    <a:pt x="3908" y="1"/>
                    <a:pt x="3634" y="33"/>
                    <a:pt x="3359" y="104"/>
                  </a:cubicBezTo>
                  <a:cubicBezTo>
                    <a:pt x="1391" y="607"/>
                    <a:pt x="0" y="2932"/>
                    <a:pt x="1348" y="4732"/>
                  </a:cubicBezTo>
                  <a:cubicBezTo>
                    <a:pt x="1672" y="5160"/>
                    <a:pt x="2086" y="5485"/>
                    <a:pt x="2553" y="5731"/>
                  </a:cubicBezTo>
                  <a:cubicBezTo>
                    <a:pt x="2617" y="5728"/>
                    <a:pt x="2681" y="5724"/>
                    <a:pt x="2742" y="5713"/>
                  </a:cubicBezTo>
                  <a:cubicBezTo>
                    <a:pt x="2788" y="5706"/>
                    <a:pt x="2835" y="5699"/>
                    <a:pt x="2881" y="5692"/>
                  </a:cubicBezTo>
                  <a:cubicBezTo>
                    <a:pt x="3427" y="5581"/>
                    <a:pt x="3815" y="5282"/>
                    <a:pt x="3256" y="4908"/>
                  </a:cubicBezTo>
                  <a:cubicBezTo>
                    <a:pt x="2449" y="4373"/>
                    <a:pt x="1391" y="3616"/>
                    <a:pt x="1862" y="2497"/>
                  </a:cubicBezTo>
                  <a:cubicBezTo>
                    <a:pt x="2153" y="1798"/>
                    <a:pt x="3163" y="1003"/>
                    <a:pt x="3822" y="675"/>
                  </a:cubicBezTo>
                  <a:cubicBezTo>
                    <a:pt x="4161" y="511"/>
                    <a:pt x="4554" y="422"/>
                    <a:pt x="4939" y="422"/>
                  </a:cubicBezTo>
                  <a:cubicBezTo>
                    <a:pt x="5324" y="422"/>
                    <a:pt x="5698" y="511"/>
                    <a:pt x="6001" y="700"/>
                  </a:cubicBezTo>
                  <a:cubicBezTo>
                    <a:pt x="5552" y="247"/>
                    <a:pt x="4892" y="1"/>
                    <a:pt x="4172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2" name="Google Shape;10892;p9"/>
            <p:cNvSpPr/>
            <p:nvPr/>
          </p:nvSpPr>
          <p:spPr>
            <a:xfrm>
              <a:off x="-405175" y="2761075"/>
              <a:ext cx="239900" cy="162700"/>
            </a:xfrm>
            <a:custGeom>
              <a:rect b="b" l="l" r="r" t="t"/>
              <a:pathLst>
                <a:path extrusionOk="0" h="6508" w="9596">
                  <a:moveTo>
                    <a:pt x="3801" y="6465"/>
                  </a:moveTo>
                  <a:cubicBezTo>
                    <a:pt x="3754" y="6472"/>
                    <a:pt x="3708" y="6479"/>
                    <a:pt x="3662" y="6486"/>
                  </a:cubicBezTo>
                  <a:cubicBezTo>
                    <a:pt x="3712" y="6479"/>
                    <a:pt x="3754" y="6472"/>
                    <a:pt x="3801" y="6465"/>
                  </a:cubicBezTo>
                  <a:close/>
                  <a:moveTo>
                    <a:pt x="5634" y="0"/>
                  </a:moveTo>
                  <a:cubicBezTo>
                    <a:pt x="5352" y="0"/>
                    <a:pt x="5081" y="15"/>
                    <a:pt x="4835" y="39"/>
                  </a:cubicBezTo>
                  <a:cubicBezTo>
                    <a:pt x="3420" y="171"/>
                    <a:pt x="1847" y="1284"/>
                    <a:pt x="1077" y="2460"/>
                  </a:cubicBezTo>
                  <a:cubicBezTo>
                    <a:pt x="0" y="4101"/>
                    <a:pt x="1352" y="5470"/>
                    <a:pt x="2685" y="6354"/>
                  </a:cubicBezTo>
                  <a:cubicBezTo>
                    <a:pt x="2846" y="6461"/>
                    <a:pt x="3099" y="6507"/>
                    <a:pt x="3359" y="6507"/>
                  </a:cubicBezTo>
                  <a:cubicBezTo>
                    <a:pt x="3399" y="6507"/>
                    <a:pt x="3434" y="6507"/>
                    <a:pt x="3473" y="6504"/>
                  </a:cubicBezTo>
                  <a:cubicBezTo>
                    <a:pt x="3006" y="6258"/>
                    <a:pt x="2592" y="5933"/>
                    <a:pt x="2268" y="5505"/>
                  </a:cubicBezTo>
                  <a:cubicBezTo>
                    <a:pt x="920" y="3705"/>
                    <a:pt x="2311" y="1380"/>
                    <a:pt x="4279" y="877"/>
                  </a:cubicBezTo>
                  <a:cubicBezTo>
                    <a:pt x="4554" y="806"/>
                    <a:pt x="4828" y="774"/>
                    <a:pt x="5092" y="774"/>
                  </a:cubicBezTo>
                  <a:cubicBezTo>
                    <a:pt x="5812" y="774"/>
                    <a:pt x="6472" y="1020"/>
                    <a:pt x="6921" y="1473"/>
                  </a:cubicBezTo>
                  <a:cubicBezTo>
                    <a:pt x="7260" y="1683"/>
                    <a:pt x="7502" y="2018"/>
                    <a:pt x="7563" y="2496"/>
                  </a:cubicBezTo>
                  <a:cubicBezTo>
                    <a:pt x="7617" y="2938"/>
                    <a:pt x="7566" y="3359"/>
                    <a:pt x="7421" y="3747"/>
                  </a:cubicBezTo>
                  <a:cubicBezTo>
                    <a:pt x="7245" y="4411"/>
                    <a:pt x="6886" y="4935"/>
                    <a:pt x="6411" y="5342"/>
                  </a:cubicBezTo>
                  <a:cubicBezTo>
                    <a:pt x="6526" y="5638"/>
                    <a:pt x="7117" y="5859"/>
                    <a:pt x="7624" y="5859"/>
                  </a:cubicBezTo>
                  <a:cubicBezTo>
                    <a:pt x="7866" y="5859"/>
                    <a:pt x="8087" y="5809"/>
                    <a:pt x="8226" y="5691"/>
                  </a:cubicBezTo>
                  <a:cubicBezTo>
                    <a:pt x="8914" y="5110"/>
                    <a:pt x="9406" y="4290"/>
                    <a:pt x="9549" y="3423"/>
                  </a:cubicBezTo>
                  <a:cubicBezTo>
                    <a:pt x="9595" y="2921"/>
                    <a:pt x="9549" y="2386"/>
                    <a:pt x="9385" y="1819"/>
                  </a:cubicBezTo>
                  <a:cubicBezTo>
                    <a:pt x="9335" y="1687"/>
                    <a:pt x="9271" y="1558"/>
                    <a:pt x="9200" y="1430"/>
                  </a:cubicBezTo>
                  <a:cubicBezTo>
                    <a:pt x="8558" y="311"/>
                    <a:pt x="6960" y="0"/>
                    <a:pt x="5634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3" name="Google Shape;10893;p9"/>
            <p:cNvSpPr/>
            <p:nvPr/>
          </p:nvSpPr>
          <p:spPr>
            <a:xfrm>
              <a:off x="-253100" y="2955300"/>
              <a:ext cx="177875" cy="36925"/>
            </a:xfrm>
            <a:custGeom>
              <a:rect b="b" l="l" r="r" t="t"/>
              <a:pathLst>
                <a:path extrusionOk="0" h="1477" w="7115">
                  <a:moveTo>
                    <a:pt x="7114" y="1"/>
                  </a:moveTo>
                  <a:lnTo>
                    <a:pt x="7114" y="1"/>
                  </a:lnTo>
                  <a:cubicBezTo>
                    <a:pt x="5245" y="800"/>
                    <a:pt x="3224" y="1235"/>
                    <a:pt x="1191" y="1235"/>
                  </a:cubicBezTo>
                  <a:cubicBezTo>
                    <a:pt x="795" y="1235"/>
                    <a:pt x="400" y="1217"/>
                    <a:pt x="0" y="1185"/>
                  </a:cubicBezTo>
                  <a:lnTo>
                    <a:pt x="0" y="1185"/>
                  </a:lnTo>
                  <a:cubicBezTo>
                    <a:pt x="731" y="1367"/>
                    <a:pt x="1452" y="1477"/>
                    <a:pt x="2200" y="1477"/>
                  </a:cubicBezTo>
                  <a:cubicBezTo>
                    <a:pt x="2767" y="1477"/>
                    <a:pt x="3352" y="1413"/>
                    <a:pt x="3965" y="1266"/>
                  </a:cubicBezTo>
                  <a:cubicBezTo>
                    <a:pt x="5082" y="1003"/>
                    <a:pt x="6119" y="547"/>
                    <a:pt x="7114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4" name="Google Shape;10894;p9"/>
            <p:cNvSpPr/>
            <p:nvPr/>
          </p:nvSpPr>
          <p:spPr>
            <a:xfrm>
              <a:off x="-305700" y="2879625"/>
              <a:ext cx="301700" cy="106550"/>
            </a:xfrm>
            <a:custGeom>
              <a:rect b="b" l="l" r="r" t="t"/>
              <a:pathLst>
                <a:path extrusionOk="0" h="4262" w="12068">
                  <a:moveTo>
                    <a:pt x="11482" y="1"/>
                  </a:moveTo>
                  <a:cubicBezTo>
                    <a:pt x="11311" y="1"/>
                    <a:pt x="11115" y="57"/>
                    <a:pt x="10908" y="193"/>
                  </a:cubicBezTo>
                  <a:cubicBezTo>
                    <a:pt x="9592" y="1056"/>
                    <a:pt x="8248" y="1969"/>
                    <a:pt x="6747" y="2475"/>
                  </a:cubicBezTo>
                  <a:cubicBezTo>
                    <a:pt x="6037" y="2714"/>
                    <a:pt x="5378" y="2814"/>
                    <a:pt x="4729" y="2814"/>
                  </a:cubicBezTo>
                  <a:cubicBezTo>
                    <a:pt x="3865" y="2814"/>
                    <a:pt x="3028" y="2636"/>
                    <a:pt x="2137" y="2358"/>
                  </a:cubicBezTo>
                  <a:cubicBezTo>
                    <a:pt x="1441" y="2707"/>
                    <a:pt x="725" y="2988"/>
                    <a:pt x="1" y="3207"/>
                  </a:cubicBezTo>
                  <a:cubicBezTo>
                    <a:pt x="1" y="3413"/>
                    <a:pt x="126" y="3595"/>
                    <a:pt x="421" y="3694"/>
                  </a:cubicBezTo>
                  <a:cubicBezTo>
                    <a:pt x="998" y="3898"/>
                    <a:pt x="1555" y="4073"/>
                    <a:pt x="2104" y="4212"/>
                  </a:cubicBezTo>
                  <a:cubicBezTo>
                    <a:pt x="2504" y="4244"/>
                    <a:pt x="2899" y="4262"/>
                    <a:pt x="3295" y="4262"/>
                  </a:cubicBezTo>
                  <a:cubicBezTo>
                    <a:pt x="5328" y="4262"/>
                    <a:pt x="7349" y="3827"/>
                    <a:pt x="9218" y="3028"/>
                  </a:cubicBezTo>
                  <a:cubicBezTo>
                    <a:pt x="10066" y="2568"/>
                    <a:pt x="10883" y="2040"/>
                    <a:pt x="11689" y="1512"/>
                  </a:cubicBezTo>
                  <a:cubicBezTo>
                    <a:pt x="11796" y="1444"/>
                    <a:pt x="11881" y="1370"/>
                    <a:pt x="11949" y="1291"/>
                  </a:cubicBezTo>
                  <a:cubicBezTo>
                    <a:pt x="11814" y="1120"/>
                    <a:pt x="11746" y="956"/>
                    <a:pt x="11807" y="835"/>
                  </a:cubicBezTo>
                  <a:cubicBezTo>
                    <a:pt x="11893" y="661"/>
                    <a:pt x="11982" y="485"/>
                    <a:pt x="12067" y="311"/>
                  </a:cubicBezTo>
                  <a:cubicBezTo>
                    <a:pt x="11946" y="126"/>
                    <a:pt x="11739" y="1"/>
                    <a:pt x="11482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5" name="Google Shape;10895;p9"/>
            <p:cNvSpPr/>
            <p:nvPr/>
          </p:nvSpPr>
          <p:spPr>
            <a:xfrm>
              <a:off x="-305975" y="2932300"/>
              <a:ext cx="53700" cy="27500"/>
            </a:xfrm>
            <a:custGeom>
              <a:rect b="b" l="l" r="r" t="t"/>
              <a:pathLst>
                <a:path extrusionOk="0" h="1100" w="2148">
                  <a:moveTo>
                    <a:pt x="1259" y="1"/>
                  </a:moveTo>
                  <a:cubicBezTo>
                    <a:pt x="653" y="1"/>
                    <a:pt x="0" y="614"/>
                    <a:pt x="12" y="1100"/>
                  </a:cubicBezTo>
                  <a:cubicBezTo>
                    <a:pt x="736" y="881"/>
                    <a:pt x="1452" y="600"/>
                    <a:pt x="2148" y="251"/>
                  </a:cubicBezTo>
                  <a:cubicBezTo>
                    <a:pt x="1944" y="186"/>
                    <a:pt x="1733" y="115"/>
                    <a:pt x="1523" y="43"/>
                  </a:cubicBezTo>
                  <a:cubicBezTo>
                    <a:pt x="1437" y="15"/>
                    <a:pt x="1348" y="1"/>
                    <a:pt x="1259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6" name="Google Shape;10896;p9"/>
            <p:cNvSpPr/>
            <p:nvPr/>
          </p:nvSpPr>
          <p:spPr>
            <a:xfrm>
              <a:off x="-117250" y="2779000"/>
              <a:ext cx="132575" cy="73725"/>
            </a:xfrm>
            <a:custGeom>
              <a:rect b="b" l="l" r="r" t="t"/>
              <a:pathLst>
                <a:path extrusionOk="0" h="2949" w="5303">
                  <a:moveTo>
                    <a:pt x="54" y="0"/>
                  </a:moveTo>
                  <a:cubicBezTo>
                    <a:pt x="7" y="71"/>
                    <a:pt x="0" y="124"/>
                    <a:pt x="43" y="153"/>
                  </a:cubicBezTo>
                  <a:cubicBezTo>
                    <a:pt x="1559" y="1205"/>
                    <a:pt x="3142" y="2135"/>
                    <a:pt x="4793" y="2948"/>
                  </a:cubicBezTo>
                  <a:cubicBezTo>
                    <a:pt x="4918" y="2831"/>
                    <a:pt x="5043" y="2713"/>
                    <a:pt x="5168" y="2592"/>
                  </a:cubicBezTo>
                  <a:cubicBezTo>
                    <a:pt x="5210" y="2550"/>
                    <a:pt x="5257" y="2510"/>
                    <a:pt x="5303" y="2478"/>
                  </a:cubicBezTo>
                  <a:cubicBezTo>
                    <a:pt x="3502" y="1861"/>
                    <a:pt x="1787" y="1062"/>
                    <a:pt x="147" y="64"/>
                  </a:cubicBezTo>
                  <a:cubicBezTo>
                    <a:pt x="114" y="43"/>
                    <a:pt x="83" y="22"/>
                    <a:pt x="54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7" name="Google Shape;10897;p9"/>
            <p:cNvSpPr/>
            <p:nvPr/>
          </p:nvSpPr>
          <p:spPr>
            <a:xfrm>
              <a:off x="2550" y="2840925"/>
              <a:ext cx="20275" cy="16075"/>
            </a:xfrm>
            <a:custGeom>
              <a:rect b="b" l="l" r="r" t="t"/>
              <a:pathLst>
                <a:path extrusionOk="0" h="643" w="811">
                  <a:moveTo>
                    <a:pt x="511" y="1"/>
                  </a:moveTo>
                  <a:cubicBezTo>
                    <a:pt x="465" y="33"/>
                    <a:pt x="418" y="73"/>
                    <a:pt x="376" y="115"/>
                  </a:cubicBezTo>
                  <a:cubicBezTo>
                    <a:pt x="251" y="236"/>
                    <a:pt x="126" y="354"/>
                    <a:pt x="1" y="471"/>
                  </a:cubicBezTo>
                  <a:cubicBezTo>
                    <a:pt x="119" y="529"/>
                    <a:pt x="239" y="586"/>
                    <a:pt x="358" y="642"/>
                  </a:cubicBezTo>
                  <a:cubicBezTo>
                    <a:pt x="425" y="543"/>
                    <a:pt x="489" y="440"/>
                    <a:pt x="554" y="340"/>
                  </a:cubicBezTo>
                  <a:cubicBezTo>
                    <a:pt x="621" y="233"/>
                    <a:pt x="710" y="162"/>
                    <a:pt x="810" y="104"/>
                  </a:cubicBezTo>
                  <a:cubicBezTo>
                    <a:pt x="710" y="69"/>
                    <a:pt x="611" y="37"/>
                    <a:pt x="51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8" name="Google Shape;10898;p9"/>
            <p:cNvSpPr/>
            <p:nvPr/>
          </p:nvSpPr>
          <p:spPr>
            <a:xfrm>
              <a:off x="-115900" y="2757850"/>
              <a:ext cx="184175" cy="87375"/>
            </a:xfrm>
            <a:custGeom>
              <a:rect b="b" l="l" r="r" t="t"/>
              <a:pathLst>
                <a:path extrusionOk="0" h="3495" w="7367">
                  <a:moveTo>
                    <a:pt x="1508" y="1"/>
                  </a:moveTo>
                  <a:cubicBezTo>
                    <a:pt x="1080" y="1"/>
                    <a:pt x="196" y="553"/>
                    <a:pt x="0" y="846"/>
                  </a:cubicBezTo>
                  <a:cubicBezTo>
                    <a:pt x="29" y="868"/>
                    <a:pt x="60" y="889"/>
                    <a:pt x="93" y="910"/>
                  </a:cubicBezTo>
                  <a:cubicBezTo>
                    <a:pt x="1733" y="1908"/>
                    <a:pt x="3448" y="2707"/>
                    <a:pt x="5249" y="3324"/>
                  </a:cubicBezTo>
                  <a:cubicBezTo>
                    <a:pt x="5409" y="3213"/>
                    <a:pt x="5580" y="3164"/>
                    <a:pt x="5751" y="3164"/>
                  </a:cubicBezTo>
                  <a:cubicBezTo>
                    <a:pt x="5884" y="3164"/>
                    <a:pt x="6012" y="3192"/>
                    <a:pt x="6129" y="3246"/>
                  </a:cubicBezTo>
                  <a:cubicBezTo>
                    <a:pt x="6208" y="3238"/>
                    <a:pt x="6290" y="3235"/>
                    <a:pt x="6368" y="3235"/>
                  </a:cubicBezTo>
                  <a:cubicBezTo>
                    <a:pt x="6411" y="3235"/>
                    <a:pt x="6454" y="3235"/>
                    <a:pt x="6497" y="3238"/>
                  </a:cubicBezTo>
                  <a:cubicBezTo>
                    <a:pt x="6686" y="3246"/>
                    <a:pt x="6949" y="3299"/>
                    <a:pt x="7107" y="3417"/>
                  </a:cubicBezTo>
                  <a:cubicBezTo>
                    <a:pt x="7135" y="3438"/>
                    <a:pt x="7163" y="3463"/>
                    <a:pt x="7185" y="3495"/>
                  </a:cubicBezTo>
                  <a:cubicBezTo>
                    <a:pt x="7310" y="3378"/>
                    <a:pt x="7367" y="3285"/>
                    <a:pt x="7317" y="3264"/>
                  </a:cubicBezTo>
                  <a:cubicBezTo>
                    <a:pt x="5338" y="2354"/>
                    <a:pt x="3455" y="1281"/>
                    <a:pt x="1669" y="40"/>
                  </a:cubicBezTo>
                  <a:cubicBezTo>
                    <a:pt x="1626" y="15"/>
                    <a:pt x="1572" y="1"/>
                    <a:pt x="1508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9" name="Google Shape;10899;p9"/>
            <p:cNvSpPr/>
            <p:nvPr/>
          </p:nvSpPr>
          <p:spPr>
            <a:xfrm>
              <a:off x="15300" y="2836925"/>
              <a:ext cx="22050" cy="6625"/>
            </a:xfrm>
            <a:custGeom>
              <a:rect b="b" l="l" r="r" t="t"/>
              <a:pathLst>
                <a:path extrusionOk="0" h="265" w="882">
                  <a:moveTo>
                    <a:pt x="503" y="1"/>
                  </a:moveTo>
                  <a:cubicBezTo>
                    <a:pt x="332" y="1"/>
                    <a:pt x="161" y="50"/>
                    <a:pt x="1" y="161"/>
                  </a:cubicBezTo>
                  <a:cubicBezTo>
                    <a:pt x="101" y="197"/>
                    <a:pt x="200" y="229"/>
                    <a:pt x="300" y="264"/>
                  </a:cubicBezTo>
                  <a:cubicBezTo>
                    <a:pt x="358" y="229"/>
                    <a:pt x="418" y="203"/>
                    <a:pt x="482" y="175"/>
                  </a:cubicBezTo>
                  <a:cubicBezTo>
                    <a:pt x="607" y="126"/>
                    <a:pt x="743" y="96"/>
                    <a:pt x="881" y="83"/>
                  </a:cubicBezTo>
                  <a:cubicBezTo>
                    <a:pt x="764" y="29"/>
                    <a:pt x="636" y="1"/>
                    <a:pt x="503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0" name="Google Shape;10900;p9"/>
            <p:cNvSpPr/>
            <p:nvPr/>
          </p:nvSpPr>
          <p:spPr>
            <a:xfrm>
              <a:off x="8175" y="2856975"/>
              <a:ext cx="3500" cy="5575"/>
            </a:xfrm>
            <a:custGeom>
              <a:rect b="b" l="l" r="r" t="t"/>
              <a:pathLst>
                <a:path extrusionOk="0" h="223" w="140">
                  <a:moveTo>
                    <a:pt x="133" y="0"/>
                  </a:moveTo>
                  <a:cubicBezTo>
                    <a:pt x="133" y="5"/>
                    <a:pt x="133" y="5"/>
                    <a:pt x="129" y="8"/>
                  </a:cubicBezTo>
                  <a:cubicBezTo>
                    <a:pt x="133" y="8"/>
                    <a:pt x="136" y="5"/>
                    <a:pt x="139" y="5"/>
                  </a:cubicBezTo>
                  <a:cubicBezTo>
                    <a:pt x="136" y="5"/>
                    <a:pt x="136" y="0"/>
                    <a:pt x="133" y="0"/>
                  </a:cubicBezTo>
                  <a:close/>
                  <a:moveTo>
                    <a:pt x="26" y="168"/>
                  </a:moveTo>
                  <a:lnTo>
                    <a:pt x="26" y="168"/>
                  </a:lnTo>
                  <a:cubicBezTo>
                    <a:pt x="25" y="169"/>
                    <a:pt x="25" y="170"/>
                    <a:pt x="24" y="171"/>
                  </a:cubicBezTo>
                  <a:lnTo>
                    <a:pt x="24" y="171"/>
                  </a:lnTo>
                  <a:cubicBezTo>
                    <a:pt x="25" y="171"/>
                    <a:pt x="26" y="170"/>
                    <a:pt x="26" y="168"/>
                  </a:cubicBezTo>
                  <a:close/>
                  <a:moveTo>
                    <a:pt x="24" y="171"/>
                  </a:moveTo>
                  <a:cubicBezTo>
                    <a:pt x="23" y="172"/>
                    <a:pt x="22" y="173"/>
                    <a:pt x="22" y="176"/>
                  </a:cubicBezTo>
                  <a:lnTo>
                    <a:pt x="22" y="176"/>
                  </a:lnTo>
                  <a:cubicBezTo>
                    <a:pt x="23" y="174"/>
                    <a:pt x="24" y="173"/>
                    <a:pt x="24" y="171"/>
                  </a:cubicBezTo>
                  <a:close/>
                  <a:moveTo>
                    <a:pt x="22" y="176"/>
                  </a:moveTo>
                  <a:lnTo>
                    <a:pt x="22" y="176"/>
                  </a:lnTo>
                  <a:cubicBezTo>
                    <a:pt x="22" y="176"/>
                    <a:pt x="22" y="176"/>
                    <a:pt x="22" y="176"/>
                  </a:cubicBezTo>
                  <a:lnTo>
                    <a:pt x="22" y="176"/>
                  </a:ln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2" y="176"/>
                    <a:pt x="22" y="176"/>
                  </a:cubicBezTo>
                  <a:close/>
                  <a:moveTo>
                    <a:pt x="22" y="176"/>
                  </a:moveTo>
                  <a:cubicBezTo>
                    <a:pt x="11" y="190"/>
                    <a:pt x="4" y="204"/>
                    <a:pt x="1" y="222"/>
                  </a:cubicBezTo>
                  <a:cubicBezTo>
                    <a:pt x="7" y="207"/>
                    <a:pt x="15" y="191"/>
                    <a:pt x="22" y="176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1" name="Google Shape;10901;p9"/>
            <p:cNvSpPr/>
            <p:nvPr/>
          </p:nvSpPr>
          <p:spPr>
            <a:xfrm>
              <a:off x="47025" y="2845200"/>
              <a:ext cx="19475" cy="26975"/>
            </a:xfrm>
            <a:custGeom>
              <a:rect b="b" l="l" r="r" t="t"/>
              <a:pathLst>
                <a:path extrusionOk="0" h="1079" w="779">
                  <a:moveTo>
                    <a:pt x="668" y="1"/>
                  </a:moveTo>
                  <a:cubicBezTo>
                    <a:pt x="547" y="119"/>
                    <a:pt x="361" y="262"/>
                    <a:pt x="158" y="390"/>
                  </a:cubicBezTo>
                  <a:cubicBezTo>
                    <a:pt x="208" y="608"/>
                    <a:pt x="169" y="846"/>
                    <a:pt x="1" y="1078"/>
                  </a:cubicBezTo>
                  <a:cubicBezTo>
                    <a:pt x="165" y="1011"/>
                    <a:pt x="308" y="925"/>
                    <a:pt x="411" y="768"/>
                  </a:cubicBezTo>
                  <a:cubicBezTo>
                    <a:pt x="511" y="608"/>
                    <a:pt x="615" y="450"/>
                    <a:pt x="718" y="290"/>
                  </a:cubicBezTo>
                  <a:cubicBezTo>
                    <a:pt x="779" y="193"/>
                    <a:pt x="736" y="83"/>
                    <a:pt x="668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2" name="Google Shape;10902;p9"/>
            <p:cNvSpPr/>
            <p:nvPr/>
          </p:nvSpPr>
          <p:spPr>
            <a:xfrm>
              <a:off x="30200" y="2854950"/>
              <a:ext cx="22025" cy="18725"/>
            </a:xfrm>
            <a:custGeom>
              <a:rect b="b" l="l" r="r" t="t"/>
              <a:pathLst>
                <a:path extrusionOk="0" h="749" w="881">
                  <a:moveTo>
                    <a:pt x="831" y="0"/>
                  </a:moveTo>
                  <a:lnTo>
                    <a:pt x="831" y="0"/>
                  </a:lnTo>
                  <a:cubicBezTo>
                    <a:pt x="549" y="178"/>
                    <a:pt x="236" y="331"/>
                    <a:pt x="0" y="360"/>
                  </a:cubicBezTo>
                  <a:cubicBezTo>
                    <a:pt x="178" y="471"/>
                    <a:pt x="353" y="610"/>
                    <a:pt x="496" y="749"/>
                  </a:cubicBezTo>
                  <a:cubicBezTo>
                    <a:pt x="546" y="734"/>
                    <a:pt x="596" y="720"/>
                    <a:pt x="646" y="699"/>
                  </a:cubicBezTo>
                  <a:cubicBezTo>
                    <a:pt x="653" y="695"/>
                    <a:pt x="664" y="692"/>
                    <a:pt x="674" y="688"/>
                  </a:cubicBezTo>
                  <a:cubicBezTo>
                    <a:pt x="842" y="456"/>
                    <a:pt x="881" y="218"/>
                    <a:pt x="831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3" name="Google Shape;10903;p9"/>
            <p:cNvSpPr/>
            <p:nvPr/>
          </p:nvSpPr>
          <p:spPr>
            <a:xfrm>
              <a:off x="11475" y="2843525"/>
              <a:ext cx="22225" cy="17675"/>
            </a:xfrm>
            <a:custGeom>
              <a:rect b="b" l="l" r="r" t="t"/>
              <a:pathLst>
                <a:path extrusionOk="0" h="707" w="889">
                  <a:moveTo>
                    <a:pt x="453" y="0"/>
                  </a:moveTo>
                  <a:cubicBezTo>
                    <a:pt x="353" y="58"/>
                    <a:pt x="264" y="129"/>
                    <a:pt x="197" y="236"/>
                  </a:cubicBezTo>
                  <a:cubicBezTo>
                    <a:pt x="132" y="336"/>
                    <a:pt x="68" y="439"/>
                    <a:pt x="1" y="538"/>
                  </a:cubicBezTo>
                  <a:cubicBezTo>
                    <a:pt x="4" y="538"/>
                    <a:pt x="4" y="543"/>
                    <a:pt x="7" y="543"/>
                  </a:cubicBezTo>
                  <a:cubicBezTo>
                    <a:pt x="25" y="535"/>
                    <a:pt x="47" y="532"/>
                    <a:pt x="75" y="532"/>
                  </a:cubicBezTo>
                  <a:cubicBezTo>
                    <a:pt x="190" y="532"/>
                    <a:pt x="371" y="599"/>
                    <a:pt x="567" y="706"/>
                  </a:cubicBezTo>
                  <a:cubicBezTo>
                    <a:pt x="671" y="514"/>
                    <a:pt x="778" y="325"/>
                    <a:pt x="888" y="140"/>
                  </a:cubicBezTo>
                  <a:cubicBezTo>
                    <a:pt x="742" y="93"/>
                    <a:pt x="596" y="46"/>
                    <a:pt x="453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4" name="Google Shape;10904;p9"/>
            <p:cNvSpPr/>
            <p:nvPr/>
          </p:nvSpPr>
          <p:spPr>
            <a:xfrm>
              <a:off x="37325" y="2838700"/>
              <a:ext cx="26400" cy="16275"/>
            </a:xfrm>
            <a:custGeom>
              <a:rect b="b" l="l" r="r" t="t"/>
              <a:pathLst>
                <a:path extrusionOk="0" h="651" w="1056">
                  <a:moveTo>
                    <a:pt x="239" y="1"/>
                  </a:moveTo>
                  <a:cubicBezTo>
                    <a:pt x="161" y="1"/>
                    <a:pt x="79" y="4"/>
                    <a:pt x="0" y="12"/>
                  </a:cubicBezTo>
                  <a:cubicBezTo>
                    <a:pt x="268" y="132"/>
                    <a:pt x="482" y="372"/>
                    <a:pt x="546" y="650"/>
                  </a:cubicBezTo>
                  <a:cubicBezTo>
                    <a:pt x="749" y="522"/>
                    <a:pt x="935" y="379"/>
                    <a:pt x="1056" y="261"/>
                  </a:cubicBezTo>
                  <a:cubicBezTo>
                    <a:pt x="1034" y="229"/>
                    <a:pt x="1006" y="204"/>
                    <a:pt x="978" y="183"/>
                  </a:cubicBezTo>
                  <a:cubicBezTo>
                    <a:pt x="820" y="65"/>
                    <a:pt x="557" y="12"/>
                    <a:pt x="368" y="4"/>
                  </a:cubicBezTo>
                  <a:cubicBezTo>
                    <a:pt x="325" y="1"/>
                    <a:pt x="282" y="1"/>
                    <a:pt x="239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5" name="Google Shape;10905;p9"/>
            <p:cNvSpPr/>
            <p:nvPr/>
          </p:nvSpPr>
          <p:spPr>
            <a:xfrm>
              <a:off x="22800" y="2838975"/>
              <a:ext cx="28200" cy="24975"/>
            </a:xfrm>
            <a:custGeom>
              <a:rect b="b" l="l" r="r" t="t"/>
              <a:pathLst>
                <a:path extrusionOk="0" h="999" w="1128">
                  <a:moveTo>
                    <a:pt x="581" y="1"/>
                  </a:moveTo>
                  <a:cubicBezTo>
                    <a:pt x="443" y="14"/>
                    <a:pt x="307" y="44"/>
                    <a:pt x="182" y="93"/>
                  </a:cubicBezTo>
                  <a:cubicBezTo>
                    <a:pt x="118" y="121"/>
                    <a:pt x="58" y="147"/>
                    <a:pt x="0" y="182"/>
                  </a:cubicBezTo>
                  <a:cubicBezTo>
                    <a:pt x="143" y="228"/>
                    <a:pt x="289" y="275"/>
                    <a:pt x="435" y="322"/>
                  </a:cubicBezTo>
                  <a:cubicBezTo>
                    <a:pt x="325" y="507"/>
                    <a:pt x="218" y="696"/>
                    <a:pt x="114" y="888"/>
                  </a:cubicBezTo>
                  <a:cubicBezTo>
                    <a:pt x="175" y="921"/>
                    <a:pt x="236" y="956"/>
                    <a:pt x="296" y="999"/>
                  </a:cubicBezTo>
                  <a:cubicBezTo>
                    <a:pt x="532" y="970"/>
                    <a:pt x="845" y="817"/>
                    <a:pt x="1127" y="639"/>
                  </a:cubicBezTo>
                  <a:cubicBezTo>
                    <a:pt x="1063" y="361"/>
                    <a:pt x="849" y="121"/>
                    <a:pt x="58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6" name="Google Shape;10906;p9"/>
            <p:cNvSpPr/>
            <p:nvPr/>
          </p:nvSpPr>
          <p:spPr>
            <a:xfrm>
              <a:off x="-3775" y="2909925"/>
              <a:ext cx="7700" cy="9575"/>
            </a:xfrm>
            <a:custGeom>
              <a:rect b="b" l="l" r="r" t="t"/>
              <a:pathLst>
                <a:path extrusionOk="0" h="383" w="308">
                  <a:moveTo>
                    <a:pt x="308" y="1"/>
                  </a:moveTo>
                  <a:cubicBezTo>
                    <a:pt x="208" y="76"/>
                    <a:pt x="104" y="150"/>
                    <a:pt x="0" y="222"/>
                  </a:cubicBezTo>
                  <a:cubicBezTo>
                    <a:pt x="58" y="279"/>
                    <a:pt x="115" y="333"/>
                    <a:pt x="179" y="382"/>
                  </a:cubicBezTo>
                  <a:cubicBezTo>
                    <a:pt x="218" y="254"/>
                    <a:pt x="265" y="129"/>
                    <a:pt x="308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7" name="Google Shape;10907;p9"/>
            <p:cNvSpPr/>
            <p:nvPr/>
          </p:nvSpPr>
          <p:spPr>
            <a:xfrm>
              <a:off x="-6975" y="2857175"/>
              <a:ext cx="26125" cy="58325"/>
            </a:xfrm>
            <a:custGeom>
              <a:rect b="b" l="l" r="r" t="t"/>
              <a:pathLst>
                <a:path extrusionOk="0" h="2333" w="1045">
                  <a:moveTo>
                    <a:pt x="735" y="0"/>
                  </a:moveTo>
                  <a:cubicBezTo>
                    <a:pt x="714" y="10"/>
                    <a:pt x="699" y="25"/>
                    <a:pt x="692" y="43"/>
                  </a:cubicBezTo>
                  <a:cubicBezTo>
                    <a:pt x="671" y="82"/>
                    <a:pt x="653" y="121"/>
                    <a:pt x="632" y="160"/>
                  </a:cubicBezTo>
                  <a:cubicBezTo>
                    <a:pt x="667" y="107"/>
                    <a:pt x="703" y="53"/>
                    <a:pt x="735" y="0"/>
                  </a:cubicBezTo>
                  <a:close/>
                  <a:moveTo>
                    <a:pt x="607" y="214"/>
                  </a:moveTo>
                  <a:lnTo>
                    <a:pt x="607" y="214"/>
                  </a:lnTo>
                  <a:cubicBezTo>
                    <a:pt x="442" y="545"/>
                    <a:pt x="278" y="877"/>
                    <a:pt x="118" y="1209"/>
                  </a:cubicBezTo>
                  <a:cubicBezTo>
                    <a:pt x="289" y="1476"/>
                    <a:pt x="286" y="1865"/>
                    <a:pt x="0" y="2189"/>
                  </a:cubicBezTo>
                  <a:cubicBezTo>
                    <a:pt x="39" y="2235"/>
                    <a:pt x="82" y="2286"/>
                    <a:pt x="128" y="2332"/>
                  </a:cubicBezTo>
                  <a:cubicBezTo>
                    <a:pt x="232" y="2260"/>
                    <a:pt x="336" y="2186"/>
                    <a:pt x="436" y="2111"/>
                  </a:cubicBezTo>
                  <a:cubicBezTo>
                    <a:pt x="614" y="1618"/>
                    <a:pt x="816" y="1138"/>
                    <a:pt x="1045" y="663"/>
                  </a:cubicBezTo>
                  <a:cubicBezTo>
                    <a:pt x="938" y="634"/>
                    <a:pt x="834" y="592"/>
                    <a:pt x="757" y="532"/>
                  </a:cubicBezTo>
                  <a:cubicBezTo>
                    <a:pt x="667" y="467"/>
                    <a:pt x="571" y="335"/>
                    <a:pt x="607" y="214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8" name="Google Shape;10908;p9"/>
            <p:cNvSpPr/>
            <p:nvPr/>
          </p:nvSpPr>
          <p:spPr>
            <a:xfrm>
              <a:off x="700" y="2875350"/>
              <a:ext cx="50825" cy="57350"/>
            </a:xfrm>
            <a:custGeom>
              <a:rect b="b" l="l" r="r" t="t"/>
              <a:pathLst>
                <a:path extrusionOk="0" h="2294" w="2033">
                  <a:moveTo>
                    <a:pt x="1744" y="1"/>
                  </a:moveTo>
                  <a:cubicBezTo>
                    <a:pt x="1737" y="7"/>
                    <a:pt x="1729" y="14"/>
                    <a:pt x="1726" y="19"/>
                  </a:cubicBezTo>
                  <a:cubicBezTo>
                    <a:pt x="1227" y="511"/>
                    <a:pt x="692" y="967"/>
                    <a:pt x="129" y="1384"/>
                  </a:cubicBezTo>
                  <a:cubicBezTo>
                    <a:pt x="86" y="1512"/>
                    <a:pt x="39" y="1637"/>
                    <a:pt x="0" y="1765"/>
                  </a:cubicBezTo>
                  <a:cubicBezTo>
                    <a:pt x="343" y="2054"/>
                    <a:pt x="788" y="2293"/>
                    <a:pt x="1006" y="2293"/>
                  </a:cubicBezTo>
                  <a:cubicBezTo>
                    <a:pt x="1066" y="2293"/>
                    <a:pt x="1109" y="2275"/>
                    <a:pt x="1126" y="2236"/>
                  </a:cubicBezTo>
                  <a:cubicBezTo>
                    <a:pt x="1405" y="1673"/>
                    <a:pt x="1683" y="1110"/>
                    <a:pt x="1961" y="546"/>
                  </a:cubicBezTo>
                  <a:cubicBezTo>
                    <a:pt x="2033" y="404"/>
                    <a:pt x="1926" y="200"/>
                    <a:pt x="1744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9" name="Google Shape;10909;p9"/>
            <p:cNvSpPr/>
            <p:nvPr/>
          </p:nvSpPr>
          <p:spPr>
            <a:xfrm>
              <a:off x="3900" y="2873650"/>
              <a:ext cx="40400" cy="36300"/>
            </a:xfrm>
            <a:custGeom>
              <a:rect b="b" l="l" r="r" t="t"/>
              <a:pathLst>
                <a:path extrusionOk="0" h="1452" w="1616">
                  <a:moveTo>
                    <a:pt x="1548" y="1"/>
                  </a:moveTo>
                  <a:cubicBezTo>
                    <a:pt x="1391" y="44"/>
                    <a:pt x="1224" y="57"/>
                    <a:pt x="1059" y="57"/>
                  </a:cubicBezTo>
                  <a:cubicBezTo>
                    <a:pt x="1016" y="57"/>
                    <a:pt x="974" y="57"/>
                    <a:pt x="931" y="54"/>
                  </a:cubicBezTo>
                  <a:cubicBezTo>
                    <a:pt x="835" y="51"/>
                    <a:pt x="720" y="36"/>
                    <a:pt x="610" y="4"/>
                  </a:cubicBezTo>
                  <a:cubicBezTo>
                    <a:pt x="381" y="479"/>
                    <a:pt x="179" y="959"/>
                    <a:pt x="1" y="1452"/>
                  </a:cubicBezTo>
                  <a:cubicBezTo>
                    <a:pt x="564" y="1035"/>
                    <a:pt x="1099" y="579"/>
                    <a:pt x="1598" y="87"/>
                  </a:cubicBezTo>
                  <a:cubicBezTo>
                    <a:pt x="1601" y="82"/>
                    <a:pt x="1609" y="75"/>
                    <a:pt x="1616" y="69"/>
                  </a:cubicBezTo>
                  <a:lnTo>
                    <a:pt x="1548" y="1"/>
                  </a:ln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0" name="Google Shape;10910;p9"/>
            <p:cNvSpPr/>
            <p:nvPr/>
          </p:nvSpPr>
          <p:spPr>
            <a:xfrm>
              <a:off x="-12050" y="2887375"/>
              <a:ext cx="12325" cy="24550"/>
            </a:xfrm>
            <a:custGeom>
              <a:rect b="b" l="l" r="r" t="t"/>
              <a:pathLst>
                <a:path extrusionOk="0" h="982" w="493">
                  <a:moveTo>
                    <a:pt x="321" y="1"/>
                  </a:moveTo>
                  <a:lnTo>
                    <a:pt x="321" y="1"/>
                  </a:lnTo>
                  <a:cubicBezTo>
                    <a:pt x="236" y="175"/>
                    <a:pt x="147" y="351"/>
                    <a:pt x="61" y="525"/>
                  </a:cubicBezTo>
                  <a:cubicBezTo>
                    <a:pt x="0" y="646"/>
                    <a:pt x="68" y="810"/>
                    <a:pt x="203" y="981"/>
                  </a:cubicBezTo>
                  <a:cubicBezTo>
                    <a:pt x="489" y="657"/>
                    <a:pt x="492" y="268"/>
                    <a:pt x="32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1" name="Google Shape;10911;p9"/>
            <p:cNvSpPr/>
            <p:nvPr/>
          </p:nvSpPr>
          <p:spPr>
            <a:xfrm>
              <a:off x="7275" y="2857075"/>
              <a:ext cx="17325" cy="16700"/>
            </a:xfrm>
            <a:custGeom>
              <a:rect b="b" l="l" r="r" t="t"/>
              <a:pathLst>
                <a:path extrusionOk="0" h="668" w="693">
                  <a:moveTo>
                    <a:pt x="175" y="1"/>
                  </a:moveTo>
                  <a:cubicBezTo>
                    <a:pt x="172" y="1"/>
                    <a:pt x="169" y="4"/>
                    <a:pt x="165" y="4"/>
                  </a:cubicBezTo>
                  <a:cubicBezTo>
                    <a:pt x="133" y="57"/>
                    <a:pt x="97" y="111"/>
                    <a:pt x="62" y="164"/>
                  </a:cubicBezTo>
                  <a:cubicBezTo>
                    <a:pt x="54" y="182"/>
                    <a:pt x="44" y="200"/>
                    <a:pt x="37" y="218"/>
                  </a:cubicBezTo>
                  <a:cubicBezTo>
                    <a:pt x="1" y="339"/>
                    <a:pt x="97" y="471"/>
                    <a:pt x="187" y="536"/>
                  </a:cubicBezTo>
                  <a:cubicBezTo>
                    <a:pt x="264" y="596"/>
                    <a:pt x="368" y="638"/>
                    <a:pt x="475" y="667"/>
                  </a:cubicBezTo>
                  <a:cubicBezTo>
                    <a:pt x="546" y="525"/>
                    <a:pt x="618" y="386"/>
                    <a:pt x="692" y="243"/>
                  </a:cubicBezTo>
                  <a:cubicBezTo>
                    <a:pt x="518" y="164"/>
                    <a:pt x="347" y="82"/>
                    <a:pt x="175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2" name="Google Shape;10912;p9"/>
            <p:cNvSpPr/>
            <p:nvPr/>
          </p:nvSpPr>
          <p:spPr>
            <a:xfrm>
              <a:off x="19125" y="2863125"/>
              <a:ext cx="23475" cy="11975"/>
            </a:xfrm>
            <a:custGeom>
              <a:rect b="b" l="l" r="r" t="t"/>
              <a:pathLst>
                <a:path extrusionOk="0" h="479" w="939">
                  <a:moveTo>
                    <a:pt x="218" y="1"/>
                  </a:moveTo>
                  <a:cubicBezTo>
                    <a:pt x="144" y="144"/>
                    <a:pt x="72" y="283"/>
                    <a:pt x="1" y="425"/>
                  </a:cubicBezTo>
                  <a:cubicBezTo>
                    <a:pt x="111" y="457"/>
                    <a:pt x="226" y="472"/>
                    <a:pt x="322" y="475"/>
                  </a:cubicBezTo>
                  <a:cubicBezTo>
                    <a:pt x="365" y="478"/>
                    <a:pt x="407" y="478"/>
                    <a:pt x="450" y="478"/>
                  </a:cubicBezTo>
                  <a:cubicBezTo>
                    <a:pt x="615" y="478"/>
                    <a:pt x="782" y="465"/>
                    <a:pt x="939" y="422"/>
                  </a:cubicBezTo>
                  <a:cubicBezTo>
                    <a:pt x="796" y="283"/>
                    <a:pt x="621" y="144"/>
                    <a:pt x="443" y="33"/>
                  </a:cubicBezTo>
                  <a:cubicBezTo>
                    <a:pt x="422" y="33"/>
                    <a:pt x="397" y="37"/>
                    <a:pt x="376" y="37"/>
                  </a:cubicBezTo>
                  <a:cubicBezTo>
                    <a:pt x="322" y="37"/>
                    <a:pt x="276" y="26"/>
                    <a:pt x="236" y="8"/>
                  </a:cubicBezTo>
                  <a:cubicBezTo>
                    <a:pt x="229" y="4"/>
                    <a:pt x="226" y="4"/>
                    <a:pt x="218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3" name="Google Shape;10913;p9"/>
            <p:cNvSpPr/>
            <p:nvPr/>
          </p:nvSpPr>
          <p:spPr>
            <a:xfrm>
              <a:off x="11650" y="2856800"/>
              <a:ext cx="14025" cy="6350"/>
            </a:xfrm>
            <a:custGeom>
              <a:rect b="b" l="l" r="r" t="t"/>
              <a:pathLst>
                <a:path extrusionOk="0" h="254" w="561">
                  <a:moveTo>
                    <a:pt x="68" y="1"/>
                  </a:moveTo>
                  <a:cubicBezTo>
                    <a:pt x="40" y="1"/>
                    <a:pt x="18" y="4"/>
                    <a:pt x="0" y="12"/>
                  </a:cubicBezTo>
                  <a:cubicBezTo>
                    <a:pt x="172" y="93"/>
                    <a:pt x="343" y="175"/>
                    <a:pt x="517" y="254"/>
                  </a:cubicBezTo>
                  <a:cubicBezTo>
                    <a:pt x="532" y="229"/>
                    <a:pt x="546" y="200"/>
                    <a:pt x="560" y="175"/>
                  </a:cubicBezTo>
                  <a:cubicBezTo>
                    <a:pt x="364" y="68"/>
                    <a:pt x="183" y="1"/>
                    <a:pt x="68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4" name="Google Shape;10914;p9"/>
            <p:cNvSpPr/>
            <p:nvPr/>
          </p:nvSpPr>
          <p:spPr>
            <a:xfrm>
              <a:off x="24575" y="2861175"/>
              <a:ext cx="5650" cy="2875"/>
            </a:xfrm>
            <a:custGeom>
              <a:rect b="b" l="l" r="r" t="t"/>
              <a:pathLst>
                <a:path extrusionOk="0" h="115" w="226">
                  <a:moveTo>
                    <a:pt x="43" y="0"/>
                  </a:moveTo>
                  <a:cubicBezTo>
                    <a:pt x="29" y="25"/>
                    <a:pt x="15" y="54"/>
                    <a:pt x="0" y="79"/>
                  </a:cubicBezTo>
                  <a:cubicBezTo>
                    <a:pt x="8" y="82"/>
                    <a:pt x="11" y="82"/>
                    <a:pt x="18" y="86"/>
                  </a:cubicBezTo>
                  <a:cubicBezTo>
                    <a:pt x="58" y="104"/>
                    <a:pt x="104" y="115"/>
                    <a:pt x="158" y="115"/>
                  </a:cubicBezTo>
                  <a:cubicBezTo>
                    <a:pt x="179" y="115"/>
                    <a:pt x="204" y="111"/>
                    <a:pt x="225" y="111"/>
                  </a:cubicBezTo>
                  <a:cubicBezTo>
                    <a:pt x="165" y="68"/>
                    <a:pt x="104" y="33"/>
                    <a:pt x="43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B0D5F7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915" name="Google Shape;10915;p9"/>
          <p:cNvSpPr/>
          <p:nvPr/>
        </p:nvSpPr>
        <p:spPr>
          <a:xfrm>
            <a:off x="1706467" y="3671617"/>
            <a:ext cx="151875" cy="470890"/>
          </a:xfrm>
          <a:custGeom>
            <a:rect b="b" l="l" r="r" t="t"/>
            <a:pathLst>
              <a:path extrusionOk="0" h="24500" w="6075">
                <a:moveTo>
                  <a:pt x="1240" y="24500"/>
                </a:moveTo>
                <a:cubicBezTo>
                  <a:pt x="736" y="22231"/>
                  <a:pt x="-568" y="19748"/>
                  <a:pt x="297" y="17590"/>
                </a:cubicBezTo>
                <a:cubicBezTo>
                  <a:pt x="1561" y="14436"/>
                  <a:pt x="5471" y="12472"/>
                  <a:pt x="5951" y="9109"/>
                </a:cubicBezTo>
                <a:cubicBezTo>
                  <a:pt x="6449" y="5625"/>
                  <a:pt x="3101" y="2489"/>
                  <a:pt x="612" y="0"/>
                </a:cubicBezTo>
              </a:path>
            </a:pathLst>
          </a:cu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16" name="Google Shape;10916;p9"/>
          <p:cNvSpPr/>
          <p:nvPr/>
        </p:nvSpPr>
        <p:spPr>
          <a:xfrm>
            <a:off x="6643817" y="3671621"/>
            <a:ext cx="151875" cy="470890"/>
          </a:xfrm>
          <a:custGeom>
            <a:rect b="b" l="l" r="r" t="t"/>
            <a:pathLst>
              <a:path extrusionOk="0" h="24500" w="6075">
                <a:moveTo>
                  <a:pt x="1240" y="24500"/>
                </a:moveTo>
                <a:cubicBezTo>
                  <a:pt x="736" y="22231"/>
                  <a:pt x="-568" y="19748"/>
                  <a:pt x="297" y="17590"/>
                </a:cubicBezTo>
                <a:cubicBezTo>
                  <a:pt x="1561" y="14436"/>
                  <a:pt x="5471" y="12472"/>
                  <a:pt x="5951" y="9109"/>
                </a:cubicBezTo>
                <a:cubicBezTo>
                  <a:pt x="6449" y="5625"/>
                  <a:pt x="3101" y="2489"/>
                  <a:pt x="612" y="0"/>
                </a:cubicBezTo>
              </a:path>
            </a:pathLst>
          </a:cu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17" name="Google Shape;10917;p9"/>
          <p:cNvSpPr/>
          <p:nvPr/>
        </p:nvSpPr>
        <p:spPr>
          <a:xfrm flipH="1">
            <a:off x="4121442" y="3671621"/>
            <a:ext cx="151875" cy="470890"/>
          </a:xfrm>
          <a:custGeom>
            <a:rect b="b" l="l" r="r" t="t"/>
            <a:pathLst>
              <a:path extrusionOk="0" h="24500" w="6075">
                <a:moveTo>
                  <a:pt x="1240" y="24500"/>
                </a:moveTo>
                <a:cubicBezTo>
                  <a:pt x="736" y="22231"/>
                  <a:pt x="-568" y="19748"/>
                  <a:pt x="297" y="17590"/>
                </a:cubicBezTo>
                <a:cubicBezTo>
                  <a:pt x="1561" y="14436"/>
                  <a:pt x="5471" y="12472"/>
                  <a:pt x="5951" y="9109"/>
                </a:cubicBezTo>
                <a:cubicBezTo>
                  <a:pt x="6449" y="5625"/>
                  <a:pt x="3101" y="2489"/>
                  <a:pt x="612" y="0"/>
                </a:cubicBezTo>
              </a:path>
            </a:pathLst>
          </a:cu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18" name="Google Shape;10918;p9"/>
          <p:cNvSpPr/>
          <p:nvPr/>
        </p:nvSpPr>
        <p:spPr>
          <a:xfrm flipH="1">
            <a:off x="5304142" y="3665441"/>
            <a:ext cx="151875" cy="464520"/>
          </a:xfrm>
          <a:custGeom>
            <a:rect b="b" l="l" r="r" t="t"/>
            <a:pathLst>
              <a:path extrusionOk="0" h="24500" w="6075">
                <a:moveTo>
                  <a:pt x="1240" y="24500"/>
                </a:moveTo>
                <a:cubicBezTo>
                  <a:pt x="736" y="22231"/>
                  <a:pt x="-568" y="19748"/>
                  <a:pt x="297" y="17590"/>
                </a:cubicBezTo>
                <a:cubicBezTo>
                  <a:pt x="1561" y="14436"/>
                  <a:pt x="5471" y="12472"/>
                  <a:pt x="5951" y="9109"/>
                </a:cubicBezTo>
                <a:cubicBezTo>
                  <a:pt x="6449" y="5625"/>
                  <a:pt x="3101" y="2489"/>
                  <a:pt x="612" y="0"/>
                </a:cubicBezTo>
              </a:path>
            </a:pathLst>
          </a:cu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19" name="Google Shape;10919;p9"/>
          <p:cNvSpPr/>
          <p:nvPr/>
        </p:nvSpPr>
        <p:spPr>
          <a:xfrm>
            <a:off x="2888567" y="3674800"/>
            <a:ext cx="151875" cy="464520"/>
          </a:xfrm>
          <a:custGeom>
            <a:rect b="b" l="l" r="r" t="t"/>
            <a:pathLst>
              <a:path extrusionOk="0" h="24500" w="6075">
                <a:moveTo>
                  <a:pt x="1240" y="24500"/>
                </a:moveTo>
                <a:cubicBezTo>
                  <a:pt x="736" y="22231"/>
                  <a:pt x="-568" y="19748"/>
                  <a:pt x="297" y="17590"/>
                </a:cubicBezTo>
                <a:cubicBezTo>
                  <a:pt x="1561" y="14436"/>
                  <a:pt x="5471" y="12472"/>
                  <a:pt x="5951" y="9109"/>
                </a:cubicBezTo>
                <a:cubicBezTo>
                  <a:pt x="6449" y="5625"/>
                  <a:pt x="3101" y="2489"/>
                  <a:pt x="612" y="0"/>
                </a:cubicBezTo>
              </a:path>
            </a:pathLst>
          </a:cu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20" name="Google Shape;10920;p9"/>
          <p:cNvSpPr txBox="1"/>
          <p:nvPr>
            <p:ph idx="4294967295" type="subTitle"/>
          </p:nvPr>
        </p:nvSpPr>
        <p:spPr>
          <a:xfrm>
            <a:off x="707575" y="1326525"/>
            <a:ext cx="7124400" cy="117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0" i="0" lang="en" sz="23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Sets do not keep track of indices, because they are an unordered List</a:t>
            </a:r>
            <a:endParaRPr b="0" i="0" sz="23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21" name="Google Shape;10921;p9"/>
          <p:cNvSpPr txBox="1"/>
          <p:nvPr>
            <p:ph idx="4294967295" type="subTitle"/>
          </p:nvPr>
        </p:nvSpPr>
        <p:spPr>
          <a:xfrm rot="-1259777">
            <a:off x="596381" y="2902825"/>
            <a:ext cx="7124329" cy="117356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b="1" i="0" lang="en" sz="7200" u="none" cap="none" strike="noStrike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Banned</a:t>
            </a:r>
            <a:endParaRPr b="1" i="0" sz="7200" u="none" cap="none" strike="noStrike">
              <a:solidFill>
                <a:srgbClr val="FF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25" name="Shape 10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6" name="Google Shape;10926;p16"/>
          <p:cNvSpPr txBox="1"/>
          <p:nvPr>
            <p:ph type="title"/>
          </p:nvPr>
        </p:nvSpPr>
        <p:spPr>
          <a:xfrm>
            <a:off x="1378050" y="2344775"/>
            <a:ext cx="66237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Adding Elements</a:t>
            </a:r>
            <a:endParaRPr/>
          </a:p>
        </p:txBody>
      </p:sp>
      <p:sp>
        <p:nvSpPr>
          <p:cNvPr id="10927" name="Google Shape;10927;p16"/>
          <p:cNvSpPr txBox="1"/>
          <p:nvPr>
            <p:ph idx="2" type="title"/>
          </p:nvPr>
        </p:nvSpPr>
        <p:spPr>
          <a:xfrm>
            <a:off x="3843750" y="1322001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</a:pPr>
            <a:r>
              <a:rPr lang="en"/>
              <a:t>2</a:t>
            </a:r>
            <a:endParaRPr/>
          </a:p>
        </p:txBody>
      </p:sp>
      <p:grpSp>
        <p:nvGrpSpPr>
          <p:cNvPr id="10928" name="Google Shape;10928;p16"/>
          <p:cNvGrpSpPr/>
          <p:nvPr/>
        </p:nvGrpSpPr>
        <p:grpSpPr>
          <a:xfrm>
            <a:off x="3928443" y="2086030"/>
            <a:ext cx="1287126" cy="176025"/>
            <a:chOff x="4345425" y="2175475"/>
            <a:chExt cx="800750" cy="176025"/>
          </a:xfrm>
        </p:grpSpPr>
        <p:sp>
          <p:nvSpPr>
            <p:cNvPr id="10929" name="Google Shape;10929;p16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0" name="Google Shape;10930;p16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31" name="Google Shape;10931;p16"/>
          <p:cNvGrpSpPr/>
          <p:nvPr/>
        </p:nvGrpSpPr>
        <p:grpSpPr>
          <a:xfrm>
            <a:off x="1541738" y="3108974"/>
            <a:ext cx="6053350" cy="176025"/>
            <a:chOff x="4345425" y="2175475"/>
            <a:chExt cx="800750" cy="176025"/>
          </a:xfrm>
        </p:grpSpPr>
        <p:sp>
          <p:nvSpPr>
            <p:cNvPr id="10932" name="Google Shape;10932;p16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3" name="Google Shape;10933;p16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34" name="Google Shape;10934;p16"/>
          <p:cNvGrpSpPr/>
          <p:nvPr/>
        </p:nvGrpSpPr>
        <p:grpSpPr>
          <a:xfrm flipH="1" rot="372491">
            <a:off x="1097518" y="3478413"/>
            <a:ext cx="595061" cy="675849"/>
            <a:chOff x="5464100" y="4208075"/>
            <a:chExt cx="494625" cy="579650"/>
          </a:xfrm>
        </p:grpSpPr>
        <p:sp>
          <p:nvSpPr>
            <p:cNvPr id="10935" name="Google Shape;10935;p16"/>
            <p:cNvSpPr/>
            <p:nvPr/>
          </p:nvSpPr>
          <p:spPr>
            <a:xfrm>
              <a:off x="5594650" y="4504850"/>
              <a:ext cx="341250" cy="255800"/>
            </a:xfrm>
            <a:custGeom>
              <a:rect b="b" l="l" r="r" t="t"/>
              <a:pathLst>
                <a:path extrusionOk="0" h="10232" w="13650">
                  <a:moveTo>
                    <a:pt x="11619" y="0"/>
                  </a:moveTo>
                  <a:cubicBezTo>
                    <a:pt x="11538" y="0"/>
                    <a:pt x="11454" y="19"/>
                    <a:pt x="11367" y="60"/>
                  </a:cubicBezTo>
                  <a:cubicBezTo>
                    <a:pt x="10774" y="356"/>
                    <a:pt x="10157" y="653"/>
                    <a:pt x="9587" y="973"/>
                  </a:cubicBezTo>
                  <a:cubicBezTo>
                    <a:pt x="8423" y="1657"/>
                    <a:pt x="7327" y="2388"/>
                    <a:pt x="6254" y="3209"/>
                  </a:cubicBezTo>
                  <a:cubicBezTo>
                    <a:pt x="4177" y="4784"/>
                    <a:pt x="2100" y="6359"/>
                    <a:pt x="0" y="7934"/>
                  </a:cubicBezTo>
                  <a:cubicBezTo>
                    <a:pt x="584" y="8864"/>
                    <a:pt x="1080" y="10231"/>
                    <a:pt x="2001" y="10231"/>
                  </a:cubicBezTo>
                  <a:cubicBezTo>
                    <a:pt x="2232" y="10231"/>
                    <a:pt x="2491" y="10145"/>
                    <a:pt x="2785" y="9943"/>
                  </a:cubicBezTo>
                  <a:cubicBezTo>
                    <a:pt x="3972" y="9121"/>
                    <a:pt x="5159" y="8300"/>
                    <a:pt x="6323" y="7478"/>
                  </a:cubicBezTo>
                  <a:cubicBezTo>
                    <a:pt x="7281" y="6816"/>
                    <a:pt x="13650" y="2867"/>
                    <a:pt x="13011" y="1726"/>
                  </a:cubicBezTo>
                  <a:cubicBezTo>
                    <a:pt x="12806" y="1338"/>
                    <a:pt x="12310" y="0"/>
                    <a:pt x="11619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6" name="Google Shape;10936;p16"/>
            <p:cNvSpPr/>
            <p:nvPr/>
          </p:nvSpPr>
          <p:spPr>
            <a:xfrm>
              <a:off x="5518750" y="4363750"/>
              <a:ext cx="340700" cy="255675"/>
            </a:xfrm>
            <a:custGeom>
              <a:rect b="b" l="l" r="r" t="t"/>
              <a:pathLst>
                <a:path extrusionOk="0" h="10227" w="13628">
                  <a:moveTo>
                    <a:pt x="11606" y="0"/>
                  </a:moveTo>
                  <a:cubicBezTo>
                    <a:pt x="11522" y="0"/>
                    <a:pt x="11435" y="21"/>
                    <a:pt x="11345" y="66"/>
                  </a:cubicBezTo>
                  <a:cubicBezTo>
                    <a:pt x="10751" y="362"/>
                    <a:pt x="10158" y="659"/>
                    <a:pt x="9587" y="979"/>
                  </a:cubicBezTo>
                  <a:cubicBezTo>
                    <a:pt x="8423" y="1664"/>
                    <a:pt x="7304" y="2394"/>
                    <a:pt x="6232" y="3216"/>
                  </a:cubicBezTo>
                  <a:cubicBezTo>
                    <a:pt x="4155" y="4791"/>
                    <a:pt x="2077" y="6343"/>
                    <a:pt x="0" y="7940"/>
                  </a:cubicBezTo>
                  <a:cubicBezTo>
                    <a:pt x="563" y="8867"/>
                    <a:pt x="1054" y="10226"/>
                    <a:pt x="1967" y="10226"/>
                  </a:cubicBezTo>
                  <a:cubicBezTo>
                    <a:pt x="2201" y="10226"/>
                    <a:pt x="2464" y="10136"/>
                    <a:pt x="2762" y="9926"/>
                  </a:cubicBezTo>
                  <a:cubicBezTo>
                    <a:pt x="3949" y="9127"/>
                    <a:pt x="5136" y="8306"/>
                    <a:pt x="6323" y="7484"/>
                  </a:cubicBezTo>
                  <a:cubicBezTo>
                    <a:pt x="7282" y="6822"/>
                    <a:pt x="13627" y="2873"/>
                    <a:pt x="13011" y="1732"/>
                  </a:cubicBezTo>
                  <a:cubicBezTo>
                    <a:pt x="12787" y="1346"/>
                    <a:pt x="12292" y="0"/>
                    <a:pt x="11606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7" name="Google Shape;10937;p16"/>
            <p:cNvSpPr/>
            <p:nvPr/>
          </p:nvSpPr>
          <p:spPr>
            <a:xfrm>
              <a:off x="5475950" y="4235275"/>
              <a:ext cx="281925" cy="269375"/>
            </a:xfrm>
            <a:custGeom>
              <a:rect b="b" l="l" r="r" t="t"/>
              <a:pathLst>
                <a:path extrusionOk="0" h="10775" w="11277">
                  <a:moveTo>
                    <a:pt x="1210" y="1"/>
                  </a:moveTo>
                  <a:cubicBezTo>
                    <a:pt x="1233" y="23"/>
                    <a:pt x="1233" y="46"/>
                    <a:pt x="1233" y="92"/>
                  </a:cubicBezTo>
                  <a:cubicBezTo>
                    <a:pt x="1005" y="3653"/>
                    <a:pt x="503" y="7213"/>
                    <a:pt x="0" y="10774"/>
                  </a:cubicBezTo>
                  <a:cubicBezTo>
                    <a:pt x="3607" y="7989"/>
                    <a:pt x="7396" y="5456"/>
                    <a:pt x="11276" y="3082"/>
                  </a:cubicBezTo>
                  <a:cubicBezTo>
                    <a:pt x="7967" y="1918"/>
                    <a:pt x="4634" y="868"/>
                    <a:pt x="1210" y="1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8" name="Google Shape;10938;p16"/>
            <p:cNvSpPr/>
            <p:nvPr/>
          </p:nvSpPr>
          <p:spPr>
            <a:xfrm>
              <a:off x="5717000" y="4421125"/>
              <a:ext cx="42000" cy="94525"/>
            </a:xfrm>
            <a:custGeom>
              <a:rect b="b" l="l" r="r" t="t"/>
              <a:pathLst>
                <a:path extrusionOk="0" h="3781" w="1680">
                  <a:moveTo>
                    <a:pt x="1497" y="0"/>
                  </a:moveTo>
                  <a:cubicBezTo>
                    <a:pt x="1449" y="0"/>
                    <a:pt x="1398" y="23"/>
                    <a:pt x="1360" y="76"/>
                  </a:cubicBezTo>
                  <a:cubicBezTo>
                    <a:pt x="676" y="1103"/>
                    <a:pt x="265" y="2404"/>
                    <a:pt x="14" y="3614"/>
                  </a:cubicBezTo>
                  <a:cubicBezTo>
                    <a:pt x="0" y="3720"/>
                    <a:pt x="80" y="3780"/>
                    <a:pt x="162" y="3780"/>
                  </a:cubicBezTo>
                  <a:cubicBezTo>
                    <a:pt x="221" y="3780"/>
                    <a:pt x="282" y="3749"/>
                    <a:pt x="310" y="3683"/>
                  </a:cubicBezTo>
                  <a:cubicBezTo>
                    <a:pt x="698" y="2496"/>
                    <a:pt x="1201" y="1377"/>
                    <a:pt x="1634" y="213"/>
                  </a:cubicBezTo>
                  <a:cubicBezTo>
                    <a:pt x="1680" y="91"/>
                    <a:pt x="1594" y="0"/>
                    <a:pt x="1497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9" name="Google Shape;10939;p16"/>
            <p:cNvSpPr/>
            <p:nvPr/>
          </p:nvSpPr>
          <p:spPr>
            <a:xfrm>
              <a:off x="5750000" y="4392700"/>
              <a:ext cx="46925" cy="98950"/>
            </a:xfrm>
            <a:custGeom>
              <a:rect b="b" l="l" r="r" t="t"/>
              <a:pathLst>
                <a:path extrusionOk="0" h="3958" w="1877">
                  <a:moveTo>
                    <a:pt x="1669" y="1"/>
                  </a:moveTo>
                  <a:cubicBezTo>
                    <a:pt x="1627" y="1"/>
                    <a:pt x="1584" y="22"/>
                    <a:pt x="1547" y="72"/>
                  </a:cubicBezTo>
                  <a:cubicBezTo>
                    <a:pt x="771" y="1122"/>
                    <a:pt x="360" y="2446"/>
                    <a:pt x="40" y="3701"/>
                  </a:cubicBezTo>
                  <a:cubicBezTo>
                    <a:pt x="0" y="3860"/>
                    <a:pt x="130" y="3958"/>
                    <a:pt x="259" y="3958"/>
                  </a:cubicBezTo>
                  <a:cubicBezTo>
                    <a:pt x="353" y="3958"/>
                    <a:pt x="445" y="3907"/>
                    <a:pt x="474" y="3792"/>
                  </a:cubicBezTo>
                  <a:cubicBezTo>
                    <a:pt x="816" y="2560"/>
                    <a:pt x="1410" y="1464"/>
                    <a:pt x="1843" y="277"/>
                  </a:cubicBezTo>
                  <a:cubicBezTo>
                    <a:pt x="1877" y="145"/>
                    <a:pt x="1778" y="1"/>
                    <a:pt x="1669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0" name="Google Shape;10940;p16"/>
            <p:cNvSpPr/>
            <p:nvPr/>
          </p:nvSpPr>
          <p:spPr>
            <a:xfrm>
              <a:off x="5795175" y="4403700"/>
              <a:ext cx="30450" cy="52625"/>
            </a:xfrm>
            <a:custGeom>
              <a:rect b="b" l="l" r="r" t="t"/>
              <a:pathLst>
                <a:path extrusionOk="0" h="2105" w="1218">
                  <a:moveTo>
                    <a:pt x="977" y="1"/>
                  </a:moveTo>
                  <a:cubicBezTo>
                    <a:pt x="935" y="1"/>
                    <a:pt x="893" y="14"/>
                    <a:pt x="858" y="43"/>
                  </a:cubicBezTo>
                  <a:cubicBezTo>
                    <a:pt x="356" y="522"/>
                    <a:pt x="105" y="1138"/>
                    <a:pt x="14" y="1800"/>
                  </a:cubicBezTo>
                  <a:cubicBezTo>
                    <a:pt x="0" y="1988"/>
                    <a:pt x="160" y="2104"/>
                    <a:pt x="303" y="2104"/>
                  </a:cubicBezTo>
                  <a:cubicBezTo>
                    <a:pt x="404" y="2104"/>
                    <a:pt x="497" y="2046"/>
                    <a:pt x="516" y="1914"/>
                  </a:cubicBezTo>
                  <a:cubicBezTo>
                    <a:pt x="607" y="1321"/>
                    <a:pt x="835" y="773"/>
                    <a:pt x="1132" y="248"/>
                  </a:cubicBezTo>
                  <a:cubicBezTo>
                    <a:pt x="1217" y="112"/>
                    <a:pt x="1099" y="1"/>
                    <a:pt x="97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1" name="Google Shape;10941;p16"/>
            <p:cNvSpPr/>
            <p:nvPr/>
          </p:nvSpPr>
          <p:spPr>
            <a:xfrm>
              <a:off x="5783525" y="4580275"/>
              <a:ext cx="38225" cy="81675"/>
            </a:xfrm>
            <a:custGeom>
              <a:rect b="b" l="l" r="r" t="t"/>
              <a:pathLst>
                <a:path extrusionOk="0" h="3267" w="1529">
                  <a:moveTo>
                    <a:pt x="1258" y="1"/>
                  </a:moveTo>
                  <a:cubicBezTo>
                    <a:pt x="1191" y="1"/>
                    <a:pt x="1127" y="31"/>
                    <a:pt x="1096" y="101"/>
                  </a:cubicBezTo>
                  <a:cubicBezTo>
                    <a:pt x="845" y="649"/>
                    <a:pt x="617" y="1197"/>
                    <a:pt x="411" y="1745"/>
                  </a:cubicBezTo>
                  <a:cubicBezTo>
                    <a:pt x="251" y="2201"/>
                    <a:pt x="0" y="2680"/>
                    <a:pt x="23" y="3160"/>
                  </a:cubicBezTo>
                  <a:cubicBezTo>
                    <a:pt x="23" y="3231"/>
                    <a:pt x="77" y="3267"/>
                    <a:pt x="133" y="3267"/>
                  </a:cubicBezTo>
                  <a:cubicBezTo>
                    <a:pt x="168" y="3267"/>
                    <a:pt x="203" y="3254"/>
                    <a:pt x="229" y="3228"/>
                  </a:cubicBezTo>
                  <a:cubicBezTo>
                    <a:pt x="594" y="2863"/>
                    <a:pt x="754" y="2270"/>
                    <a:pt x="936" y="1790"/>
                  </a:cubicBezTo>
                  <a:cubicBezTo>
                    <a:pt x="1142" y="1288"/>
                    <a:pt x="1324" y="763"/>
                    <a:pt x="1484" y="261"/>
                  </a:cubicBezTo>
                  <a:cubicBezTo>
                    <a:pt x="1529" y="111"/>
                    <a:pt x="1387" y="1"/>
                    <a:pt x="125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2" name="Google Shape;10942;p16"/>
            <p:cNvSpPr/>
            <p:nvPr/>
          </p:nvSpPr>
          <p:spPr>
            <a:xfrm>
              <a:off x="5824600" y="4544075"/>
              <a:ext cx="49675" cy="96575"/>
            </a:xfrm>
            <a:custGeom>
              <a:rect b="b" l="l" r="r" t="t"/>
              <a:pathLst>
                <a:path extrusionOk="0" h="3863" w="1987">
                  <a:moveTo>
                    <a:pt x="1601" y="1"/>
                  </a:moveTo>
                  <a:cubicBezTo>
                    <a:pt x="1166" y="1"/>
                    <a:pt x="939" y="623"/>
                    <a:pt x="800" y="1001"/>
                  </a:cubicBezTo>
                  <a:cubicBezTo>
                    <a:pt x="457" y="1846"/>
                    <a:pt x="115" y="2759"/>
                    <a:pt x="1" y="3672"/>
                  </a:cubicBezTo>
                  <a:cubicBezTo>
                    <a:pt x="1" y="3777"/>
                    <a:pt x="100" y="3863"/>
                    <a:pt x="188" y="3863"/>
                  </a:cubicBezTo>
                  <a:cubicBezTo>
                    <a:pt x="233" y="3863"/>
                    <a:pt x="274" y="3840"/>
                    <a:pt x="297" y="3786"/>
                  </a:cubicBezTo>
                  <a:cubicBezTo>
                    <a:pt x="526" y="3215"/>
                    <a:pt x="708" y="2645"/>
                    <a:pt x="914" y="2074"/>
                  </a:cubicBezTo>
                  <a:cubicBezTo>
                    <a:pt x="1028" y="1823"/>
                    <a:pt x="1439" y="385"/>
                    <a:pt x="1735" y="362"/>
                  </a:cubicBezTo>
                  <a:cubicBezTo>
                    <a:pt x="1918" y="362"/>
                    <a:pt x="1987" y="111"/>
                    <a:pt x="1804" y="43"/>
                  </a:cubicBezTo>
                  <a:cubicBezTo>
                    <a:pt x="1731" y="14"/>
                    <a:pt x="1664" y="1"/>
                    <a:pt x="1601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3" name="Google Shape;10943;p16"/>
            <p:cNvSpPr/>
            <p:nvPr/>
          </p:nvSpPr>
          <p:spPr>
            <a:xfrm>
              <a:off x="5876375" y="4540750"/>
              <a:ext cx="23725" cy="54675"/>
            </a:xfrm>
            <a:custGeom>
              <a:rect b="b" l="l" r="r" t="t"/>
              <a:pathLst>
                <a:path extrusionOk="0" h="2187" w="949">
                  <a:moveTo>
                    <a:pt x="772" y="1"/>
                  </a:moveTo>
                  <a:cubicBezTo>
                    <a:pt x="721" y="1"/>
                    <a:pt x="671" y="26"/>
                    <a:pt x="646" y="84"/>
                  </a:cubicBezTo>
                  <a:cubicBezTo>
                    <a:pt x="372" y="701"/>
                    <a:pt x="167" y="1317"/>
                    <a:pt x="30" y="2002"/>
                  </a:cubicBezTo>
                  <a:cubicBezTo>
                    <a:pt x="1" y="2103"/>
                    <a:pt x="101" y="2187"/>
                    <a:pt x="195" y="2187"/>
                  </a:cubicBezTo>
                  <a:cubicBezTo>
                    <a:pt x="249" y="2187"/>
                    <a:pt x="302" y="2159"/>
                    <a:pt x="326" y="2093"/>
                  </a:cubicBezTo>
                  <a:cubicBezTo>
                    <a:pt x="577" y="1477"/>
                    <a:pt x="783" y="838"/>
                    <a:pt x="920" y="176"/>
                  </a:cubicBezTo>
                  <a:cubicBezTo>
                    <a:pt x="949" y="75"/>
                    <a:pt x="859" y="1"/>
                    <a:pt x="772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4" name="Google Shape;10944;p16"/>
            <p:cNvSpPr/>
            <p:nvPr/>
          </p:nvSpPr>
          <p:spPr>
            <a:xfrm>
              <a:off x="5464100" y="4208075"/>
              <a:ext cx="334850" cy="317675"/>
            </a:xfrm>
            <a:custGeom>
              <a:rect b="b" l="l" r="r" t="t"/>
              <a:pathLst>
                <a:path extrusionOk="0" h="12707" w="13394">
                  <a:moveTo>
                    <a:pt x="2027" y="792"/>
                  </a:moveTo>
                  <a:cubicBezTo>
                    <a:pt x="5450" y="1682"/>
                    <a:pt x="8783" y="2732"/>
                    <a:pt x="12115" y="3896"/>
                  </a:cubicBezTo>
                  <a:cubicBezTo>
                    <a:pt x="8212" y="6270"/>
                    <a:pt x="4423" y="8804"/>
                    <a:pt x="817" y="11588"/>
                  </a:cubicBezTo>
                  <a:cubicBezTo>
                    <a:pt x="1319" y="8027"/>
                    <a:pt x="1821" y="4467"/>
                    <a:pt x="2049" y="906"/>
                  </a:cubicBezTo>
                  <a:cubicBezTo>
                    <a:pt x="2049" y="860"/>
                    <a:pt x="2049" y="838"/>
                    <a:pt x="2027" y="792"/>
                  </a:cubicBezTo>
                  <a:close/>
                  <a:moveTo>
                    <a:pt x="1919" y="0"/>
                  </a:moveTo>
                  <a:cubicBezTo>
                    <a:pt x="1586" y="0"/>
                    <a:pt x="1459" y="471"/>
                    <a:pt x="1707" y="678"/>
                  </a:cubicBezTo>
                  <a:cubicBezTo>
                    <a:pt x="1616" y="701"/>
                    <a:pt x="1547" y="769"/>
                    <a:pt x="1547" y="860"/>
                  </a:cubicBezTo>
                  <a:cubicBezTo>
                    <a:pt x="954" y="4649"/>
                    <a:pt x="566" y="8484"/>
                    <a:pt x="18" y="12273"/>
                  </a:cubicBezTo>
                  <a:cubicBezTo>
                    <a:pt x="0" y="12483"/>
                    <a:pt x="158" y="12707"/>
                    <a:pt x="355" y="12707"/>
                  </a:cubicBezTo>
                  <a:cubicBezTo>
                    <a:pt x="415" y="12707"/>
                    <a:pt x="479" y="12686"/>
                    <a:pt x="543" y="12638"/>
                  </a:cubicBezTo>
                  <a:cubicBezTo>
                    <a:pt x="4560" y="9534"/>
                    <a:pt x="8760" y="6658"/>
                    <a:pt x="13165" y="4124"/>
                  </a:cubicBezTo>
                  <a:cubicBezTo>
                    <a:pt x="13371" y="3987"/>
                    <a:pt x="13394" y="3577"/>
                    <a:pt x="13120" y="3485"/>
                  </a:cubicBezTo>
                  <a:cubicBezTo>
                    <a:pt x="9490" y="2139"/>
                    <a:pt x="5770" y="997"/>
                    <a:pt x="2027" y="16"/>
                  </a:cubicBezTo>
                  <a:cubicBezTo>
                    <a:pt x="1989" y="5"/>
                    <a:pt x="1953" y="0"/>
                    <a:pt x="1919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5" name="Google Shape;10945;p16"/>
            <p:cNvSpPr/>
            <p:nvPr/>
          </p:nvSpPr>
          <p:spPr>
            <a:xfrm>
              <a:off x="5495775" y="4342975"/>
              <a:ext cx="376800" cy="309500"/>
            </a:xfrm>
            <a:custGeom>
              <a:rect b="b" l="l" r="r" t="t"/>
              <a:pathLst>
                <a:path extrusionOk="0" h="12380" w="15072">
                  <a:moveTo>
                    <a:pt x="12525" y="1060"/>
                  </a:moveTo>
                  <a:cubicBezTo>
                    <a:pt x="13211" y="1060"/>
                    <a:pt x="13706" y="2403"/>
                    <a:pt x="13930" y="2768"/>
                  </a:cubicBezTo>
                  <a:cubicBezTo>
                    <a:pt x="14546" y="3933"/>
                    <a:pt x="8201" y="7858"/>
                    <a:pt x="7242" y="8520"/>
                  </a:cubicBezTo>
                  <a:cubicBezTo>
                    <a:pt x="6055" y="9342"/>
                    <a:pt x="4868" y="10164"/>
                    <a:pt x="3681" y="10986"/>
                  </a:cubicBezTo>
                  <a:cubicBezTo>
                    <a:pt x="3388" y="11187"/>
                    <a:pt x="3129" y="11274"/>
                    <a:pt x="2897" y="11274"/>
                  </a:cubicBezTo>
                  <a:cubicBezTo>
                    <a:pt x="1977" y="11274"/>
                    <a:pt x="1485" y="9907"/>
                    <a:pt x="919" y="8977"/>
                  </a:cubicBezTo>
                  <a:cubicBezTo>
                    <a:pt x="2996" y="7402"/>
                    <a:pt x="5074" y="5827"/>
                    <a:pt x="7151" y="4252"/>
                  </a:cubicBezTo>
                  <a:cubicBezTo>
                    <a:pt x="8223" y="3453"/>
                    <a:pt x="9342" y="2700"/>
                    <a:pt x="10483" y="2038"/>
                  </a:cubicBezTo>
                  <a:cubicBezTo>
                    <a:pt x="11077" y="1696"/>
                    <a:pt x="11670" y="1399"/>
                    <a:pt x="12264" y="1125"/>
                  </a:cubicBezTo>
                  <a:cubicBezTo>
                    <a:pt x="12354" y="1080"/>
                    <a:pt x="12441" y="1060"/>
                    <a:pt x="12525" y="1060"/>
                  </a:cubicBezTo>
                  <a:close/>
                  <a:moveTo>
                    <a:pt x="12828" y="1"/>
                  </a:moveTo>
                  <a:cubicBezTo>
                    <a:pt x="11774" y="1"/>
                    <a:pt x="10261" y="1278"/>
                    <a:pt x="9525" y="1741"/>
                  </a:cubicBezTo>
                  <a:cubicBezTo>
                    <a:pt x="6215" y="3818"/>
                    <a:pt x="3248" y="6512"/>
                    <a:pt x="189" y="8908"/>
                  </a:cubicBezTo>
                  <a:cubicBezTo>
                    <a:pt x="1" y="9059"/>
                    <a:pt x="139" y="9365"/>
                    <a:pt x="334" y="9365"/>
                  </a:cubicBezTo>
                  <a:cubicBezTo>
                    <a:pt x="375" y="9365"/>
                    <a:pt x="419" y="9351"/>
                    <a:pt x="463" y="9319"/>
                  </a:cubicBezTo>
                  <a:cubicBezTo>
                    <a:pt x="486" y="9296"/>
                    <a:pt x="509" y="9274"/>
                    <a:pt x="531" y="9251"/>
                  </a:cubicBezTo>
                  <a:cubicBezTo>
                    <a:pt x="1125" y="10278"/>
                    <a:pt x="1741" y="11282"/>
                    <a:pt x="2426" y="12241"/>
                  </a:cubicBezTo>
                  <a:cubicBezTo>
                    <a:pt x="2485" y="12329"/>
                    <a:pt x="2582" y="12380"/>
                    <a:pt x="2680" y="12380"/>
                  </a:cubicBezTo>
                  <a:cubicBezTo>
                    <a:pt x="2734" y="12380"/>
                    <a:pt x="2788" y="12365"/>
                    <a:pt x="2837" y="12332"/>
                  </a:cubicBezTo>
                  <a:cubicBezTo>
                    <a:pt x="6991" y="9662"/>
                    <a:pt x="11396" y="6968"/>
                    <a:pt x="14934" y="3453"/>
                  </a:cubicBezTo>
                  <a:cubicBezTo>
                    <a:pt x="15071" y="3316"/>
                    <a:pt x="15048" y="3111"/>
                    <a:pt x="14957" y="2951"/>
                  </a:cubicBezTo>
                  <a:cubicBezTo>
                    <a:pt x="14592" y="2266"/>
                    <a:pt x="13930" y="212"/>
                    <a:pt x="13085" y="29"/>
                  </a:cubicBezTo>
                  <a:cubicBezTo>
                    <a:pt x="13003" y="10"/>
                    <a:pt x="12917" y="1"/>
                    <a:pt x="1282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6" name="Google Shape;10946;p16"/>
            <p:cNvSpPr/>
            <p:nvPr/>
          </p:nvSpPr>
          <p:spPr>
            <a:xfrm>
              <a:off x="5582050" y="4477650"/>
              <a:ext cx="376675" cy="310075"/>
            </a:xfrm>
            <a:custGeom>
              <a:rect b="b" l="l" r="r" t="t"/>
              <a:pathLst>
                <a:path extrusionOk="0" h="12403" w="15067">
                  <a:moveTo>
                    <a:pt x="12512" y="1065"/>
                  </a:moveTo>
                  <a:cubicBezTo>
                    <a:pt x="13207" y="1065"/>
                    <a:pt x="13721" y="2403"/>
                    <a:pt x="13925" y="2791"/>
                  </a:cubicBezTo>
                  <a:cubicBezTo>
                    <a:pt x="14542" y="3932"/>
                    <a:pt x="8196" y="7881"/>
                    <a:pt x="7238" y="8543"/>
                  </a:cubicBezTo>
                  <a:cubicBezTo>
                    <a:pt x="6051" y="9365"/>
                    <a:pt x="4864" y="10186"/>
                    <a:pt x="3677" y="11008"/>
                  </a:cubicBezTo>
                  <a:cubicBezTo>
                    <a:pt x="3383" y="11210"/>
                    <a:pt x="3124" y="11297"/>
                    <a:pt x="2893" y="11297"/>
                  </a:cubicBezTo>
                  <a:cubicBezTo>
                    <a:pt x="1973" y="11297"/>
                    <a:pt x="1480" y="9930"/>
                    <a:pt x="915" y="8999"/>
                  </a:cubicBezTo>
                  <a:cubicBezTo>
                    <a:pt x="2992" y="7425"/>
                    <a:pt x="5069" y="5850"/>
                    <a:pt x="7169" y="4275"/>
                  </a:cubicBezTo>
                  <a:cubicBezTo>
                    <a:pt x="8219" y="3453"/>
                    <a:pt x="9338" y="2723"/>
                    <a:pt x="10502" y="2038"/>
                  </a:cubicBezTo>
                  <a:cubicBezTo>
                    <a:pt x="11072" y="1718"/>
                    <a:pt x="11666" y="1422"/>
                    <a:pt x="12259" y="1125"/>
                  </a:cubicBezTo>
                  <a:cubicBezTo>
                    <a:pt x="12346" y="1084"/>
                    <a:pt x="12430" y="1065"/>
                    <a:pt x="12512" y="1065"/>
                  </a:cubicBezTo>
                  <a:close/>
                  <a:moveTo>
                    <a:pt x="12827" y="1"/>
                  </a:moveTo>
                  <a:cubicBezTo>
                    <a:pt x="11773" y="1"/>
                    <a:pt x="10258" y="1300"/>
                    <a:pt x="9520" y="1764"/>
                  </a:cubicBezTo>
                  <a:cubicBezTo>
                    <a:pt x="6233" y="3841"/>
                    <a:pt x="3266" y="6512"/>
                    <a:pt x="207" y="8931"/>
                  </a:cubicBezTo>
                  <a:cubicBezTo>
                    <a:pt x="0" y="9082"/>
                    <a:pt x="135" y="9388"/>
                    <a:pt x="329" y="9388"/>
                  </a:cubicBezTo>
                  <a:cubicBezTo>
                    <a:pt x="371" y="9388"/>
                    <a:pt x="415" y="9374"/>
                    <a:pt x="459" y="9342"/>
                  </a:cubicBezTo>
                  <a:cubicBezTo>
                    <a:pt x="481" y="9319"/>
                    <a:pt x="504" y="9296"/>
                    <a:pt x="550" y="9273"/>
                  </a:cubicBezTo>
                  <a:cubicBezTo>
                    <a:pt x="1120" y="10301"/>
                    <a:pt x="1737" y="11282"/>
                    <a:pt x="2421" y="12263"/>
                  </a:cubicBezTo>
                  <a:cubicBezTo>
                    <a:pt x="2480" y="12352"/>
                    <a:pt x="2577" y="12402"/>
                    <a:pt x="2676" y="12402"/>
                  </a:cubicBezTo>
                  <a:cubicBezTo>
                    <a:pt x="2730" y="12402"/>
                    <a:pt x="2784" y="12387"/>
                    <a:pt x="2832" y="12355"/>
                  </a:cubicBezTo>
                  <a:cubicBezTo>
                    <a:pt x="7009" y="9661"/>
                    <a:pt x="11392" y="6968"/>
                    <a:pt x="14930" y="3476"/>
                  </a:cubicBezTo>
                  <a:cubicBezTo>
                    <a:pt x="15067" y="3339"/>
                    <a:pt x="15067" y="3111"/>
                    <a:pt x="14975" y="2951"/>
                  </a:cubicBezTo>
                  <a:cubicBezTo>
                    <a:pt x="14587" y="2289"/>
                    <a:pt x="13925" y="235"/>
                    <a:pt x="13081" y="29"/>
                  </a:cubicBezTo>
                  <a:cubicBezTo>
                    <a:pt x="13000" y="10"/>
                    <a:pt x="12915" y="1"/>
                    <a:pt x="1282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47" name="Google Shape;10947;p16"/>
          <p:cNvGrpSpPr/>
          <p:nvPr/>
        </p:nvGrpSpPr>
        <p:grpSpPr>
          <a:xfrm rot="9456294">
            <a:off x="6849679" y="3273665"/>
            <a:ext cx="2306041" cy="512923"/>
            <a:chOff x="7051300" y="3461525"/>
            <a:chExt cx="2305988" cy="512912"/>
          </a:xfrm>
        </p:grpSpPr>
        <p:sp>
          <p:nvSpPr>
            <p:cNvPr id="10948" name="Google Shape;10948;p16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9" name="Google Shape;10949;p16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0" name="Google Shape;10950;p16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1" name="Google Shape;10951;p16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2" name="Google Shape;10952;p16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3" name="Google Shape;10953;p16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4" name="Google Shape;10954;p16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5" name="Google Shape;10955;p16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6" name="Google Shape;10956;p16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7" name="Google Shape;10957;p16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8" name="Google Shape;10958;p16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9" name="Google Shape;10959;p16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0" name="Google Shape;10960;p16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1" name="Google Shape;10961;p16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2" name="Google Shape;10962;p16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3" name="Google Shape;10963;p16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4" name="Google Shape;10964;p16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5" name="Google Shape;10965;p16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66" name="Google Shape;10966;p16"/>
          <p:cNvGrpSpPr/>
          <p:nvPr/>
        </p:nvGrpSpPr>
        <p:grpSpPr>
          <a:xfrm rot="854098">
            <a:off x="7782856" y="510397"/>
            <a:ext cx="639528" cy="438002"/>
            <a:chOff x="5501450" y="2545600"/>
            <a:chExt cx="639525" cy="438000"/>
          </a:xfrm>
        </p:grpSpPr>
        <p:sp>
          <p:nvSpPr>
            <p:cNvPr id="10967" name="Google Shape;10967;p16"/>
            <p:cNvSpPr/>
            <p:nvPr/>
          </p:nvSpPr>
          <p:spPr>
            <a:xfrm>
              <a:off x="5501450" y="2545600"/>
              <a:ext cx="639525" cy="438000"/>
            </a:xfrm>
            <a:custGeom>
              <a:rect b="b" l="l" r="r" t="t"/>
              <a:pathLst>
                <a:path extrusionOk="0" h="17520" w="25581">
                  <a:moveTo>
                    <a:pt x="2054" y="916"/>
                  </a:moveTo>
                  <a:cubicBezTo>
                    <a:pt x="4249" y="1273"/>
                    <a:pt x="6534" y="1376"/>
                    <a:pt x="8837" y="1376"/>
                  </a:cubicBezTo>
                  <a:cubicBezTo>
                    <a:pt x="11993" y="1376"/>
                    <a:pt x="15185" y="1183"/>
                    <a:pt x="18229" y="1183"/>
                  </a:cubicBezTo>
                  <a:cubicBezTo>
                    <a:pt x="18767" y="1183"/>
                    <a:pt x="19366" y="1142"/>
                    <a:pt x="19969" y="1142"/>
                  </a:cubicBezTo>
                  <a:cubicBezTo>
                    <a:pt x="21476" y="1142"/>
                    <a:pt x="23008" y="1398"/>
                    <a:pt x="23668" y="3189"/>
                  </a:cubicBezTo>
                  <a:cubicBezTo>
                    <a:pt x="24139" y="4443"/>
                    <a:pt x="23998" y="6292"/>
                    <a:pt x="24045" y="7625"/>
                  </a:cubicBezTo>
                  <a:cubicBezTo>
                    <a:pt x="24154" y="10242"/>
                    <a:pt x="24076" y="12876"/>
                    <a:pt x="23904" y="15493"/>
                  </a:cubicBezTo>
                  <a:cubicBezTo>
                    <a:pt x="19549" y="16044"/>
                    <a:pt x="15184" y="16308"/>
                    <a:pt x="10802" y="16308"/>
                  </a:cubicBezTo>
                  <a:cubicBezTo>
                    <a:pt x="9570" y="16308"/>
                    <a:pt x="8336" y="16287"/>
                    <a:pt x="7101" y="16246"/>
                  </a:cubicBezTo>
                  <a:cubicBezTo>
                    <a:pt x="5141" y="16167"/>
                    <a:pt x="2398" y="16543"/>
                    <a:pt x="1505" y="14036"/>
                  </a:cubicBezTo>
                  <a:cubicBezTo>
                    <a:pt x="1066" y="12782"/>
                    <a:pt x="1270" y="10916"/>
                    <a:pt x="1207" y="9600"/>
                  </a:cubicBezTo>
                  <a:cubicBezTo>
                    <a:pt x="1160" y="8659"/>
                    <a:pt x="235" y="1700"/>
                    <a:pt x="2054" y="916"/>
                  </a:cubicBezTo>
                  <a:close/>
                  <a:moveTo>
                    <a:pt x="1928" y="0"/>
                  </a:moveTo>
                  <a:cubicBezTo>
                    <a:pt x="478" y="0"/>
                    <a:pt x="29" y="2119"/>
                    <a:pt x="16" y="3518"/>
                  </a:cubicBezTo>
                  <a:cubicBezTo>
                    <a:pt x="0" y="5869"/>
                    <a:pt x="204" y="8252"/>
                    <a:pt x="282" y="10603"/>
                  </a:cubicBezTo>
                  <a:cubicBezTo>
                    <a:pt x="345" y="12139"/>
                    <a:pt x="157" y="14098"/>
                    <a:pt x="1003" y="15462"/>
                  </a:cubicBezTo>
                  <a:cubicBezTo>
                    <a:pt x="2119" y="17247"/>
                    <a:pt x="4806" y="17520"/>
                    <a:pt x="7212" y="17520"/>
                  </a:cubicBezTo>
                  <a:cubicBezTo>
                    <a:pt x="8268" y="17520"/>
                    <a:pt x="9269" y="17467"/>
                    <a:pt x="10061" y="17467"/>
                  </a:cubicBezTo>
                  <a:cubicBezTo>
                    <a:pt x="10126" y="17467"/>
                    <a:pt x="10189" y="17468"/>
                    <a:pt x="10251" y="17468"/>
                  </a:cubicBezTo>
                  <a:cubicBezTo>
                    <a:pt x="10550" y="17471"/>
                    <a:pt x="10848" y="17473"/>
                    <a:pt x="11146" y="17473"/>
                  </a:cubicBezTo>
                  <a:cubicBezTo>
                    <a:pt x="15785" y="17473"/>
                    <a:pt x="20422" y="17132"/>
                    <a:pt x="25016" y="16528"/>
                  </a:cubicBezTo>
                  <a:cubicBezTo>
                    <a:pt x="25581" y="16449"/>
                    <a:pt x="25549" y="15791"/>
                    <a:pt x="25189" y="15509"/>
                  </a:cubicBezTo>
                  <a:cubicBezTo>
                    <a:pt x="25440" y="11857"/>
                    <a:pt x="25534" y="8126"/>
                    <a:pt x="25110" y="4490"/>
                  </a:cubicBezTo>
                  <a:cubicBezTo>
                    <a:pt x="24907" y="2766"/>
                    <a:pt x="24515" y="995"/>
                    <a:pt x="22728" y="305"/>
                  </a:cubicBezTo>
                  <a:cubicBezTo>
                    <a:pt x="22098" y="64"/>
                    <a:pt x="21403" y="15"/>
                    <a:pt x="20716" y="15"/>
                  </a:cubicBezTo>
                  <a:cubicBezTo>
                    <a:pt x="20240" y="15"/>
                    <a:pt x="19769" y="38"/>
                    <a:pt x="19327" y="38"/>
                  </a:cubicBezTo>
                  <a:cubicBezTo>
                    <a:pt x="17132" y="38"/>
                    <a:pt x="14954" y="70"/>
                    <a:pt x="12759" y="70"/>
                  </a:cubicBezTo>
                  <a:cubicBezTo>
                    <a:pt x="12545" y="72"/>
                    <a:pt x="12330" y="73"/>
                    <a:pt x="12115" y="73"/>
                  </a:cubicBezTo>
                  <a:cubicBezTo>
                    <a:pt x="10641" y="73"/>
                    <a:pt x="9140" y="30"/>
                    <a:pt x="7640" y="30"/>
                  </a:cubicBezTo>
                  <a:cubicBezTo>
                    <a:pt x="6052" y="30"/>
                    <a:pt x="4466" y="78"/>
                    <a:pt x="2916" y="274"/>
                  </a:cubicBezTo>
                  <a:cubicBezTo>
                    <a:pt x="2544" y="84"/>
                    <a:pt x="2216" y="0"/>
                    <a:pt x="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8" name="Google Shape;10968;p16"/>
            <p:cNvSpPr/>
            <p:nvPr/>
          </p:nvSpPr>
          <p:spPr>
            <a:xfrm>
              <a:off x="5714775" y="2654925"/>
              <a:ext cx="280075" cy="257600"/>
            </a:xfrm>
            <a:custGeom>
              <a:rect b="b" l="l" r="r" t="t"/>
              <a:pathLst>
                <a:path extrusionOk="0" h="10304" w="11203">
                  <a:moveTo>
                    <a:pt x="652" y="289"/>
                  </a:moveTo>
                  <a:cubicBezTo>
                    <a:pt x="809" y="415"/>
                    <a:pt x="966" y="540"/>
                    <a:pt x="1138" y="650"/>
                  </a:cubicBezTo>
                  <a:cubicBezTo>
                    <a:pt x="1076" y="697"/>
                    <a:pt x="1044" y="775"/>
                    <a:pt x="1029" y="854"/>
                  </a:cubicBezTo>
                  <a:cubicBezTo>
                    <a:pt x="1029" y="1042"/>
                    <a:pt x="1044" y="1214"/>
                    <a:pt x="1044" y="1387"/>
                  </a:cubicBezTo>
                  <a:cubicBezTo>
                    <a:pt x="919" y="1449"/>
                    <a:pt x="825" y="1543"/>
                    <a:pt x="778" y="1669"/>
                  </a:cubicBezTo>
                  <a:cubicBezTo>
                    <a:pt x="746" y="1214"/>
                    <a:pt x="699" y="760"/>
                    <a:pt x="652" y="305"/>
                  </a:cubicBezTo>
                  <a:cubicBezTo>
                    <a:pt x="652" y="305"/>
                    <a:pt x="652" y="289"/>
                    <a:pt x="652" y="289"/>
                  </a:cubicBezTo>
                  <a:close/>
                  <a:moveTo>
                    <a:pt x="5778" y="4208"/>
                  </a:moveTo>
                  <a:lnTo>
                    <a:pt x="5778" y="4208"/>
                  </a:lnTo>
                  <a:cubicBezTo>
                    <a:pt x="6217" y="4333"/>
                    <a:pt x="6671" y="4443"/>
                    <a:pt x="7126" y="4521"/>
                  </a:cubicBezTo>
                  <a:cubicBezTo>
                    <a:pt x="7142" y="4537"/>
                    <a:pt x="7142" y="4537"/>
                    <a:pt x="7157" y="4553"/>
                  </a:cubicBezTo>
                  <a:cubicBezTo>
                    <a:pt x="6844" y="4725"/>
                    <a:pt x="6530" y="4913"/>
                    <a:pt x="6232" y="5101"/>
                  </a:cubicBezTo>
                  <a:cubicBezTo>
                    <a:pt x="6138" y="4804"/>
                    <a:pt x="5966" y="4490"/>
                    <a:pt x="5778" y="4208"/>
                  </a:cubicBezTo>
                  <a:close/>
                  <a:moveTo>
                    <a:pt x="840" y="2296"/>
                  </a:moveTo>
                  <a:lnTo>
                    <a:pt x="840" y="2296"/>
                  </a:lnTo>
                  <a:cubicBezTo>
                    <a:pt x="919" y="2672"/>
                    <a:pt x="1013" y="3032"/>
                    <a:pt x="1076" y="3393"/>
                  </a:cubicBezTo>
                  <a:cubicBezTo>
                    <a:pt x="1123" y="4694"/>
                    <a:pt x="1201" y="5995"/>
                    <a:pt x="1264" y="7280"/>
                  </a:cubicBezTo>
                  <a:cubicBezTo>
                    <a:pt x="1279" y="7500"/>
                    <a:pt x="1436" y="7641"/>
                    <a:pt x="1609" y="7688"/>
                  </a:cubicBezTo>
                  <a:cubicBezTo>
                    <a:pt x="1624" y="7923"/>
                    <a:pt x="1656" y="8142"/>
                    <a:pt x="1671" y="8377"/>
                  </a:cubicBezTo>
                  <a:cubicBezTo>
                    <a:pt x="1671" y="8503"/>
                    <a:pt x="1734" y="8612"/>
                    <a:pt x="1812" y="8706"/>
                  </a:cubicBezTo>
                  <a:cubicBezTo>
                    <a:pt x="1781" y="8753"/>
                    <a:pt x="1765" y="8801"/>
                    <a:pt x="1734" y="8848"/>
                  </a:cubicBezTo>
                  <a:cubicBezTo>
                    <a:pt x="1718" y="8910"/>
                    <a:pt x="1718" y="8957"/>
                    <a:pt x="1703" y="9004"/>
                  </a:cubicBezTo>
                  <a:cubicBezTo>
                    <a:pt x="1577" y="9130"/>
                    <a:pt x="1436" y="9239"/>
                    <a:pt x="1295" y="9365"/>
                  </a:cubicBezTo>
                  <a:cubicBezTo>
                    <a:pt x="1154" y="7014"/>
                    <a:pt x="1029" y="4647"/>
                    <a:pt x="840" y="2296"/>
                  </a:cubicBezTo>
                  <a:close/>
                  <a:moveTo>
                    <a:pt x="299" y="0"/>
                  </a:moveTo>
                  <a:cubicBezTo>
                    <a:pt x="146" y="0"/>
                    <a:pt x="0" y="102"/>
                    <a:pt x="10" y="305"/>
                  </a:cubicBezTo>
                  <a:cubicBezTo>
                    <a:pt x="88" y="3440"/>
                    <a:pt x="355" y="6575"/>
                    <a:pt x="574" y="9710"/>
                  </a:cubicBezTo>
                  <a:cubicBezTo>
                    <a:pt x="590" y="9866"/>
                    <a:pt x="684" y="9976"/>
                    <a:pt x="793" y="10023"/>
                  </a:cubicBezTo>
                  <a:cubicBezTo>
                    <a:pt x="841" y="10176"/>
                    <a:pt x="985" y="10303"/>
                    <a:pt x="1148" y="10303"/>
                  </a:cubicBezTo>
                  <a:cubicBezTo>
                    <a:pt x="1201" y="10303"/>
                    <a:pt x="1256" y="10289"/>
                    <a:pt x="1311" y="10258"/>
                  </a:cubicBezTo>
                  <a:cubicBezTo>
                    <a:pt x="1718" y="10070"/>
                    <a:pt x="2110" y="9851"/>
                    <a:pt x="2486" y="9647"/>
                  </a:cubicBezTo>
                  <a:cubicBezTo>
                    <a:pt x="2627" y="9631"/>
                    <a:pt x="2753" y="9569"/>
                    <a:pt x="2847" y="9475"/>
                  </a:cubicBezTo>
                  <a:cubicBezTo>
                    <a:pt x="2894" y="9427"/>
                    <a:pt x="2941" y="9396"/>
                    <a:pt x="2988" y="9349"/>
                  </a:cubicBezTo>
                  <a:cubicBezTo>
                    <a:pt x="5417" y="7938"/>
                    <a:pt x="7721" y="6199"/>
                    <a:pt x="10151" y="4819"/>
                  </a:cubicBezTo>
                  <a:cubicBezTo>
                    <a:pt x="10229" y="4757"/>
                    <a:pt x="10292" y="4694"/>
                    <a:pt x="10323" y="4615"/>
                  </a:cubicBezTo>
                  <a:cubicBezTo>
                    <a:pt x="10383" y="4639"/>
                    <a:pt x="10441" y="4649"/>
                    <a:pt x="10497" y="4649"/>
                  </a:cubicBezTo>
                  <a:cubicBezTo>
                    <a:pt x="10925" y="4649"/>
                    <a:pt x="11203" y="4024"/>
                    <a:pt x="10731" y="3816"/>
                  </a:cubicBezTo>
                  <a:cubicBezTo>
                    <a:pt x="9101" y="3032"/>
                    <a:pt x="7439" y="2296"/>
                    <a:pt x="5762" y="1606"/>
                  </a:cubicBezTo>
                  <a:cubicBezTo>
                    <a:pt x="4238" y="987"/>
                    <a:pt x="2525" y="34"/>
                    <a:pt x="860" y="34"/>
                  </a:cubicBezTo>
                  <a:cubicBezTo>
                    <a:pt x="796" y="34"/>
                    <a:pt x="732" y="36"/>
                    <a:pt x="668" y="39"/>
                  </a:cubicBezTo>
                  <a:cubicBezTo>
                    <a:pt x="621" y="39"/>
                    <a:pt x="590" y="70"/>
                    <a:pt x="558" y="117"/>
                  </a:cubicBezTo>
                  <a:cubicBezTo>
                    <a:pt x="492" y="39"/>
                    <a:pt x="39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9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9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9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9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0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72" name="Shape 10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73" name="Google Shape;10973;p17"/>
          <p:cNvGrpSpPr/>
          <p:nvPr/>
        </p:nvGrpSpPr>
        <p:grpSpPr>
          <a:xfrm rot="774136">
            <a:off x="1633044" y="2577318"/>
            <a:ext cx="1303213" cy="585343"/>
            <a:chOff x="4345425" y="2175475"/>
            <a:chExt cx="800750" cy="176025"/>
          </a:xfrm>
        </p:grpSpPr>
        <p:sp>
          <p:nvSpPr>
            <p:cNvPr id="10974" name="Google Shape;10974;p17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5" name="Google Shape;10975;p17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976" name="Google Shape;10976;p17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.add()</a:t>
            </a:r>
            <a:endParaRPr/>
          </a:p>
        </p:txBody>
      </p:sp>
      <p:sp>
        <p:nvSpPr>
          <p:cNvPr id="10977" name="Google Shape;10977;p17"/>
          <p:cNvSpPr txBox="1"/>
          <p:nvPr>
            <p:ph idx="1" type="body"/>
          </p:nvPr>
        </p:nvSpPr>
        <p:spPr>
          <a:xfrm>
            <a:off x="720000" y="30615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Is a function will add a new elements to an random position in a set</a:t>
            </a:r>
            <a:endParaRPr/>
          </a:p>
        </p:txBody>
      </p:sp>
      <p:sp>
        <p:nvSpPr>
          <p:cNvPr id="10978" name="Google Shape;10978;p17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How can I add elements?</a:t>
            </a:r>
            <a:endParaRPr/>
          </a:p>
        </p:txBody>
      </p:sp>
      <p:grpSp>
        <p:nvGrpSpPr>
          <p:cNvPr id="10979" name="Google Shape;10979;p17"/>
          <p:cNvGrpSpPr/>
          <p:nvPr/>
        </p:nvGrpSpPr>
        <p:grpSpPr>
          <a:xfrm>
            <a:off x="7142817" y="2444347"/>
            <a:ext cx="1491960" cy="454575"/>
            <a:chOff x="6157325" y="1245050"/>
            <a:chExt cx="554900" cy="169075"/>
          </a:xfrm>
        </p:grpSpPr>
        <p:sp>
          <p:nvSpPr>
            <p:cNvPr id="10980" name="Google Shape;10980;p17"/>
            <p:cNvSpPr/>
            <p:nvPr/>
          </p:nvSpPr>
          <p:spPr>
            <a:xfrm>
              <a:off x="6157325" y="1320350"/>
              <a:ext cx="47050" cy="41875"/>
            </a:xfrm>
            <a:custGeom>
              <a:rect b="b" l="l" r="r" t="t"/>
              <a:pathLst>
                <a:path extrusionOk="0" h="1675" w="1882">
                  <a:moveTo>
                    <a:pt x="1759" y="0"/>
                  </a:moveTo>
                  <a:cubicBezTo>
                    <a:pt x="1737" y="0"/>
                    <a:pt x="1714" y="11"/>
                    <a:pt x="1694" y="37"/>
                  </a:cubicBezTo>
                  <a:cubicBezTo>
                    <a:pt x="1494" y="263"/>
                    <a:pt x="1268" y="463"/>
                    <a:pt x="1042" y="689"/>
                  </a:cubicBezTo>
                  <a:cubicBezTo>
                    <a:pt x="842" y="463"/>
                    <a:pt x="641" y="263"/>
                    <a:pt x="416" y="62"/>
                  </a:cubicBezTo>
                  <a:cubicBezTo>
                    <a:pt x="387" y="26"/>
                    <a:pt x="349" y="10"/>
                    <a:pt x="313" y="10"/>
                  </a:cubicBezTo>
                  <a:cubicBezTo>
                    <a:pt x="226" y="10"/>
                    <a:pt x="152" y="99"/>
                    <a:pt x="240" y="188"/>
                  </a:cubicBezTo>
                  <a:cubicBezTo>
                    <a:pt x="441" y="413"/>
                    <a:pt x="641" y="639"/>
                    <a:pt x="842" y="839"/>
                  </a:cubicBezTo>
                  <a:cubicBezTo>
                    <a:pt x="591" y="1040"/>
                    <a:pt x="316" y="1190"/>
                    <a:pt x="90" y="1416"/>
                  </a:cubicBezTo>
                  <a:cubicBezTo>
                    <a:pt x="1" y="1505"/>
                    <a:pt x="91" y="1674"/>
                    <a:pt x="200" y="1674"/>
                  </a:cubicBezTo>
                  <a:cubicBezTo>
                    <a:pt x="213" y="1674"/>
                    <a:pt x="227" y="1672"/>
                    <a:pt x="240" y="1666"/>
                  </a:cubicBezTo>
                  <a:cubicBezTo>
                    <a:pt x="541" y="1541"/>
                    <a:pt x="817" y="1290"/>
                    <a:pt x="1068" y="1065"/>
                  </a:cubicBezTo>
                  <a:cubicBezTo>
                    <a:pt x="1193" y="1215"/>
                    <a:pt x="1343" y="1366"/>
                    <a:pt x="1494" y="1466"/>
                  </a:cubicBezTo>
                  <a:cubicBezTo>
                    <a:pt x="1525" y="1481"/>
                    <a:pt x="1556" y="1488"/>
                    <a:pt x="1584" y="1488"/>
                  </a:cubicBezTo>
                  <a:cubicBezTo>
                    <a:pt x="1694" y="1488"/>
                    <a:pt x="1769" y="1385"/>
                    <a:pt x="1669" y="1265"/>
                  </a:cubicBezTo>
                  <a:cubicBezTo>
                    <a:pt x="1569" y="1115"/>
                    <a:pt x="1418" y="990"/>
                    <a:pt x="1268" y="864"/>
                  </a:cubicBezTo>
                  <a:cubicBezTo>
                    <a:pt x="1469" y="639"/>
                    <a:pt x="1669" y="413"/>
                    <a:pt x="1844" y="163"/>
                  </a:cubicBezTo>
                  <a:cubicBezTo>
                    <a:pt x="1882" y="88"/>
                    <a:pt x="182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1" name="Google Shape;10981;p17"/>
            <p:cNvSpPr/>
            <p:nvPr/>
          </p:nvSpPr>
          <p:spPr>
            <a:xfrm>
              <a:off x="6224725" y="1327375"/>
              <a:ext cx="46400" cy="9125"/>
            </a:xfrm>
            <a:custGeom>
              <a:rect b="b" l="l" r="r" t="t"/>
              <a:pathLst>
                <a:path extrusionOk="0" h="365" w="1856">
                  <a:moveTo>
                    <a:pt x="1282" y="1"/>
                  </a:moveTo>
                  <a:cubicBezTo>
                    <a:pt x="1160" y="1"/>
                    <a:pt x="1041" y="7"/>
                    <a:pt x="928" y="7"/>
                  </a:cubicBezTo>
                  <a:lnTo>
                    <a:pt x="151" y="7"/>
                  </a:lnTo>
                  <a:cubicBezTo>
                    <a:pt x="1" y="7"/>
                    <a:pt x="26" y="258"/>
                    <a:pt x="151" y="258"/>
                  </a:cubicBezTo>
                  <a:cubicBezTo>
                    <a:pt x="427" y="283"/>
                    <a:pt x="677" y="308"/>
                    <a:pt x="953" y="308"/>
                  </a:cubicBezTo>
                  <a:cubicBezTo>
                    <a:pt x="1135" y="328"/>
                    <a:pt x="1334" y="365"/>
                    <a:pt x="1536" y="365"/>
                  </a:cubicBezTo>
                  <a:cubicBezTo>
                    <a:pt x="1584" y="365"/>
                    <a:pt x="1632" y="363"/>
                    <a:pt x="1680" y="358"/>
                  </a:cubicBezTo>
                  <a:cubicBezTo>
                    <a:pt x="1855" y="308"/>
                    <a:pt x="1780" y="82"/>
                    <a:pt x="1655" y="32"/>
                  </a:cubicBezTo>
                  <a:cubicBezTo>
                    <a:pt x="1529" y="7"/>
                    <a:pt x="140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2" name="Google Shape;10982;p17"/>
            <p:cNvSpPr/>
            <p:nvPr/>
          </p:nvSpPr>
          <p:spPr>
            <a:xfrm>
              <a:off x="6217875" y="1343050"/>
              <a:ext cx="49475" cy="9600"/>
            </a:xfrm>
            <a:custGeom>
              <a:rect b="b" l="l" r="r" t="t"/>
              <a:pathLst>
                <a:path extrusionOk="0" h="384" w="1979">
                  <a:moveTo>
                    <a:pt x="134" y="0"/>
                  </a:moveTo>
                  <a:cubicBezTo>
                    <a:pt x="0" y="0"/>
                    <a:pt x="13" y="236"/>
                    <a:pt x="174" y="282"/>
                  </a:cubicBezTo>
                  <a:cubicBezTo>
                    <a:pt x="475" y="357"/>
                    <a:pt x="801" y="382"/>
                    <a:pt x="1102" y="382"/>
                  </a:cubicBezTo>
                  <a:cubicBezTo>
                    <a:pt x="1157" y="382"/>
                    <a:pt x="1215" y="383"/>
                    <a:pt x="1274" y="383"/>
                  </a:cubicBezTo>
                  <a:cubicBezTo>
                    <a:pt x="1512" y="383"/>
                    <a:pt x="1768" y="367"/>
                    <a:pt x="1929" y="207"/>
                  </a:cubicBezTo>
                  <a:cubicBezTo>
                    <a:pt x="1979" y="157"/>
                    <a:pt x="1954" y="32"/>
                    <a:pt x="1854" y="32"/>
                  </a:cubicBezTo>
                  <a:cubicBezTo>
                    <a:pt x="1787" y="12"/>
                    <a:pt x="1721" y="4"/>
                    <a:pt x="1655" y="4"/>
                  </a:cubicBezTo>
                  <a:cubicBezTo>
                    <a:pt x="1471" y="4"/>
                    <a:pt x="1286" y="63"/>
                    <a:pt x="1102" y="82"/>
                  </a:cubicBezTo>
                  <a:cubicBezTo>
                    <a:pt x="801" y="82"/>
                    <a:pt x="500" y="57"/>
                    <a:pt x="174" y="7"/>
                  </a:cubicBezTo>
                  <a:cubicBezTo>
                    <a:pt x="160" y="2"/>
                    <a:pt x="147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3" name="Google Shape;10983;p17"/>
            <p:cNvSpPr/>
            <p:nvPr/>
          </p:nvSpPr>
          <p:spPr>
            <a:xfrm>
              <a:off x="6284250" y="1264050"/>
              <a:ext cx="44700" cy="50275"/>
            </a:xfrm>
            <a:custGeom>
              <a:rect b="b" l="l" r="r" t="t"/>
              <a:pathLst>
                <a:path extrusionOk="0" h="2011" w="1788">
                  <a:moveTo>
                    <a:pt x="495" y="0"/>
                  </a:moveTo>
                  <a:cubicBezTo>
                    <a:pt x="458" y="0"/>
                    <a:pt x="427" y="25"/>
                    <a:pt x="427" y="84"/>
                  </a:cubicBezTo>
                  <a:cubicBezTo>
                    <a:pt x="402" y="510"/>
                    <a:pt x="402" y="911"/>
                    <a:pt x="376" y="1337"/>
                  </a:cubicBezTo>
                  <a:cubicBezTo>
                    <a:pt x="376" y="1411"/>
                    <a:pt x="445" y="1499"/>
                    <a:pt x="522" y="1499"/>
                  </a:cubicBezTo>
                  <a:cubicBezTo>
                    <a:pt x="548" y="1499"/>
                    <a:pt x="576" y="1488"/>
                    <a:pt x="602" y="1462"/>
                  </a:cubicBezTo>
                  <a:cubicBezTo>
                    <a:pt x="727" y="1387"/>
                    <a:pt x="878" y="1262"/>
                    <a:pt x="1028" y="1212"/>
                  </a:cubicBezTo>
                  <a:cubicBezTo>
                    <a:pt x="1080" y="1186"/>
                    <a:pt x="1128" y="1173"/>
                    <a:pt x="1173" y="1173"/>
                  </a:cubicBezTo>
                  <a:cubicBezTo>
                    <a:pt x="1300" y="1173"/>
                    <a:pt x="1392" y="1276"/>
                    <a:pt x="1429" y="1462"/>
                  </a:cubicBezTo>
                  <a:cubicBezTo>
                    <a:pt x="1354" y="1537"/>
                    <a:pt x="1279" y="1588"/>
                    <a:pt x="1204" y="1613"/>
                  </a:cubicBezTo>
                  <a:cubicBezTo>
                    <a:pt x="878" y="1713"/>
                    <a:pt x="502" y="1713"/>
                    <a:pt x="176" y="1713"/>
                  </a:cubicBezTo>
                  <a:cubicBezTo>
                    <a:pt x="1" y="1713"/>
                    <a:pt x="51" y="1963"/>
                    <a:pt x="176" y="1989"/>
                  </a:cubicBezTo>
                  <a:cubicBezTo>
                    <a:pt x="271" y="2000"/>
                    <a:pt x="413" y="2011"/>
                    <a:pt x="573" y="2011"/>
                  </a:cubicBezTo>
                  <a:cubicBezTo>
                    <a:pt x="1087" y="2011"/>
                    <a:pt x="1787" y="1903"/>
                    <a:pt x="1730" y="1387"/>
                  </a:cubicBezTo>
                  <a:cubicBezTo>
                    <a:pt x="1730" y="1136"/>
                    <a:pt x="1479" y="936"/>
                    <a:pt x="1254" y="911"/>
                  </a:cubicBezTo>
                  <a:cubicBezTo>
                    <a:pt x="1213" y="902"/>
                    <a:pt x="1173" y="898"/>
                    <a:pt x="1134" y="898"/>
                  </a:cubicBezTo>
                  <a:cubicBezTo>
                    <a:pt x="957" y="898"/>
                    <a:pt x="796" y="984"/>
                    <a:pt x="652" y="1086"/>
                  </a:cubicBezTo>
                  <a:cubicBezTo>
                    <a:pt x="652" y="760"/>
                    <a:pt x="627" y="460"/>
                    <a:pt x="627" y="134"/>
                  </a:cubicBezTo>
                  <a:cubicBezTo>
                    <a:pt x="627" y="58"/>
                    <a:pt x="553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4" name="Google Shape;10984;p17"/>
            <p:cNvSpPr/>
            <p:nvPr/>
          </p:nvSpPr>
          <p:spPr>
            <a:xfrm>
              <a:off x="6255000" y="1287300"/>
              <a:ext cx="30525" cy="9800"/>
            </a:xfrm>
            <a:custGeom>
              <a:rect b="b" l="l" r="r" t="t"/>
              <a:pathLst>
                <a:path extrusionOk="0" h="392" w="1221">
                  <a:moveTo>
                    <a:pt x="633" y="1"/>
                  </a:moveTo>
                  <a:cubicBezTo>
                    <a:pt x="472" y="1"/>
                    <a:pt x="310" y="20"/>
                    <a:pt x="193" y="31"/>
                  </a:cubicBezTo>
                  <a:cubicBezTo>
                    <a:pt x="1" y="55"/>
                    <a:pt x="62" y="333"/>
                    <a:pt x="245" y="333"/>
                  </a:cubicBezTo>
                  <a:cubicBezTo>
                    <a:pt x="252" y="333"/>
                    <a:pt x="260" y="333"/>
                    <a:pt x="268" y="332"/>
                  </a:cubicBezTo>
                  <a:cubicBezTo>
                    <a:pt x="444" y="332"/>
                    <a:pt x="619" y="332"/>
                    <a:pt x="820" y="357"/>
                  </a:cubicBezTo>
                  <a:cubicBezTo>
                    <a:pt x="888" y="371"/>
                    <a:pt x="949" y="392"/>
                    <a:pt x="1011" y="392"/>
                  </a:cubicBezTo>
                  <a:cubicBezTo>
                    <a:pt x="1062" y="392"/>
                    <a:pt x="1114" y="377"/>
                    <a:pt x="1171" y="332"/>
                  </a:cubicBezTo>
                  <a:cubicBezTo>
                    <a:pt x="1221" y="307"/>
                    <a:pt x="1196" y="231"/>
                    <a:pt x="1171" y="181"/>
                  </a:cubicBezTo>
                  <a:cubicBezTo>
                    <a:pt x="1069" y="37"/>
                    <a:pt x="852" y="1"/>
                    <a:pt x="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5" name="Google Shape;10985;p17"/>
            <p:cNvSpPr/>
            <p:nvPr/>
          </p:nvSpPr>
          <p:spPr>
            <a:xfrm>
              <a:off x="6334375" y="1284100"/>
              <a:ext cx="37000" cy="37050"/>
            </a:xfrm>
            <a:custGeom>
              <a:rect b="b" l="l" r="r" t="t"/>
              <a:pathLst>
                <a:path extrusionOk="0" h="1482" w="1480">
                  <a:moveTo>
                    <a:pt x="916" y="0"/>
                  </a:moveTo>
                  <a:cubicBezTo>
                    <a:pt x="875" y="0"/>
                    <a:pt x="838" y="25"/>
                    <a:pt x="828" y="84"/>
                  </a:cubicBezTo>
                  <a:cubicBezTo>
                    <a:pt x="803" y="334"/>
                    <a:pt x="752" y="560"/>
                    <a:pt x="677" y="786"/>
                  </a:cubicBezTo>
                  <a:cubicBezTo>
                    <a:pt x="502" y="811"/>
                    <a:pt x="326" y="836"/>
                    <a:pt x="176" y="836"/>
                  </a:cubicBezTo>
                  <a:cubicBezTo>
                    <a:pt x="1" y="861"/>
                    <a:pt x="76" y="1111"/>
                    <a:pt x="201" y="1111"/>
                  </a:cubicBezTo>
                  <a:cubicBezTo>
                    <a:pt x="326" y="1086"/>
                    <a:pt x="452" y="1061"/>
                    <a:pt x="577" y="1061"/>
                  </a:cubicBezTo>
                  <a:cubicBezTo>
                    <a:pt x="527" y="1161"/>
                    <a:pt x="502" y="1262"/>
                    <a:pt x="527" y="1362"/>
                  </a:cubicBezTo>
                  <a:cubicBezTo>
                    <a:pt x="527" y="1435"/>
                    <a:pt x="581" y="1482"/>
                    <a:pt x="639" y="1482"/>
                  </a:cubicBezTo>
                  <a:cubicBezTo>
                    <a:pt x="660" y="1482"/>
                    <a:pt x="682" y="1476"/>
                    <a:pt x="702" y="1462"/>
                  </a:cubicBezTo>
                  <a:cubicBezTo>
                    <a:pt x="828" y="1362"/>
                    <a:pt x="903" y="1187"/>
                    <a:pt x="928" y="1011"/>
                  </a:cubicBezTo>
                  <a:cubicBezTo>
                    <a:pt x="1103" y="1011"/>
                    <a:pt x="1304" y="1011"/>
                    <a:pt x="1429" y="911"/>
                  </a:cubicBezTo>
                  <a:cubicBezTo>
                    <a:pt x="1479" y="861"/>
                    <a:pt x="1479" y="786"/>
                    <a:pt x="1429" y="760"/>
                  </a:cubicBezTo>
                  <a:cubicBezTo>
                    <a:pt x="1341" y="731"/>
                    <a:pt x="1253" y="719"/>
                    <a:pt x="1165" y="719"/>
                  </a:cubicBezTo>
                  <a:cubicBezTo>
                    <a:pt x="1103" y="719"/>
                    <a:pt x="1040" y="725"/>
                    <a:pt x="978" y="735"/>
                  </a:cubicBezTo>
                  <a:cubicBezTo>
                    <a:pt x="1028" y="535"/>
                    <a:pt x="1053" y="334"/>
                    <a:pt x="1053" y="134"/>
                  </a:cubicBezTo>
                  <a:cubicBezTo>
                    <a:pt x="1053" y="58"/>
                    <a:pt x="979" y="0"/>
                    <a:pt x="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6" name="Google Shape;10986;p17"/>
            <p:cNvSpPr/>
            <p:nvPr/>
          </p:nvSpPr>
          <p:spPr>
            <a:xfrm>
              <a:off x="6379900" y="1245050"/>
              <a:ext cx="273425" cy="77750"/>
            </a:xfrm>
            <a:custGeom>
              <a:rect b="b" l="l" r="r" t="t"/>
              <a:pathLst>
                <a:path extrusionOk="0" h="3110" w="10937">
                  <a:moveTo>
                    <a:pt x="2086" y="1"/>
                  </a:moveTo>
                  <a:cubicBezTo>
                    <a:pt x="1680" y="1"/>
                    <a:pt x="1294" y="60"/>
                    <a:pt x="1087" y="292"/>
                  </a:cubicBezTo>
                  <a:cubicBezTo>
                    <a:pt x="886" y="518"/>
                    <a:pt x="886" y="944"/>
                    <a:pt x="861" y="1195"/>
                  </a:cubicBezTo>
                  <a:cubicBezTo>
                    <a:pt x="811" y="1671"/>
                    <a:pt x="761" y="2147"/>
                    <a:pt x="711" y="2623"/>
                  </a:cubicBezTo>
                  <a:cubicBezTo>
                    <a:pt x="535" y="2348"/>
                    <a:pt x="360" y="2047"/>
                    <a:pt x="185" y="1746"/>
                  </a:cubicBezTo>
                  <a:cubicBezTo>
                    <a:pt x="168" y="1721"/>
                    <a:pt x="140" y="1710"/>
                    <a:pt x="112" y="1710"/>
                  </a:cubicBezTo>
                  <a:cubicBezTo>
                    <a:pt x="57" y="1710"/>
                    <a:pt x="1" y="1754"/>
                    <a:pt x="34" y="1821"/>
                  </a:cubicBezTo>
                  <a:cubicBezTo>
                    <a:pt x="235" y="2222"/>
                    <a:pt x="460" y="2623"/>
                    <a:pt x="686" y="3024"/>
                  </a:cubicBezTo>
                  <a:cubicBezTo>
                    <a:pt x="712" y="3077"/>
                    <a:pt x="774" y="3109"/>
                    <a:pt x="826" y="3109"/>
                  </a:cubicBezTo>
                  <a:cubicBezTo>
                    <a:pt x="872" y="3109"/>
                    <a:pt x="911" y="3083"/>
                    <a:pt x="911" y="3024"/>
                  </a:cubicBezTo>
                  <a:cubicBezTo>
                    <a:pt x="1037" y="2072"/>
                    <a:pt x="836" y="718"/>
                    <a:pt x="1889" y="317"/>
                  </a:cubicBezTo>
                  <a:cubicBezTo>
                    <a:pt x="2002" y="272"/>
                    <a:pt x="2155" y="257"/>
                    <a:pt x="2325" y="257"/>
                  </a:cubicBezTo>
                  <a:cubicBezTo>
                    <a:pt x="2723" y="257"/>
                    <a:pt x="3212" y="343"/>
                    <a:pt x="3493" y="343"/>
                  </a:cubicBezTo>
                  <a:cubicBezTo>
                    <a:pt x="3969" y="343"/>
                    <a:pt x="4445" y="343"/>
                    <a:pt x="4921" y="368"/>
                  </a:cubicBezTo>
                  <a:cubicBezTo>
                    <a:pt x="6342" y="386"/>
                    <a:pt x="7775" y="445"/>
                    <a:pt x="9213" y="445"/>
                  </a:cubicBezTo>
                  <a:cubicBezTo>
                    <a:pt x="9728" y="445"/>
                    <a:pt x="10245" y="438"/>
                    <a:pt x="10761" y="418"/>
                  </a:cubicBezTo>
                  <a:cubicBezTo>
                    <a:pt x="10937" y="418"/>
                    <a:pt x="10886" y="117"/>
                    <a:pt x="10736" y="117"/>
                  </a:cubicBezTo>
                  <a:cubicBezTo>
                    <a:pt x="9580" y="47"/>
                    <a:pt x="8412" y="26"/>
                    <a:pt x="7244" y="26"/>
                  </a:cubicBezTo>
                  <a:cubicBezTo>
                    <a:pt x="5906" y="26"/>
                    <a:pt x="4567" y="53"/>
                    <a:pt x="3242" y="67"/>
                  </a:cubicBezTo>
                  <a:cubicBezTo>
                    <a:pt x="2960" y="67"/>
                    <a:pt x="2512" y="1"/>
                    <a:pt x="2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7" name="Google Shape;10987;p17"/>
            <p:cNvSpPr/>
            <p:nvPr/>
          </p:nvSpPr>
          <p:spPr>
            <a:xfrm>
              <a:off x="6441975" y="1278000"/>
              <a:ext cx="42800" cy="51575"/>
            </a:xfrm>
            <a:custGeom>
              <a:rect b="b" l="l" r="r" t="t"/>
              <a:pathLst>
                <a:path extrusionOk="0" h="2063" w="1712">
                  <a:moveTo>
                    <a:pt x="405" y="1"/>
                  </a:moveTo>
                  <a:cubicBezTo>
                    <a:pt x="367" y="1"/>
                    <a:pt x="333" y="22"/>
                    <a:pt x="333" y="77"/>
                  </a:cubicBezTo>
                  <a:cubicBezTo>
                    <a:pt x="333" y="528"/>
                    <a:pt x="283" y="979"/>
                    <a:pt x="283" y="1456"/>
                  </a:cubicBezTo>
                  <a:cubicBezTo>
                    <a:pt x="283" y="1525"/>
                    <a:pt x="368" y="1619"/>
                    <a:pt x="445" y="1619"/>
                  </a:cubicBezTo>
                  <a:cubicBezTo>
                    <a:pt x="479" y="1619"/>
                    <a:pt x="511" y="1602"/>
                    <a:pt x="534" y="1556"/>
                  </a:cubicBezTo>
                  <a:cubicBezTo>
                    <a:pt x="634" y="1405"/>
                    <a:pt x="709" y="1255"/>
                    <a:pt x="860" y="1155"/>
                  </a:cubicBezTo>
                  <a:cubicBezTo>
                    <a:pt x="933" y="1106"/>
                    <a:pt x="1002" y="1081"/>
                    <a:pt x="1063" y="1081"/>
                  </a:cubicBezTo>
                  <a:cubicBezTo>
                    <a:pt x="1189" y="1081"/>
                    <a:pt x="1285" y="1186"/>
                    <a:pt x="1336" y="1405"/>
                  </a:cubicBezTo>
                  <a:cubicBezTo>
                    <a:pt x="1311" y="1506"/>
                    <a:pt x="1235" y="1581"/>
                    <a:pt x="1160" y="1631"/>
                  </a:cubicBezTo>
                  <a:cubicBezTo>
                    <a:pt x="1042" y="1705"/>
                    <a:pt x="802" y="1770"/>
                    <a:pt x="589" y="1770"/>
                  </a:cubicBezTo>
                  <a:cubicBezTo>
                    <a:pt x="440" y="1770"/>
                    <a:pt x="305" y="1738"/>
                    <a:pt x="233" y="1656"/>
                  </a:cubicBezTo>
                  <a:cubicBezTo>
                    <a:pt x="209" y="1638"/>
                    <a:pt x="182" y="1630"/>
                    <a:pt x="156" y="1630"/>
                  </a:cubicBezTo>
                  <a:cubicBezTo>
                    <a:pt x="74" y="1630"/>
                    <a:pt x="0" y="1711"/>
                    <a:pt x="58" y="1806"/>
                  </a:cubicBezTo>
                  <a:cubicBezTo>
                    <a:pt x="158" y="2007"/>
                    <a:pt x="347" y="2063"/>
                    <a:pt x="559" y="2063"/>
                  </a:cubicBezTo>
                  <a:cubicBezTo>
                    <a:pt x="665" y="2063"/>
                    <a:pt x="776" y="2049"/>
                    <a:pt x="885" y="2032"/>
                  </a:cubicBezTo>
                  <a:cubicBezTo>
                    <a:pt x="1235" y="2007"/>
                    <a:pt x="1586" y="1806"/>
                    <a:pt x="1662" y="1431"/>
                  </a:cubicBezTo>
                  <a:cubicBezTo>
                    <a:pt x="1712" y="1105"/>
                    <a:pt x="1511" y="854"/>
                    <a:pt x="1210" y="804"/>
                  </a:cubicBezTo>
                  <a:cubicBezTo>
                    <a:pt x="1154" y="789"/>
                    <a:pt x="1101" y="782"/>
                    <a:pt x="1049" y="782"/>
                  </a:cubicBezTo>
                  <a:cubicBezTo>
                    <a:pt x="846" y="782"/>
                    <a:pt x="679" y="890"/>
                    <a:pt x="559" y="1030"/>
                  </a:cubicBezTo>
                  <a:cubicBezTo>
                    <a:pt x="534" y="704"/>
                    <a:pt x="534" y="403"/>
                    <a:pt x="509" y="77"/>
                  </a:cubicBezTo>
                  <a:cubicBezTo>
                    <a:pt x="509" y="35"/>
                    <a:pt x="454" y="1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8" name="Google Shape;10988;p17"/>
            <p:cNvSpPr/>
            <p:nvPr/>
          </p:nvSpPr>
          <p:spPr>
            <a:xfrm>
              <a:off x="6481950" y="1268900"/>
              <a:ext cx="35400" cy="27425"/>
            </a:xfrm>
            <a:custGeom>
              <a:rect b="b" l="l" r="r" t="t"/>
              <a:pathLst>
                <a:path extrusionOk="0" h="1097" w="1416">
                  <a:moveTo>
                    <a:pt x="256" y="0"/>
                  </a:moveTo>
                  <a:cubicBezTo>
                    <a:pt x="175" y="0"/>
                    <a:pt x="97" y="47"/>
                    <a:pt x="37" y="165"/>
                  </a:cubicBezTo>
                  <a:cubicBezTo>
                    <a:pt x="1" y="221"/>
                    <a:pt x="86" y="303"/>
                    <a:pt x="153" y="303"/>
                  </a:cubicBezTo>
                  <a:cubicBezTo>
                    <a:pt x="177" y="303"/>
                    <a:pt x="200" y="292"/>
                    <a:pt x="213" y="266"/>
                  </a:cubicBezTo>
                  <a:cubicBezTo>
                    <a:pt x="228" y="250"/>
                    <a:pt x="242" y="244"/>
                    <a:pt x="253" y="244"/>
                  </a:cubicBezTo>
                  <a:cubicBezTo>
                    <a:pt x="338" y="244"/>
                    <a:pt x="338" y="592"/>
                    <a:pt x="338" y="592"/>
                  </a:cubicBezTo>
                  <a:cubicBezTo>
                    <a:pt x="338" y="667"/>
                    <a:pt x="338" y="717"/>
                    <a:pt x="363" y="792"/>
                  </a:cubicBezTo>
                  <a:cubicBezTo>
                    <a:pt x="413" y="917"/>
                    <a:pt x="489" y="1018"/>
                    <a:pt x="614" y="1068"/>
                  </a:cubicBezTo>
                  <a:cubicBezTo>
                    <a:pt x="667" y="1089"/>
                    <a:pt x="720" y="1097"/>
                    <a:pt x="773" y="1097"/>
                  </a:cubicBezTo>
                  <a:cubicBezTo>
                    <a:pt x="845" y="1097"/>
                    <a:pt x="917" y="1082"/>
                    <a:pt x="990" y="1068"/>
                  </a:cubicBezTo>
                  <a:cubicBezTo>
                    <a:pt x="1115" y="1043"/>
                    <a:pt x="1291" y="1043"/>
                    <a:pt x="1391" y="917"/>
                  </a:cubicBezTo>
                  <a:cubicBezTo>
                    <a:pt x="1416" y="892"/>
                    <a:pt x="1391" y="842"/>
                    <a:pt x="1366" y="792"/>
                  </a:cubicBezTo>
                  <a:cubicBezTo>
                    <a:pt x="1306" y="718"/>
                    <a:pt x="1230" y="696"/>
                    <a:pt x="1146" y="696"/>
                  </a:cubicBezTo>
                  <a:cubicBezTo>
                    <a:pt x="1088" y="696"/>
                    <a:pt x="1026" y="707"/>
                    <a:pt x="965" y="717"/>
                  </a:cubicBezTo>
                  <a:cubicBezTo>
                    <a:pt x="898" y="730"/>
                    <a:pt x="824" y="758"/>
                    <a:pt x="762" y="758"/>
                  </a:cubicBezTo>
                  <a:cubicBezTo>
                    <a:pt x="707" y="758"/>
                    <a:pt x="662" y="737"/>
                    <a:pt x="639" y="667"/>
                  </a:cubicBezTo>
                  <a:cubicBezTo>
                    <a:pt x="614" y="566"/>
                    <a:pt x="639" y="441"/>
                    <a:pt x="614" y="366"/>
                  </a:cubicBezTo>
                  <a:cubicBezTo>
                    <a:pt x="581" y="183"/>
                    <a:pt x="415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9" name="Google Shape;10989;p17"/>
            <p:cNvSpPr/>
            <p:nvPr/>
          </p:nvSpPr>
          <p:spPr>
            <a:xfrm>
              <a:off x="6523800" y="1310425"/>
              <a:ext cx="53075" cy="12150"/>
            </a:xfrm>
            <a:custGeom>
              <a:rect b="b" l="l" r="r" t="t"/>
              <a:pathLst>
                <a:path extrusionOk="0" h="486" w="2123">
                  <a:moveTo>
                    <a:pt x="1513" y="0"/>
                  </a:moveTo>
                  <a:cubicBezTo>
                    <a:pt x="1075" y="0"/>
                    <a:pt x="597" y="107"/>
                    <a:pt x="193" y="184"/>
                  </a:cubicBezTo>
                  <a:cubicBezTo>
                    <a:pt x="1" y="208"/>
                    <a:pt x="85" y="486"/>
                    <a:pt x="248" y="486"/>
                  </a:cubicBezTo>
                  <a:cubicBezTo>
                    <a:pt x="254" y="486"/>
                    <a:pt x="261" y="485"/>
                    <a:pt x="268" y="484"/>
                  </a:cubicBezTo>
                  <a:cubicBezTo>
                    <a:pt x="544" y="434"/>
                    <a:pt x="820" y="409"/>
                    <a:pt x="1095" y="384"/>
                  </a:cubicBezTo>
                  <a:cubicBezTo>
                    <a:pt x="1164" y="378"/>
                    <a:pt x="1235" y="376"/>
                    <a:pt x="1306" y="376"/>
                  </a:cubicBezTo>
                  <a:cubicBezTo>
                    <a:pt x="1378" y="376"/>
                    <a:pt x="1451" y="378"/>
                    <a:pt x="1525" y="378"/>
                  </a:cubicBezTo>
                  <a:cubicBezTo>
                    <a:pt x="1672" y="378"/>
                    <a:pt x="1822" y="372"/>
                    <a:pt x="1973" y="334"/>
                  </a:cubicBezTo>
                  <a:cubicBezTo>
                    <a:pt x="2123" y="284"/>
                    <a:pt x="2023" y="58"/>
                    <a:pt x="1897" y="33"/>
                  </a:cubicBezTo>
                  <a:cubicBezTo>
                    <a:pt x="1775" y="10"/>
                    <a:pt x="1646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0" name="Google Shape;10990;p17"/>
            <p:cNvSpPr/>
            <p:nvPr/>
          </p:nvSpPr>
          <p:spPr>
            <a:xfrm>
              <a:off x="6581250" y="1283075"/>
              <a:ext cx="36800" cy="48550"/>
            </a:xfrm>
            <a:custGeom>
              <a:rect b="b" l="l" r="r" t="t"/>
              <a:pathLst>
                <a:path extrusionOk="0" h="1942" w="1472">
                  <a:moveTo>
                    <a:pt x="128" y="0"/>
                  </a:moveTo>
                  <a:cubicBezTo>
                    <a:pt x="94" y="0"/>
                    <a:pt x="61" y="22"/>
                    <a:pt x="50" y="75"/>
                  </a:cubicBezTo>
                  <a:cubicBezTo>
                    <a:pt x="0" y="375"/>
                    <a:pt x="151" y="726"/>
                    <a:pt x="451" y="877"/>
                  </a:cubicBezTo>
                  <a:cubicBezTo>
                    <a:pt x="534" y="918"/>
                    <a:pt x="647" y="937"/>
                    <a:pt x="766" y="937"/>
                  </a:cubicBezTo>
                  <a:cubicBezTo>
                    <a:pt x="863" y="937"/>
                    <a:pt x="963" y="924"/>
                    <a:pt x="1053" y="902"/>
                  </a:cubicBezTo>
                  <a:lnTo>
                    <a:pt x="1053" y="902"/>
                  </a:lnTo>
                  <a:cubicBezTo>
                    <a:pt x="1028" y="952"/>
                    <a:pt x="1003" y="1002"/>
                    <a:pt x="1003" y="1052"/>
                  </a:cubicBezTo>
                  <a:cubicBezTo>
                    <a:pt x="928" y="1303"/>
                    <a:pt x="827" y="1553"/>
                    <a:pt x="827" y="1804"/>
                  </a:cubicBezTo>
                  <a:cubicBezTo>
                    <a:pt x="827" y="1859"/>
                    <a:pt x="895" y="1942"/>
                    <a:pt x="961" y="1942"/>
                  </a:cubicBezTo>
                  <a:cubicBezTo>
                    <a:pt x="984" y="1942"/>
                    <a:pt x="1008" y="1931"/>
                    <a:pt x="1028" y="1904"/>
                  </a:cubicBezTo>
                  <a:cubicBezTo>
                    <a:pt x="1153" y="1679"/>
                    <a:pt x="1178" y="1428"/>
                    <a:pt x="1253" y="1177"/>
                  </a:cubicBezTo>
                  <a:cubicBezTo>
                    <a:pt x="1304" y="902"/>
                    <a:pt x="1379" y="626"/>
                    <a:pt x="1454" y="350"/>
                  </a:cubicBezTo>
                  <a:cubicBezTo>
                    <a:pt x="1472" y="262"/>
                    <a:pt x="1377" y="173"/>
                    <a:pt x="1302" y="173"/>
                  </a:cubicBezTo>
                  <a:cubicBezTo>
                    <a:pt x="1271" y="173"/>
                    <a:pt x="1243" y="188"/>
                    <a:pt x="1228" y="225"/>
                  </a:cubicBezTo>
                  <a:cubicBezTo>
                    <a:pt x="1203" y="325"/>
                    <a:pt x="1203" y="400"/>
                    <a:pt x="1178" y="476"/>
                  </a:cubicBezTo>
                  <a:lnTo>
                    <a:pt x="1153" y="476"/>
                  </a:lnTo>
                  <a:cubicBezTo>
                    <a:pt x="991" y="499"/>
                    <a:pt x="872" y="629"/>
                    <a:pt x="697" y="629"/>
                  </a:cubicBezTo>
                  <a:cubicBezTo>
                    <a:pt x="682" y="629"/>
                    <a:pt x="667" y="628"/>
                    <a:pt x="652" y="626"/>
                  </a:cubicBezTo>
                  <a:cubicBezTo>
                    <a:pt x="376" y="576"/>
                    <a:pt x="226" y="350"/>
                    <a:pt x="226" y="100"/>
                  </a:cubicBezTo>
                  <a:cubicBezTo>
                    <a:pt x="226" y="42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1" name="Google Shape;10991;p17"/>
            <p:cNvSpPr/>
            <p:nvPr/>
          </p:nvSpPr>
          <p:spPr>
            <a:xfrm>
              <a:off x="6626975" y="1299300"/>
              <a:ext cx="36375" cy="29225"/>
            </a:xfrm>
            <a:custGeom>
              <a:rect b="b" l="l" r="r" t="t"/>
              <a:pathLst>
                <a:path extrusionOk="0" h="1169" w="1455">
                  <a:moveTo>
                    <a:pt x="1032" y="0"/>
                  </a:moveTo>
                  <a:cubicBezTo>
                    <a:pt x="633" y="0"/>
                    <a:pt x="264" y="199"/>
                    <a:pt x="51" y="553"/>
                  </a:cubicBezTo>
                  <a:cubicBezTo>
                    <a:pt x="1" y="604"/>
                    <a:pt x="26" y="679"/>
                    <a:pt x="51" y="729"/>
                  </a:cubicBezTo>
                  <a:cubicBezTo>
                    <a:pt x="139" y="852"/>
                    <a:pt x="276" y="913"/>
                    <a:pt x="419" y="913"/>
                  </a:cubicBezTo>
                  <a:cubicBezTo>
                    <a:pt x="480" y="913"/>
                    <a:pt x="542" y="902"/>
                    <a:pt x="602" y="879"/>
                  </a:cubicBezTo>
                  <a:cubicBezTo>
                    <a:pt x="803" y="829"/>
                    <a:pt x="928" y="704"/>
                    <a:pt x="1079" y="579"/>
                  </a:cubicBezTo>
                  <a:cubicBezTo>
                    <a:pt x="1079" y="754"/>
                    <a:pt x="1079" y="954"/>
                    <a:pt x="1154" y="1080"/>
                  </a:cubicBezTo>
                  <a:cubicBezTo>
                    <a:pt x="1182" y="1136"/>
                    <a:pt x="1234" y="1169"/>
                    <a:pt x="1283" y="1169"/>
                  </a:cubicBezTo>
                  <a:cubicBezTo>
                    <a:pt x="1321" y="1169"/>
                    <a:pt x="1357" y="1149"/>
                    <a:pt x="1379" y="1105"/>
                  </a:cubicBezTo>
                  <a:cubicBezTo>
                    <a:pt x="1455" y="879"/>
                    <a:pt x="1379" y="579"/>
                    <a:pt x="1379" y="353"/>
                  </a:cubicBezTo>
                  <a:cubicBezTo>
                    <a:pt x="1357" y="263"/>
                    <a:pt x="1294" y="174"/>
                    <a:pt x="1192" y="174"/>
                  </a:cubicBezTo>
                  <a:cubicBezTo>
                    <a:pt x="1180" y="174"/>
                    <a:pt x="1167" y="175"/>
                    <a:pt x="1154" y="178"/>
                  </a:cubicBezTo>
                  <a:cubicBezTo>
                    <a:pt x="1003" y="228"/>
                    <a:pt x="878" y="353"/>
                    <a:pt x="728" y="453"/>
                  </a:cubicBezTo>
                  <a:cubicBezTo>
                    <a:pt x="659" y="522"/>
                    <a:pt x="507" y="632"/>
                    <a:pt x="386" y="632"/>
                  </a:cubicBezTo>
                  <a:cubicBezTo>
                    <a:pt x="374" y="632"/>
                    <a:pt x="363" y="631"/>
                    <a:pt x="352" y="629"/>
                  </a:cubicBezTo>
                  <a:cubicBezTo>
                    <a:pt x="527" y="353"/>
                    <a:pt x="803" y="203"/>
                    <a:pt x="1129" y="178"/>
                  </a:cubicBezTo>
                  <a:cubicBezTo>
                    <a:pt x="1229" y="152"/>
                    <a:pt x="1179" y="2"/>
                    <a:pt x="1104" y="2"/>
                  </a:cubicBezTo>
                  <a:cubicBezTo>
                    <a:pt x="1080" y="1"/>
                    <a:pt x="1056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2" name="Google Shape;10992;p17"/>
            <p:cNvSpPr/>
            <p:nvPr/>
          </p:nvSpPr>
          <p:spPr>
            <a:xfrm>
              <a:off x="6673350" y="1296825"/>
              <a:ext cx="38875" cy="34700"/>
            </a:xfrm>
            <a:custGeom>
              <a:rect b="b" l="l" r="r" t="t"/>
              <a:pathLst>
                <a:path extrusionOk="0" h="1388" w="1555">
                  <a:moveTo>
                    <a:pt x="1028" y="1"/>
                  </a:moveTo>
                  <a:cubicBezTo>
                    <a:pt x="552" y="1"/>
                    <a:pt x="1" y="402"/>
                    <a:pt x="101" y="953"/>
                  </a:cubicBezTo>
                  <a:cubicBezTo>
                    <a:pt x="151" y="1229"/>
                    <a:pt x="351" y="1354"/>
                    <a:pt x="602" y="1379"/>
                  </a:cubicBezTo>
                  <a:cubicBezTo>
                    <a:pt x="655" y="1384"/>
                    <a:pt x="715" y="1387"/>
                    <a:pt x="776" y="1387"/>
                  </a:cubicBezTo>
                  <a:cubicBezTo>
                    <a:pt x="1033" y="1387"/>
                    <a:pt x="1338" y="1336"/>
                    <a:pt x="1479" y="1154"/>
                  </a:cubicBezTo>
                  <a:cubicBezTo>
                    <a:pt x="1554" y="1079"/>
                    <a:pt x="1479" y="953"/>
                    <a:pt x="1404" y="953"/>
                  </a:cubicBezTo>
                  <a:cubicBezTo>
                    <a:pt x="1396" y="952"/>
                    <a:pt x="1387" y="952"/>
                    <a:pt x="1376" y="952"/>
                  </a:cubicBezTo>
                  <a:cubicBezTo>
                    <a:pt x="1232" y="952"/>
                    <a:pt x="901" y="1049"/>
                    <a:pt x="665" y="1049"/>
                  </a:cubicBezTo>
                  <a:cubicBezTo>
                    <a:pt x="514" y="1049"/>
                    <a:pt x="402" y="1009"/>
                    <a:pt x="402" y="878"/>
                  </a:cubicBezTo>
                  <a:cubicBezTo>
                    <a:pt x="402" y="552"/>
                    <a:pt x="777" y="277"/>
                    <a:pt x="1078" y="226"/>
                  </a:cubicBezTo>
                  <a:cubicBezTo>
                    <a:pt x="1204" y="201"/>
                    <a:pt x="11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3" name="Google Shape;10993;p17"/>
            <p:cNvSpPr/>
            <p:nvPr/>
          </p:nvSpPr>
          <p:spPr>
            <a:xfrm>
              <a:off x="6295525" y="1342575"/>
              <a:ext cx="356550" cy="21250"/>
            </a:xfrm>
            <a:custGeom>
              <a:rect b="b" l="l" r="r" t="t"/>
              <a:pathLst>
                <a:path extrusionOk="0" h="850" w="14262">
                  <a:moveTo>
                    <a:pt x="126" y="0"/>
                  </a:moveTo>
                  <a:cubicBezTo>
                    <a:pt x="1" y="0"/>
                    <a:pt x="26" y="201"/>
                    <a:pt x="126" y="201"/>
                  </a:cubicBezTo>
                  <a:cubicBezTo>
                    <a:pt x="2507" y="477"/>
                    <a:pt x="4913" y="602"/>
                    <a:pt x="7319" y="702"/>
                  </a:cubicBezTo>
                  <a:cubicBezTo>
                    <a:pt x="8744" y="750"/>
                    <a:pt x="10221" y="849"/>
                    <a:pt x="11676" y="849"/>
                  </a:cubicBezTo>
                  <a:cubicBezTo>
                    <a:pt x="12499" y="849"/>
                    <a:pt x="13315" y="818"/>
                    <a:pt x="14111" y="727"/>
                  </a:cubicBezTo>
                  <a:cubicBezTo>
                    <a:pt x="14261" y="702"/>
                    <a:pt x="14236" y="502"/>
                    <a:pt x="14111" y="477"/>
                  </a:cubicBezTo>
                  <a:cubicBezTo>
                    <a:pt x="13055" y="385"/>
                    <a:pt x="11983" y="367"/>
                    <a:pt x="10909" y="367"/>
                  </a:cubicBezTo>
                  <a:cubicBezTo>
                    <a:pt x="10204" y="367"/>
                    <a:pt x="9497" y="374"/>
                    <a:pt x="8794" y="374"/>
                  </a:cubicBezTo>
                  <a:cubicBezTo>
                    <a:pt x="8233" y="374"/>
                    <a:pt x="7673" y="369"/>
                    <a:pt x="7119" y="351"/>
                  </a:cubicBezTo>
                  <a:cubicBezTo>
                    <a:pt x="4788" y="251"/>
                    <a:pt x="2457" y="101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4" name="Google Shape;10994;p17"/>
            <p:cNvSpPr/>
            <p:nvPr/>
          </p:nvSpPr>
          <p:spPr>
            <a:xfrm>
              <a:off x="6402675" y="1373100"/>
              <a:ext cx="75050" cy="40425"/>
            </a:xfrm>
            <a:custGeom>
              <a:rect b="b" l="l" r="r" t="t"/>
              <a:pathLst>
                <a:path extrusionOk="0" h="1617" w="3002">
                  <a:moveTo>
                    <a:pt x="1148" y="1"/>
                  </a:moveTo>
                  <a:cubicBezTo>
                    <a:pt x="943" y="1"/>
                    <a:pt x="707" y="104"/>
                    <a:pt x="552" y="208"/>
                  </a:cubicBezTo>
                  <a:cubicBezTo>
                    <a:pt x="444" y="273"/>
                    <a:pt x="522" y="449"/>
                    <a:pt x="625" y="449"/>
                  </a:cubicBezTo>
                  <a:cubicBezTo>
                    <a:pt x="642" y="449"/>
                    <a:pt x="660" y="444"/>
                    <a:pt x="677" y="434"/>
                  </a:cubicBezTo>
                  <a:cubicBezTo>
                    <a:pt x="746" y="385"/>
                    <a:pt x="811" y="359"/>
                    <a:pt x="871" y="359"/>
                  </a:cubicBezTo>
                  <a:cubicBezTo>
                    <a:pt x="966" y="359"/>
                    <a:pt x="1052" y="422"/>
                    <a:pt x="1128" y="559"/>
                  </a:cubicBezTo>
                  <a:cubicBezTo>
                    <a:pt x="1028" y="634"/>
                    <a:pt x="903" y="709"/>
                    <a:pt x="777" y="784"/>
                  </a:cubicBezTo>
                  <a:cubicBezTo>
                    <a:pt x="577" y="885"/>
                    <a:pt x="376" y="960"/>
                    <a:pt x="176" y="1010"/>
                  </a:cubicBezTo>
                  <a:cubicBezTo>
                    <a:pt x="0" y="1060"/>
                    <a:pt x="126" y="1286"/>
                    <a:pt x="226" y="1311"/>
                  </a:cubicBezTo>
                  <a:cubicBezTo>
                    <a:pt x="752" y="1436"/>
                    <a:pt x="1304" y="1536"/>
                    <a:pt x="1830" y="1586"/>
                  </a:cubicBezTo>
                  <a:cubicBezTo>
                    <a:pt x="1989" y="1597"/>
                    <a:pt x="2144" y="1617"/>
                    <a:pt x="2293" y="1617"/>
                  </a:cubicBezTo>
                  <a:cubicBezTo>
                    <a:pt x="2494" y="1617"/>
                    <a:pt x="2684" y="1580"/>
                    <a:pt x="2858" y="1436"/>
                  </a:cubicBezTo>
                  <a:cubicBezTo>
                    <a:pt x="3002" y="1333"/>
                    <a:pt x="2858" y="1128"/>
                    <a:pt x="2719" y="1128"/>
                  </a:cubicBezTo>
                  <a:cubicBezTo>
                    <a:pt x="2689" y="1128"/>
                    <a:pt x="2659" y="1138"/>
                    <a:pt x="2632" y="1160"/>
                  </a:cubicBezTo>
                  <a:cubicBezTo>
                    <a:pt x="2483" y="1267"/>
                    <a:pt x="2292" y="1301"/>
                    <a:pt x="2092" y="1301"/>
                  </a:cubicBezTo>
                  <a:cubicBezTo>
                    <a:pt x="1822" y="1301"/>
                    <a:pt x="1534" y="1239"/>
                    <a:pt x="1304" y="1211"/>
                  </a:cubicBezTo>
                  <a:cubicBezTo>
                    <a:pt x="1153" y="1185"/>
                    <a:pt x="1003" y="1160"/>
                    <a:pt x="853" y="1135"/>
                  </a:cubicBezTo>
                  <a:cubicBezTo>
                    <a:pt x="1228" y="985"/>
                    <a:pt x="1655" y="709"/>
                    <a:pt x="1554" y="358"/>
                  </a:cubicBezTo>
                  <a:cubicBezTo>
                    <a:pt x="1506" y="92"/>
                    <a:pt x="1340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5" name="Google Shape;10995;p17"/>
            <p:cNvSpPr/>
            <p:nvPr/>
          </p:nvSpPr>
          <p:spPr>
            <a:xfrm>
              <a:off x="6485375" y="1381475"/>
              <a:ext cx="44375" cy="32650"/>
            </a:xfrm>
            <a:custGeom>
              <a:rect b="b" l="l" r="r" t="t"/>
              <a:pathLst>
                <a:path extrusionOk="0" h="1306" w="1775">
                  <a:moveTo>
                    <a:pt x="978" y="0"/>
                  </a:moveTo>
                  <a:cubicBezTo>
                    <a:pt x="822" y="0"/>
                    <a:pt x="663" y="65"/>
                    <a:pt x="527" y="174"/>
                  </a:cubicBezTo>
                  <a:cubicBezTo>
                    <a:pt x="301" y="349"/>
                    <a:pt x="1" y="650"/>
                    <a:pt x="201" y="926"/>
                  </a:cubicBezTo>
                  <a:cubicBezTo>
                    <a:pt x="288" y="1070"/>
                    <a:pt x="440" y="1123"/>
                    <a:pt x="602" y="1123"/>
                  </a:cubicBezTo>
                  <a:cubicBezTo>
                    <a:pt x="722" y="1123"/>
                    <a:pt x="846" y="1094"/>
                    <a:pt x="953" y="1051"/>
                  </a:cubicBezTo>
                  <a:cubicBezTo>
                    <a:pt x="1078" y="1001"/>
                    <a:pt x="1204" y="951"/>
                    <a:pt x="1304" y="850"/>
                  </a:cubicBezTo>
                  <a:cubicBezTo>
                    <a:pt x="1304" y="1051"/>
                    <a:pt x="1379" y="1201"/>
                    <a:pt x="1580" y="1302"/>
                  </a:cubicBezTo>
                  <a:cubicBezTo>
                    <a:pt x="1590" y="1304"/>
                    <a:pt x="1601" y="1305"/>
                    <a:pt x="1611" y="1305"/>
                  </a:cubicBezTo>
                  <a:cubicBezTo>
                    <a:pt x="1699" y="1305"/>
                    <a:pt x="1775" y="1216"/>
                    <a:pt x="1730" y="1126"/>
                  </a:cubicBezTo>
                  <a:cubicBezTo>
                    <a:pt x="1605" y="876"/>
                    <a:pt x="1580" y="675"/>
                    <a:pt x="1655" y="374"/>
                  </a:cubicBezTo>
                  <a:cubicBezTo>
                    <a:pt x="1672" y="272"/>
                    <a:pt x="1573" y="170"/>
                    <a:pt x="1493" y="170"/>
                  </a:cubicBezTo>
                  <a:cubicBezTo>
                    <a:pt x="1454" y="170"/>
                    <a:pt x="1420" y="193"/>
                    <a:pt x="1404" y="249"/>
                  </a:cubicBezTo>
                  <a:cubicBezTo>
                    <a:pt x="1304" y="575"/>
                    <a:pt x="953" y="825"/>
                    <a:pt x="602" y="825"/>
                  </a:cubicBezTo>
                  <a:cubicBezTo>
                    <a:pt x="502" y="825"/>
                    <a:pt x="402" y="825"/>
                    <a:pt x="477" y="675"/>
                  </a:cubicBezTo>
                  <a:cubicBezTo>
                    <a:pt x="502" y="600"/>
                    <a:pt x="602" y="525"/>
                    <a:pt x="652" y="475"/>
                  </a:cubicBezTo>
                  <a:cubicBezTo>
                    <a:pt x="759" y="350"/>
                    <a:pt x="905" y="237"/>
                    <a:pt x="1070" y="237"/>
                  </a:cubicBezTo>
                  <a:cubicBezTo>
                    <a:pt x="1137" y="237"/>
                    <a:pt x="1207" y="256"/>
                    <a:pt x="1279" y="299"/>
                  </a:cubicBezTo>
                  <a:cubicBezTo>
                    <a:pt x="1296" y="312"/>
                    <a:pt x="1312" y="318"/>
                    <a:pt x="1326" y="318"/>
                  </a:cubicBezTo>
                  <a:cubicBezTo>
                    <a:pt x="1393" y="318"/>
                    <a:pt x="1416" y="190"/>
                    <a:pt x="1354" y="149"/>
                  </a:cubicBezTo>
                  <a:cubicBezTo>
                    <a:pt x="1240" y="46"/>
                    <a:pt x="1110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96" name="Google Shape;10996;p17"/>
          <p:cNvGrpSpPr/>
          <p:nvPr/>
        </p:nvGrpSpPr>
        <p:grpSpPr>
          <a:xfrm rot="1514788">
            <a:off x="5502395" y="2772751"/>
            <a:ext cx="1376274" cy="908487"/>
            <a:chOff x="5248525" y="821375"/>
            <a:chExt cx="1082824" cy="694544"/>
          </a:xfrm>
        </p:grpSpPr>
        <p:sp>
          <p:nvSpPr>
            <p:cNvPr id="10997" name="Google Shape;10997;p17"/>
            <p:cNvSpPr/>
            <p:nvPr/>
          </p:nvSpPr>
          <p:spPr>
            <a:xfrm>
              <a:off x="5386964" y="1033865"/>
              <a:ext cx="843217" cy="475585"/>
            </a:xfrm>
            <a:custGeom>
              <a:rect b="b" l="l" r="r" t="t"/>
              <a:pathLst>
                <a:path extrusionOk="0" h="14027" w="24870">
                  <a:moveTo>
                    <a:pt x="2110" y="1"/>
                  </a:moveTo>
                  <a:lnTo>
                    <a:pt x="172" y="5463"/>
                  </a:lnTo>
                  <a:lnTo>
                    <a:pt x="0" y="5941"/>
                  </a:lnTo>
                  <a:lnTo>
                    <a:pt x="22760" y="14026"/>
                  </a:lnTo>
                  <a:lnTo>
                    <a:pt x="22995" y="13368"/>
                  </a:lnTo>
                  <a:lnTo>
                    <a:pt x="24870" y="8086"/>
                  </a:lnTo>
                  <a:lnTo>
                    <a:pt x="2110" y="1"/>
                  </a:lnTo>
                  <a:close/>
                </a:path>
              </a:pathLst>
            </a:custGeom>
            <a:solidFill>
              <a:srgbClr val="028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8" name="Google Shape;10998;p17"/>
            <p:cNvSpPr/>
            <p:nvPr/>
          </p:nvSpPr>
          <p:spPr>
            <a:xfrm>
              <a:off x="5455115" y="824528"/>
              <a:ext cx="851795" cy="486876"/>
            </a:xfrm>
            <a:custGeom>
              <a:rect b="b" l="l" r="r" t="t"/>
              <a:pathLst>
                <a:path extrusionOk="0" h="14360" w="25123">
                  <a:moveTo>
                    <a:pt x="2209" y="0"/>
                  </a:moveTo>
                  <a:lnTo>
                    <a:pt x="0" y="6220"/>
                  </a:lnTo>
                  <a:lnTo>
                    <a:pt x="22914" y="14359"/>
                  </a:lnTo>
                  <a:lnTo>
                    <a:pt x="25122" y="814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00AF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9" name="Google Shape;10999;p17"/>
            <p:cNvSpPr/>
            <p:nvPr/>
          </p:nvSpPr>
          <p:spPr>
            <a:xfrm>
              <a:off x="5343564" y="832157"/>
              <a:ext cx="980431" cy="665352"/>
            </a:xfrm>
            <a:custGeom>
              <a:rect b="b" l="l" r="r" t="t"/>
              <a:pathLst>
                <a:path extrusionOk="0" h="19624" w="28917">
                  <a:moveTo>
                    <a:pt x="3858" y="0"/>
                  </a:moveTo>
                  <a:lnTo>
                    <a:pt x="0" y="10853"/>
                  </a:lnTo>
                  <a:cubicBezTo>
                    <a:pt x="36" y="10889"/>
                    <a:pt x="72" y="10916"/>
                    <a:pt x="118" y="10934"/>
                  </a:cubicBezTo>
                  <a:lnTo>
                    <a:pt x="1452" y="11412"/>
                  </a:lnTo>
                  <a:lnTo>
                    <a:pt x="3390" y="5950"/>
                  </a:lnTo>
                  <a:lnTo>
                    <a:pt x="5328" y="496"/>
                  </a:lnTo>
                  <a:lnTo>
                    <a:pt x="3994" y="27"/>
                  </a:lnTo>
                  <a:cubicBezTo>
                    <a:pt x="3948" y="18"/>
                    <a:pt x="3903" y="9"/>
                    <a:pt x="3858" y="0"/>
                  </a:cubicBezTo>
                  <a:close/>
                  <a:moveTo>
                    <a:pt x="28061" y="8681"/>
                  </a:moveTo>
                  <a:lnTo>
                    <a:pt x="26150" y="14035"/>
                  </a:lnTo>
                  <a:lnTo>
                    <a:pt x="24275" y="19317"/>
                  </a:lnTo>
                  <a:lnTo>
                    <a:pt x="25140" y="19624"/>
                  </a:lnTo>
                  <a:lnTo>
                    <a:pt x="28917" y="8978"/>
                  </a:lnTo>
                  <a:lnTo>
                    <a:pt x="28061" y="8681"/>
                  </a:ln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0" name="Google Shape;11000;p17"/>
            <p:cNvSpPr/>
            <p:nvPr/>
          </p:nvSpPr>
          <p:spPr>
            <a:xfrm>
              <a:off x="5248525" y="830292"/>
              <a:ext cx="225875" cy="369870"/>
            </a:xfrm>
            <a:custGeom>
              <a:rect b="b" l="l" r="r" t="t"/>
              <a:pathLst>
                <a:path extrusionOk="0" h="10909" w="6662">
                  <a:moveTo>
                    <a:pt x="5792" y="0"/>
                  </a:moveTo>
                  <a:cubicBezTo>
                    <a:pt x="3890" y="0"/>
                    <a:pt x="2470" y="856"/>
                    <a:pt x="1550" y="2561"/>
                  </a:cubicBezTo>
                  <a:cubicBezTo>
                    <a:pt x="1019" y="3553"/>
                    <a:pt x="640" y="4607"/>
                    <a:pt x="424" y="5743"/>
                  </a:cubicBezTo>
                  <a:cubicBezTo>
                    <a:pt x="0" y="7934"/>
                    <a:pt x="802" y="9655"/>
                    <a:pt x="2803" y="10908"/>
                  </a:cubicBezTo>
                  <a:lnTo>
                    <a:pt x="6661" y="55"/>
                  </a:lnTo>
                  <a:cubicBezTo>
                    <a:pt x="6361" y="18"/>
                    <a:pt x="6071" y="0"/>
                    <a:pt x="5792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1" name="Google Shape;11001;p17"/>
            <p:cNvSpPr/>
            <p:nvPr/>
          </p:nvSpPr>
          <p:spPr>
            <a:xfrm>
              <a:off x="5250356" y="821375"/>
              <a:ext cx="1080993" cy="694544"/>
            </a:xfrm>
            <a:custGeom>
              <a:rect b="b" l="l" r="r" t="t"/>
              <a:pathLst>
                <a:path extrusionOk="0" h="20485" w="31883">
                  <a:moveTo>
                    <a:pt x="30903" y="9238"/>
                  </a:moveTo>
                  <a:lnTo>
                    <a:pt x="31425" y="9422"/>
                  </a:lnTo>
                  <a:lnTo>
                    <a:pt x="31425" y="9422"/>
                  </a:lnTo>
                  <a:cubicBezTo>
                    <a:pt x="31154" y="10260"/>
                    <a:pt x="30869" y="11089"/>
                    <a:pt x="30584" y="11910"/>
                  </a:cubicBezTo>
                  <a:cubicBezTo>
                    <a:pt x="30287" y="12803"/>
                    <a:pt x="29971" y="13686"/>
                    <a:pt x="29656" y="14578"/>
                  </a:cubicBezTo>
                  <a:lnTo>
                    <a:pt x="28700" y="17238"/>
                  </a:lnTo>
                  <a:cubicBezTo>
                    <a:pt x="28398" y="18060"/>
                    <a:pt x="28088" y="18875"/>
                    <a:pt x="27770" y="19697"/>
                  </a:cubicBezTo>
                  <a:lnTo>
                    <a:pt x="27770" y="19697"/>
                  </a:lnTo>
                  <a:lnTo>
                    <a:pt x="27262" y="19517"/>
                  </a:lnTo>
                  <a:lnTo>
                    <a:pt x="27262" y="19517"/>
                  </a:lnTo>
                  <a:cubicBezTo>
                    <a:pt x="27552" y="18623"/>
                    <a:pt x="27856" y="17736"/>
                    <a:pt x="28160" y="16841"/>
                  </a:cubicBezTo>
                  <a:cubicBezTo>
                    <a:pt x="28493" y="15894"/>
                    <a:pt x="28818" y="14948"/>
                    <a:pt x="29160" y="14002"/>
                  </a:cubicBezTo>
                  <a:cubicBezTo>
                    <a:pt x="29503" y="13055"/>
                    <a:pt x="29836" y="12109"/>
                    <a:pt x="30179" y="11171"/>
                  </a:cubicBezTo>
                  <a:cubicBezTo>
                    <a:pt x="30419" y="10523"/>
                    <a:pt x="30660" y="9880"/>
                    <a:pt x="30903" y="9238"/>
                  </a:cubicBezTo>
                  <a:close/>
                  <a:moveTo>
                    <a:pt x="5751" y="373"/>
                  </a:moveTo>
                  <a:cubicBezTo>
                    <a:pt x="6073" y="381"/>
                    <a:pt x="6404" y="417"/>
                    <a:pt x="6717" y="470"/>
                  </a:cubicBezTo>
                  <a:lnTo>
                    <a:pt x="6717" y="470"/>
                  </a:lnTo>
                  <a:cubicBezTo>
                    <a:pt x="6935" y="557"/>
                    <a:pt x="7145" y="636"/>
                    <a:pt x="7355" y="724"/>
                  </a:cubicBezTo>
                  <a:cubicBezTo>
                    <a:pt x="7581" y="814"/>
                    <a:pt x="7797" y="904"/>
                    <a:pt x="8013" y="994"/>
                  </a:cubicBezTo>
                  <a:cubicBezTo>
                    <a:pt x="8013" y="994"/>
                    <a:pt x="8013" y="1003"/>
                    <a:pt x="8013" y="1003"/>
                  </a:cubicBezTo>
                  <a:cubicBezTo>
                    <a:pt x="8033" y="1009"/>
                    <a:pt x="8052" y="1011"/>
                    <a:pt x="8071" y="1011"/>
                  </a:cubicBezTo>
                  <a:cubicBezTo>
                    <a:pt x="8152" y="1011"/>
                    <a:pt x="8228" y="966"/>
                    <a:pt x="8257" y="886"/>
                  </a:cubicBezTo>
                  <a:lnTo>
                    <a:pt x="8257" y="877"/>
                  </a:lnTo>
                  <a:lnTo>
                    <a:pt x="8414" y="444"/>
                  </a:lnTo>
                  <a:lnTo>
                    <a:pt x="8414" y="444"/>
                  </a:lnTo>
                  <a:cubicBezTo>
                    <a:pt x="10263" y="1072"/>
                    <a:pt x="12104" y="1701"/>
                    <a:pt x="13945" y="2347"/>
                  </a:cubicBezTo>
                  <a:cubicBezTo>
                    <a:pt x="15847" y="3005"/>
                    <a:pt x="17749" y="3672"/>
                    <a:pt x="19641" y="4339"/>
                  </a:cubicBezTo>
                  <a:lnTo>
                    <a:pt x="22490" y="5348"/>
                  </a:lnTo>
                  <a:lnTo>
                    <a:pt x="25329" y="6367"/>
                  </a:lnTo>
                  <a:cubicBezTo>
                    <a:pt x="27160" y="7029"/>
                    <a:pt x="28991" y="7701"/>
                    <a:pt x="30814" y="8396"/>
                  </a:cubicBezTo>
                  <a:lnTo>
                    <a:pt x="30814" y="8396"/>
                  </a:lnTo>
                  <a:cubicBezTo>
                    <a:pt x="30764" y="8551"/>
                    <a:pt x="30714" y="8705"/>
                    <a:pt x="30664" y="8859"/>
                  </a:cubicBezTo>
                  <a:lnTo>
                    <a:pt x="30664" y="8859"/>
                  </a:lnTo>
                  <a:cubicBezTo>
                    <a:pt x="30645" y="8878"/>
                    <a:pt x="30630" y="8901"/>
                    <a:pt x="30620" y="8927"/>
                  </a:cubicBezTo>
                  <a:cubicBezTo>
                    <a:pt x="30610" y="8958"/>
                    <a:pt x="30607" y="8990"/>
                    <a:pt x="30611" y="9019"/>
                  </a:cubicBezTo>
                  <a:lnTo>
                    <a:pt x="30611" y="9019"/>
                  </a:lnTo>
                  <a:cubicBezTo>
                    <a:pt x="30384" y="9706"/>
                    <a:pt x="30151" y="10391"/>
                    <a:pt x="29917" y="11072"/>
                  </a:cubicBezTo>
                  <a:cubicBezTo>
                    <a:pt x="29602" y="12027"/>
                    <a:pt x="29259" y="12974"/>
                    <a:pt x="28926" y="13920"/>
                  </a:cubicBezTo>
                  <a:cubicBezTo>
                    <a:pt x="28592" y="14867"/>
                    <a:pt x="28250" y="15804"/>
                    <a:pt x="27907" y="16751"/>
                  </a:cubicBezTo>
                  <a:cubicBezTo>
                    <a:pt x="27557" y="17694"/>
                    <a:pt x="27216" y="18628"/>
                    <a:pt x="26847" y="19562"/>
                  </a:cubicBezTo>
                  <a:lnTo>
                    <a:pt x="26847" y="19562"/>
                  </a:lnTo>
                  <a:cubicBezTo>
                    <a:pt x="26846" y="19565"/>
                    <a:pt x="26845" y="19569"/>
                    <a:pt x="26844" y="19572"/>
                  </a:cubicBezTo>
                  <a:lnTo>
                    <a:pt x="26841" y="19578"/>
                  </a:lnTo>
                  <a:lnTo>
                    <a:pt x="26841" y="19578"/>
                  </a:lnTo>
                  <a:cubicBezTo>
                    <a:pt x="26840" y="19580"/>
                    <a:pt x="26838" y="19581"/>
                    <a:pt x="26835" y="19581"/>
                  </a:cubicBezTo>
                  <a:cubicBezTo>
                    <a:pt x="26832" y="19592"/>
                    <a:pt x="26830" y="19603"/>
                    <a:pt x="26829" y="19614"/>
                  </a:cubicBezTo>
                  <a:lnTo>
                    <a:pt x="26829" y="19614"/>
                  </a:lnTo>
                  <a:lnTo>
                    <a:pt x="26673" y="20051"/>
                  </a:lnTo>
                  <a:lnTo>
                    <a:pt x="26673" y="20051"/>
                  </a:lnTo>
                  <a:cubicBezTo>
                    <a:pt x="24831" y="19414"/>
                    <a:pt x="22989" y="18785"/>
                    <a:pt x="21147" y="18148"/>
                  </a:cubicBezTo>
                  <a:lnTo>
                    <a:pt x="15450" y="16147"/>
                  </a:lnTo>
                  <a:lnTo>
                    <a:pt x="9753" y="14137"/>
                  </a:lnTo>
                  <a:cubicBezTo>
                    <a:pt x="7921" y="13474"/>
                    <a:pt x="6090" y="12811"/>
                    <a:pt x="4274" y="12091"/>
                  </a:cubicBezTo>
                  <a:lnTo>
                    <a:pt x="4274" y="12091"/>
                  </a:lnTo>
                  <a:lnTo>
                    <a:pt x="4381" y="11793"/>
                  </a:lnTo>
                  <a:cubicBezTo>
                    <a:pt x="4417" y="11694"/>
                    <a:pt x="4363" y="11586"/>
                    <a:pt x="4264" y="11550"/>
                  </a:cubicBezTo>
                  <a:cubicBezTo>
                    <a:pt x="3813" y="11397"/>
                    <a:pt x="3371" y="11252"/>
                    <a:pt x="2921" y="11099"/>
                  </a:cubicBezTo>
                  <a:lnTo>
                    <a:pt x="2921" y="11099"/>
                  </a:lnTo>
                  <a:lnTo>
                    <a:pt x="2957" y="11108"/>
                  </a:lnTo>
                  <a:cubicBezTo>
                    <a:pt x="2398" y="10784"/>
                    <a:pt x="1884" y="10378"/>
                    <a:pt x="1460" y="9891"/>
                  </a:cubicBezTo>
                  <a:cubicBezTo>
                    <a:pt x="1046" y="9404"/>
                    <a:pt x="739" y="8828"/>
                    <a:pt x="595" y="8215"/>
                  </a:cubicBezTo>
                  <a:cubicBezTo>
                    <a:pt x="442" y="7602"/>
                    <a:pt x="451" y="6962"/>
                    <a:pt x="550" y="6331"/>
                  </a:cubicBezTo>
                  <a:cubicBezTo>
                    <a:pt x="604" y="6015"/>
                    <a:pt x="685" y="5700"/>
                    <a:pt x="766" y="5393"/>
                  </a:cubicBezTo>
                  <a:cubicBezTo>
                    <a:pt x="856" y="5078"/>
                    <a:pt x="956" y="4771"/>
                    <a:pt x="1055" y="4465"/>
                  </a:cubicBezTo>
                  <a:cubicBezTo>
                    <a:pt x="1514" y="3266"/>
                    <a:pt x="2010" y="2022"/>
                    <a:pt x="3029" y="1211"/>
                  </a:cubicBezTo>
                  <a:cubicBezTo>
                    <a:pt x="3534" y="814"/>
                    <a:pt x="4147" y="562"/>
                    <a:pt x="4787" y="454"/>
                  </a:cubicBezTo>
                  <a:cubicBezTo>
                    <a:pt x="5102" y="391"/>
                    <a:pt x="5426" y="373"/>
                    <a:pt x="5751" y="373"/>
                  </a:cubicBezTo>
                  <a:close/>
                  <a:moveTo>
                    <a:pt x="8302" y="1"/>
                  </a:moveTo>
                  <a:cubicBezTo>
                    <a:pt x="8223" y="1"/>
                    <a:pt x="8150" y="51"/>
                    <a:pt x="8122" y="129"/>
                  </a:cubicBezTo>
                  <a:lnTo>
                    <a:pt x="8113" y="129"/>
                  </a:lnTo>
                  <a:lnTo>
                    <a:pt x="7956" y="581"/>
                  </a:lnTo>
                  <a:lnTo>
                    <a:pt x="7956" y="581"/>
                  </a:lnTo>
                  <a:cubicBezTo>
                    <a:pt x="7792" y="532"/>
                    <a:pt x="7628" y="479"/>
                    <a:pt x="7464" y="427"/>
                  </a:cubicBezTo>
                  <a:cubicBezTo>
                    <a:pt x="7238" y="363"/>
                    <a:pt x="7013" y="291"/>
                    <a:pt x="6788" y="219"/>
                  </a:cubicBezTo>
                  <a:lnTo>
                    <a:pt x="6779" y="219"/>
                  </a:lnTo>
                  <a:cubicBezTo>
                    <a:pt x="6779" y="210"/>
                    <a:pt x="6770" y="210"/>
                    <a:pt x="6761" y="210"/>
                  </a:cubicBezTo>
                  <a:cubicBezTo>
                    <a:pt x="6451" y="177"/>
                    <a:pt x="6140" y="157"/>
                    <a:pt x="5828" y="157"/>
                  </a:cubicBezTo>
                  <a:cubicBezTo>
                    <a:pt x="5468" y="157"/>
                    <a:pt x="5108" y="183"/>
                    <a:pt x="4750" y="246"/>
                  </a:cubicBezTo>
                  <a:cubicBezTo>
                    <a:pt x="4083" y="363"/>
                    <a:pt x="3434" y="616"/>
                    <a:pt x="2876" y="994"/>
                  </a:cubicBezTo>
                  <a:cubicBezTo>
                    <a:pt x="2299" y="1373"/>
                    <a:pt x="1821" y="1887"/>
                    <a:pt x="1442" y="2464"/>
                  </a:cubicBezTo>
                  <a:cubicBezTo>
                    <a:pt x="1253" y="2752"/>
                    <a:pt x="1100" y="3050"/>
                    <a:pt x="956" y="3347"/>
                  </a:cubicBezTo>
                  <a:cubicBezTo>
                    <a:pt x="802" y="3654"/>
                    <a:pt x="676" y="3969"/>
                    <a:pt x="568" y="4294"/>
                  </a:cubicBezTo>
                  <a:cubicBezTo>
                    <a:pt x="343" y="4934"/>
                    <a:pt x="171" y="5583"/>
                    <a:pt x="81" y="6268"/>
                  </a:cubicBezTo>
                  <a:cubicBezTo>
                    <a:pt x="0" y="6944"/>
                    <a:pt x="27" y="7647"/>
                    <a:pt x="225" y="8314"/>
                  </a:cubicBezTo>
                  <a:cubicBezTo>
                    <a:pt x="406" y="8981"/>
                    <a:pt x="766" y="9594"/>
                    <a:pt x="1208" y="10108"/>
                  </a:cubicBezTo>
                  <a:cubicBezTo>
                    <a:pt x="1659" y="10630"/>
                    <a:pt x="2209" y="11045"/>
                    <a:pt x="2776" y="11397"/>
                  </a:cubicBezTo>
                  <a:cubicBezTo>
                    <a:pt x="2785" y="11406"/>
                    <a:pt x="2794" y="11415"/>
                    <a:pt x="2803" y="11415"/>
                  </a:cubicBezTo>
                  <a:lnTo>
                    <a:pt x="2812" y="11415"/>
                  </a:lnTo>
                  <a:cubicBezTo>
                    <a:pt x="3194" y="11555"/>
                    <a:pt x="3575" y="11695"/>
                    <a:pt x="3957" y="11841"/>
                  </a:cubicBezTo>
                  <a:lnTo>
                    <a:pt x="3957" y="11841"/>
                  </a:lnTo>
                  <a:lnTo>
                    <a:pt x="3849" y="12136"/>
                  </a:lnTo>
                  <a:lnTo>
                    <a:pt x="3840" y="12154"/>
                  </a:lnTo>
                  <a:cubicBezTo>
                    <a:pt x="3813" y="12253"/>
                    <a:pt x="3867" y="12361"/>
                    <a:pt x="3966" y="12388"/>
                  </a:cubicBezTo>
                  <a:cubicBezTo>
                    <a:pt x="5886" y="12992"/>
                    <a:pt x="7788" y="13650"/>
                    <a:pt x="9690" y="14317"/>
                  </a:cubicBezTo>
                  <a:lnTo>
                    <a:pt x="15378" y="16345"/>
                  </a:lnTo>
                  <a:lnTo>
                    <a:pt x="21057" y="18400"/>
                  </a:lnTo>
                  <a:cubicBezTo>
                    <a:pt x="22950" y="19076"/>
                    <a:pt x="24833" y="19779"/>
                    <a:pt x="26726" y="20473"/>
                  </a:cubicBezTo>
                  <a:cubicBezTo>
                    <a:pt x="26747" y="20481"/>
                    <a:pt x="26769" y="20485"/>
                    <a:pt x="26791" y="20485"/>
                  </a:cubicBezTo>
                  <a:cubicBezTo>
                    <a:pt x="26871" y="20485"/>
                    <a:pt x="26950" y="20435"/>
                    <a:pt x="26979" y="20356"/>
                  </a:cubicBezTo>
                  <a:lnTo>
                    <a:pt x="27142" y="19880"/>
                  </a:lnTo>
                  <a:lnTo>
                    <a:pt x="27142" y="19880"/>
                  </a:lnTo>
                  <a:lnTo>
                    <a:pt x="27817" y="20122"/>
                  </a:lnTo>
                  <a:lnTo>
                    <a:pt x="27835" y="20131"/>
                  </a:lnTo>
                  <a:cubicBezTo>
                    <a:pt x="27852" y="20136"/>
                    <a:pt x="27869" y="20138"/>
                    <a:pt x="27886" y="20138"/>
                  </a:cubicBezTo>
                  <a:cubicBezTo>
                    <a:pt x="27967" y="20138"/>
                    <a:pt x="28040" y="20087"/>
                    <a:pt x="28069" y="20005"/>
                  </a:cubicBezTo>
                  <a:cubicBezTo>
                    <a:pt x="28358" y="19112"/>
                    <a:pt x="28655" y="18220"/>
                    <a:pt x="28962" y="17328"/>
                  </a:cubicBezTo>
                  <a:lnTo>
                    <a:pt x="29890" y="14660"/>
                  </a:lnTo>
                  <a:cubicBezTo>
                    <a:pt x="30215" y="13776"/>
                    <a:pt x="30530" y="12893"/>
                    <a:pt x="30855" y="12009"/>
                  </a:cubicBezTo>
                  <a:cubicBezTo>
                    <a:pt x="31179" y="11126"/>
                    <a:pt x="31504" y="10243"/>
                    <a:pt x="31846" y="9368"/>
                  </a:cubicBezTo>
                  <a:cubicBezTo>
                    <a:pt x="31846" y="9368"/>
                    <a:pt x="31846" y="9359"/>
                    <a:pt x="31846" y="9359"/>
                  </a:cubicBezTo>
                  <a:cubicBezTo>
                    <a:pt x="31882" y="9260"/>
                    <a:pt x="31837" y="9152"/>
                    <a:pt x="31738" y="9116"/>
                  </a:cubicBezTo>
                  <a:lnTo>
                    <a:pt x="31729" y="9116"/>
                  </a:lnTo>
                  <a:lnTo>
                    <a:pt x="31043" y="8870"/>
                  </a:lnTo>
                  <a:lnTo>
                    <a:pt x="31043" y="8870"/>
                  </a:lnTo>
                  <a:cubicBezTo>
                    <a:pt x="31109" y="8697"/>
                    <a:pt x="31176" y="8523"/>
                    <a:pt x="31242" y="8350"/>
                  </a:cubicBezTo>
                  <a:cubicBezTo>
                    <a:pt x="31242" y="8350"/>
                    <a:pt x="31242" y="8341"/>
                    <a:pt x="31242" y="8341"/>
                  </a:cubicBezTo>
                  <a:cubicBezTo>
                    <a:pt x="31278" y="8242"/>
                    <a:pt x="31224" y="8133"/>
                    <a:pt x="31125" y="8097"/>
                  </a:cubicBezTo>
                  <a:cubicBezTo>
                    <a:pt x="29214" y="7466"/>
                    <a:pt x="27303" y="6817"/>
                    <a:pt x="25410" y="6150"/>
                  </a:cubicBezTo>
                  <a:lnTo>
                    <a:pt x="22562" y="5150"/>
                  </a:lnTo>
                  <a:lnTo>
                    <a:pt x="19714" y="4131"/>
                  </a:lnTo>
                  <a:cubicBezTo>
                    <a:pt x="17821" y="3455"/>
                    <a:pt x="15928" y="2779"/>
                    <a:pt x="14035" y="2085"/>
                  </a:cubicBezTo>
                  <a:cubicBezTo>
                    <a:pt x="12142" y="1409"/>
                    <a:pt x="10258" y="706"/>
                    <a:pt x="8365" y="12"/>
                  </a:cubicBezTo>
                  <a:cubicBezTo>
                    <a:pt x="8344" y="4"/>
                    <a:pt x="8323" y="1"/>
                    <a:pt x="8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2" name="Google Shape;11002;p17"/>
            <p:cNvSpPr/>
            <p:nvPr/>
          </p:nvSpPr>
          <p:spPr>
            <a:xfrm>
              <a:off x="5385438" y="842193"/>
              <a:ext cx="146402" cy="383398"/>
            </a:xfrm>
            <a:custGeom>
              <a:rect b="b" l="l" r="r" t="t"/>
              <a:pathLst>
                <a:path extrusionOk="0" h="11308" w="4318">
                  <a:moveTo>
                    <a:pt x="4098" y="1"/>
                  </a:moveTo>
                  <a:cubicBezTo>
                    <a:pt x="4017" y="1"/>
                    <a:pt x="3941" y="57"/>
                    <a:pt x="3912" y="137"/>
                  </a:cubicBezTo>
                  <a:cubicBezTo>
                    <a:pt x="3624" y="1057"/>
                    <a:pt x="3299" y="1967"/>
                    <a:pt x="2984" y="2877"/>
                  </a:cubicBezTo>
                  <a:lnTo>
                    <a:pt x="2001" y="5609"/>
                  </a:lnTo>
                  <a:lnTo>
                    <a:pt x="1028" y="8331"/>
                  </a:lnTo>
                  <a:cubicBezTo>
                    <a:pt x="703" y="9241"/>
                    <a:pt x="361" y="10143"/>
                    <a:pt x="36" y="11053"/>
                  </a:cubicBezTo>
                  <a:cubicBezTo>
                    <a:pt x="0" y="11152"/>
                    <a:pt x="54" y="11269"/>
                    <a:pt x="154" y="11296"/>
                  </a:cubicBezTo>
                  <a:cubicBezTo>
                    <a:pt x="174" y="11304"/>
                    <a:pt x="196" y="11308"/>
                    <a:pt x="217" y="11308"/>
                  </a:cubicBezTo>
                  <a:cubicBezTo>
                    <a:pt x="295" y="11308"/>
                    <a:pt x="368" y="11257"/>
                    <a:pt x="397" y="11179"/>
                  </a:cubicBezTo>
                  <a:cubicBezTo>
                    <a:pt x="712" y="10269"/>
                    <a:pt x="1028" y="9358"/>
                    <a:pt x="1343" y="8448"/>
                  </a:cubicBezTo>
                  <a:lnTo>
                    <a:pt x="2308" y="5717"/>
                  </a:lnTo>
                  <a:lnTo>
                    <a:pt x="3272" y="2985"/>
                  </a:lnTo>
                  <a:cubicBezTo>
                    <a:pt x="3597" y="2075"/>
                    <a:pt x="3921" y="1165"/>
                    <a:pt x="4273" y="263"/>
                  </a:cubicBezTo>
                  <a:cubicBezTo>
                    <a:pt x="4282" y="263"/>
                    <a:pt x="4282" y="254"/>
                    <a:pt x="4282" y="254"/>
                  </a:cubicBezTo>
                  <a:cubicBezTo>
                    <a:pt x="4318" y="155"/>
                    <a:pt x="4255" y="47"/>
                    <a:pt x="4156" y="11"/>
                  </a:cubicBezTo>
                  <a:cubicBezTo>
                    <a:pt x="4136" y="4"/>
                    <a:pt x="4117" y="1"/>
                    <a:pt x="40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03" name="Google Shape;11003;p17"/>
          <p:cNvGrpSpPr/>
          <p:nvPr/>
        </p:nvGrpSpPr>
        <p:grpSpPr>
          <a:xfrm flipH="1">
            <a:off x="719922" y="934457"/>
            <a:ext cx="3253287" cy="176025"/>
            <a:chOff x="4345425" y="2175475"/>
            <a:chExt cx="800750" cy="176025"/>
          </a:xfrm>
        </p:grpSpPr>
        <p:sp>
          <p:nvSpPr>
            <p:cNvPr id="11004" name="Google Shape;11004;p17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5" name="Google Shape;11005;p17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06" name="Google Shape;11006;p17"/>
          <p:cNvGrpSpPr/>
          <p:nvPr/>
        </p:nvGrpSpPr>
        <p:grpSpPr>
          <a:xfrm flipH="1">
            <a:off x="719986" y="1396579"/>
            <a:ext cx="2997127" cy="176025"/>
            <a:chOff x="4345425" y="2175475"/>
            <a:chExt cx="800750" cy="176025"/>
          </a:xfrm>
        </p:grpSpPr>
        <p:sp>
          <p:nvSpPr>
            <p:cNvPr id="11007" name="Google Shape;11007;p17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8" name="Google Shape;11008;p17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12" name="Shape 11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13" name="Google Shape;11013;p18"/>
          <p:cNvPicPr preferRelativeResize="0"/>
          <p:nvPr/>
        </p:nvPicPr>
        <p:blipFill rotWithShape="1">
          <a:blip r:embed="rId3">
            <a:alphaModFix/>
          </a:blip>
          <a:srcRect b="0" l="0" r="48319" t="0"/>
          <a:stretch/>
        </p:blipFill>
        <p:spPr>
          <a:xfrm>
            <a:off x="563176" y="2072425"/>
            <a:ext cx="8017649" cy="1719562"/>
          </a:xfrm>
          <a:prstGeom prst="rect">
            <a:avLst/>
          </a:prstGeom>
          <a:noFill/>
          <a:ln>
            <a:noFill/>
          </a:ln>
        </p:spPr>
      </p:pic>
      <p:sp>
        <p:nvSpPr>
          <p:cNvPr id="11014" name="Google Shape;11014;p18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.add() in Python</a:t>
            </a:r>
            <a:endParaRPr/>
          </a:p>
        </p:txBody>
      </p:sp>
      <p:grpSp>
        <p:nvGrpSpPr>
          <p:cNvPr id="11015" name="Google Shape;11015;p18"/>
          <p:cNvGrpSpPr/>
          <p:nvPr/>
        </p:nvGrpSpPr>
        <p:grpSpPr>
          <a:xfrm>
            <a:off x="1761528" y="947212"/>
            <a:ext cx="5620945" cy="176025"/>
            <a:chOff x="4345425" y="2175475"/>
            <a:chExt cx="800750" cy="176025"/>
          </a:xfrm>
        </p:grpSpPr>
        <p:sp>
          <p:nvSpPr>
            <p:cNvPr id="11016" name="Google Shape;11016;p18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7" name="Google Shape;11017;p18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18" name="Google Shape;11018;p18"/>
          <p:cNvGrpSpPr/>
          <p:nvPr/>
        </p:nvGrpSpPr>
        <p:grpSpPr>
          <a:xfrm>
            <a:off x="7158342" y="124684"/>
            <a:ext cx="1491960" cy="454575"/>
            <a:chOff x="6157325" y="1245050"/>
            <a:chExt cx="554900" cy="169075"/>
          </a:xfrm>
        </p:grpSpPr>
        <p:sp>
          <p:nvSpPr>
            <p:cNvPr id="11019" name="Google Shape;11019;p18"/>
            <p:cNvSpPr/>
            <p:nvPr/>
          </p:nvSpPr>
          <p:spPr>
            <a:xfrm>
              <a:off x="6157325" y="1320350"/>
              <a:ext cx="47050" cy="41875"/>
            </a:xfrm>
            <a:custGeom>
              <a:rect b="b" l="l" r="r" t="t"/>
              <a:pathLst>
                <a:path extrusionOk="0" h="1675" w="1882">
                  <a:moveTo>
                    <a:pt x="1759" y="0"/>
                  </a:moveTo>
                  <a:cubicBezTo>
                    <a:pt x="1737" y="0"/>
                    <a:pt x="1714" y="11"/>
                    <a:pt x="1694" y="37"/>
                  </a:cubicBezTo>
                  <a:cubicBezTo>
                    <a:pt x="1494" y="263"/>
                    <a:pt x="1268" y="463"/>
                    <a:pt x="1042" y="689"/>
                  </a:cubicBezTo>
                  <a:cubicBezTo>
                    <a:pt x="842" y="463"/>
                    <a:pt x="641" y="263"/>
                    <a:pt x="416" y="62"/>
                  </a:cubicBezTo>
                  <a:cubicBezTo>
                    <a:pt x="387" y="26"/>
                    <a:pt x="349" y="10"/>
                    <a:pt x="313" y="10"/>
                  </a:cubicBezTo>
                  <a:cubicBezTo>
                    <a:pt x="226" y="10"/>
                    <a:pt x="152" y="99"/>
                    <a:pt x="240" y="188"/>
                  </a:cubicBezTo>
                  <a:cubicBezTo>
                    <a:pt x="441" y="413"/>
                    <a:pt x="641" y="639"/>
                    <a:pt x="842" y="839"/>
                  </a:cubicBezTo>
                  <a:cubicBezTo>
                    <a:pt x="591" y="1040"/>
                    <a:pt x="316" y="1190"/>
                    <a:pt x="90" y="1416"/>
                  </a:cubicBezTo>
                  <a:cubicBezTo>
                    <a:pt x="1" y="1505"/>
                    <a:pt x="91" y="1674"/>
                    <a:pt x="200" y="1674"/>
                  </a:cubicBezTo>
                  <a:cubicBezTo>
                    <a:pt x="213" y="1674"/>
                    <a:pt x="227" y="1672"/>
                    <a:pt x="240" y="1666"/>
                  </a:cubicBezTo>
                  <a:cubicBezTo>
                    <a:pt x="541" y="1541"/>
                    <a:pt x="817" y="1290"/>
                    <a:pt x="1068" y="1065"/>
                  </a:cubicBezTo>
                  <a:cubicBezTo>
                    <a:pt x="1193" y="1215"/>
                    <a:pt x="1343" y="1366"/>
                    <a:pt x="1494" y="1466"/>
                  </a:cubicBezTo>
                  <a:cubicBezTo>
                    <a:pt x="1525" y="1481"/>
                    <a:pt x="1556" y="1488"/>
                    <a:pt x="1584" y="1488"/>
                  </a:cubicBezTo>
                  <a:cubicBezTo>
                    <a:pt x="1694" y="1488"/>
                    <a:pt x="1769" y="1385"/>
                    <a:pt x="1669" y="1265"/>
                  </a:cubicBezTo>
                  <a:cubicBezTo>
                    <a:pt x="1569" y="1115"/>
                    <a:pt x="1418" y="990"/>
                    <a:pt x="1268" y="864"/>
                  </a:cubicBezTo>
                  <a:cubicBezTo>
                    <a:pt x="1469" y="639"/>
                    <a:pt x="1669" y="413"/>
                    <a:pt x="1844" y="163"/>
                  </a:cubicBezTo>
                  <a:cubicBezTo>
                    <a:pt x="1882" y="88"/>
                    <a:pt x="182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0" name="Google Shape;11020;p18"/>
            <p:cNvSpPr/>
            <p:nvPr/>
          </p:nvSpPr>
          <p:spPr>
            <a:xfrm>
              <a:off x="6224725" y="1327375"/>
              <a:ext cx="46400" cy="9125"/>
            </a:xfrm>
            <a:custGeom>
              <a:rect b="b" l="l" r="r" t="t"/>
              <a:pathLst>
                <a:path extrusionOk="0" h="365" w="1856">
                  <a:moveTo>
                    <a:pt x="1282" y="1"/>
                  </a:moveTo>
                  <a:cubicBezTo>
                    <a:pt x="1160" y="1"/>
                    <a:pt x="1041" y="7"/>
                    <a:pt x="928" y="7"/>
                  </a:cubicBezTo>
                  <a:lnTo>
                    <a:pt x="151" y="7"/>
                  </a:lnTo>
                  <a:cubicBezTo>
                    <a:pt x="1" y="7"/>
                    <a:pt x="26" y="258"/>
                    <a:pt x="151" y="258"/>
                  </a:cubicBezTo>
                  <a:cubicBezTo>
                    <a:pt x="427" y="283"/>
                    <a:pt x="677" y="308"/>
                    <a:pt x="953" y="308"/>
                  </a:cubicBezTo>
                  <a:cubicBezTo>
                    <a:pt x="1135" y="328"/>
                    <a:pt x="1334" y="365"/>
                    <a:pt x="1536" y="365"/>
                  </a:cubicBezTo>
                  <a:cubicBezTo>
                    <a:pt x="1584" y="365"/>
                    <a:pt x="1632" y="363"/>
                    <a:pt x="1680" y="358"/>
                  </a:cubicBezTo>
                  <a:cubicBezTo>
                    <a:pt x="1855" y="308"/>
                    <a:pt x="1780" y="82"/>
                    <a:pt x="1655" y="32"/>
                  </a:cubicBezTo>
                  <a:cubicBezTo>
                    <a:pt x="1529" y="7"/>
                    <a:pt x="140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1" name="Google Shape;11021;p18"/>
            <p:cNvSpPr/>
            <p:nvPr/>
          </p:nvSpPr>
          <p:spPr>
            <a:xfrm>
              <a:off x="6217875" y="1343050"/>
              <a:ext cx="49475" cy="9600"/>
            </a:xfrm>
            <a:custGeom>
              <a:rect b="b" l="l" r="r" t="t"/>
              <a:pathLst>
                <a:path extrusionOk="0" h="384" w="1979">
                  <a:moveTo>
                    <a:pt x="134" y="0"/>
                  </a:moveTo>
                  <a:cubicBezTo>
                    <a:pt x="0" y="0"/>
                    <a:pt x="13" y="236"/>
                    <a:pt x="174" y="282"/>
                  </a:cubicBezTo>
                  <a:cubicBezTo>
                    <a:pt x="475" y="357"/>
                    <a:pt x="801" y="382"/>
                    <a:pt x="1102" y="382"/>
                  </a:cubicBezTo>
                  <a:cubicBezTo>
                    <a:pt x="1157" y="382"/>
                    <a:pt x="1215" y="383"/>
                    <a:pt x="1274" y="383"/>
                  </a:cubicBezTo>
                  <a:cubicBezTo>
                    <a:pt x="1512" y="383"/>
                    <a:pt x="1768" y="367"/>
                    <a:pt x="1929" y="207"/>
                  </a:cubicBezTo>
                  <a:cubicBezTo>
                    <a:pt x="1979" y="157"/>
                    <a:pt x="1954" y="32"/>
                    <a:pt x="1854" y="32"/>
                  </a:cubicBezTo>
                  <a:cubicBezTo>
                    <a:pt x="1787" y="12"/>
                    <a:pt x="1721" y="4"/>
                    <a:pt x="1655" y="4"/>
                  </a:cubicBezTo>
                  <a:cubicBezTo>
                    <a:pt x="1471" y="4"/>
                    <a:pt x="1286" y="63"/>
                    <a:pt x="1102" y="82"/>
                  </a:cubicBezTo>
                  <a:cubicBezTo>
                    <a:pt x="801" y="82"/>
                    <a:pt x="500" y="57"/>
                    <a:pt x="174" y="7"/>
                  </a:cubicBezTo>
                  <a:cubicBezTo>
                    <a:pt x="160" y="2"/>
                    <a:pt x="147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2" name="Google Shape;11022;p18"/>
            <p:cNvSpPr/>
            <p:nvPr/>
          </p:nvSpPr>
          <p:spPr>
            <a:xfrm>
              <a:off x="6284250" y="1264050"/>
              <a:ext cx="44700" cy="50275"/>
            </a:xfrm>
            <a:custGeom>
              <a:rect b="b" l="l" r="r" t="t"/>
              <a:pathLst>
                <a:path extrusionOk="0" h="2011" w="1788">
                  <a:moveTo>
                    <a:pt x="495" y="0"/>
                  </a:moveTo>
                  <a:cubicBezTo>
                    <a:pt x="458" y="0"/>
                    <a:pt x="427" y="25"/>
                    <a:pt x="427" y="84"/>
                  </a:cubicBezTo>
                  <a:cubicBezTo>
                    <a:pt x="402" y="510"/>
                    <a:pt x="402" y="911"/>
                    <a:pt x="376" y="1337"/>
                  </a:cubicBezTo>
                  <a:cubicBezTo>
                    <a:pt x="376" y="1411"/>
                    <a:pt x="445" y="1499"/>
                    <a:pt x="522" y="1499"/>
                  </a:cubicBezTo>
                  <a:cubicBezTo>
                    <a:pt x="548" y="1499"/>
                    <a:pt x="576" y="1488"/>
                    <a:pt x="602" y="1462"/>
                  </a:cubicBezTo>
                  <a:cubicBezTo>
                    <a:pt x="727" y="1387"/>
                    <a:pt x="878" y="1262"/>
                    <a:pt x="1028" y="1212"/>
                  </a:cubicBezTo>
                  <a:cubicBezTo>
                    <a:pt x="1080" y="1186"/>
                    <a:pt x="1128" y="1173"/>
                    <a:pt x="1173" y="1173"/>
                  </a:cubicBezTo>
                  <a:cubicBezTo>
                    <a:pt x="1300" y="1173"/>
                    <a:pt x="1392" y="1276"/>
                    <a:pt x="1429" y="1462"/>
                  </a:cubicBezTo>
                  <a:cubicBezTo>
                    <a:pt x="1354" y="1537"/>
                    <a:pt x="1279" y="1588"/>
                    <a:pt x="1204" y="1613"/>
                  </a:cubicBezTo>
                  <a:cubicBezTo>
                    <a:pt x="878" y="1713"/>
                    <a:pt x="502" y="1713"/>
                    <a:pt x="176" y="1713"/>
                  </a:cubicBezTo>
                  <a:cubicBezTo>
                    <a:pt x="1" y="1713"/>
                    <a:pt x="51" y="1963"/>
                    <a:pt x="176" y="1989"/>
                  </a:cubicBezTo>
                  <a:cubicBezTo>
                    <a:pt x="271" y="2000"/>
                    <a:pt x="413" y="2011"/>
                    <a:pt x="573" y="2011"/>
                  </a:cubicBezTo>
                  <a:cubicBezTo>
                    <a:pt x="1087" y="2011"/>
                    <a:pt x="1787" y="1903"/>
                    <a:pt x="1730" y="1387"/>
                  </a:cubicBezTo>
                  <a:cubicBezTo>
                    <a:pt x="1730" y="1136"/>
                    <a:pt x="1479" y="936"/>
                    <a:pt x="1254" y="911"/>
                  </a:cubicBezTo>
                  <a:cubicBezTo>
                    <a:pt x="1213" y="902"/>
                    <a:pt x="1173" y="898"/>
                    <a:pt x="1134" y="898"/>
                  </a:cubicBezTo>
                  <a:cubicBezTo>
                    <a:pt x="957" y="898"/>
                    <a:pt x="796" y="984"/>
                    <a:pt x="652" y="1086"/>
                  </a:cubicBezTo>
                  <a:cubicBezTo>
                    <a:pt x="652" y="760"/>
                    <a:pt x="627" y="460"/>
                    <a:pt x="627" y="134"/>
                  </a:cubicBezTo>
                  <a:cubicBezTo>
                    <a:pt x="627" y="58"/>
                    <a:pt x="553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3" name="Google Shape;11023;p18"/>
            <p:cNvSpPr/>
            <p:nvPr/>
          </p:nvSpPr>
          <p:spPr>
            <a:xfrm>
              <a:off x="6255000" y="1287300"/>
              <a:ext cx="30525" cy="9800"/>
            </a:xfrm>
            <a:custGeom>
              <a:rect b="b" l="l" r="r" t="t"/>
              <a:pathLst>
                <a:path extrusionOk="0" h="392" w="1221">
                  <a:moveTo>
                    <a:pt x="633" y="1"/>
                  </a:moveTo>
                  <a:cubicBezTo>
                    <a:pt x="472" y="1"/>
                    <a:pt x="310" y="20"/>
                    <a:pt x="193" y="31"/>
                  </a:cubicBezTo>
                  <a:cubicBezTo>
                    <a:pt x="1" y="55"/>
                    <a:pt x="62" y="333"/>
                    <a:pt x="245" y="333"/>
                  </a:cubicBezTo>
                  <a:cubicBezTo>
                    <a:pt x="252" y="333"/>
                    <a:pt x="260" y="333"/>
                    <a:pt x="268" y="332"/>
                  </a:cubicBezTo>
                  <a:cubicBezTo>
                    <a:pt x="444" y="332"/>
                    <a:pt x="619" y="332"/>
                    <a:pt x="820" y="357"/>
                  </a:cubicBezTo>
                  <a:cubicBezTo>
                    <a:pt x="888" y="371"/>
                    <a:pt x="949" y="392"/>
                    <a:pt x="1011" y="392"/>
                  </a:cubicBezTo>
                  <a:cubicBezTo>
                    <a:pt x="1062" y="392"/>
                    <a:pt x="1114" y="377"/>
                    <a:pt x="1171" y="332"/>
                  </a:cubicBezTo>
                  <a:cubicBezTo>
                    <a:pt x="1221" y="307"/>
                    <a:pt x="1196" y="231"/>
                    <a:pt x="1171" y="181"/>
                  </a:cubicBezTo>
                  <a:cubicBezTo>
                    <a:pt x="1069" y="37"/>
                    <a:pt x="852" y="1"/>
                    <a:pt x="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4" name="Google Shape;11024;p18"/>
            <p:cNvSpPr/>
            <p:nvPr/>
          </p:nvSpPr>
          <p:spPr>
            <a:xfrm>
              <a:off x="6334375" y="1284100"/>
              <a:ext cx="37000" cy="37050"/>
            </a:xfrm>
            <a:custGeom>
              <a:rect b="b" l="l" r="r" t="t"/>
              <a:pathLst>
                <a:path extrusionOk="0" h="1482" w="1480">
                  <a:moveTo>
                    <a:pt x="916" y="0"/>
                  </a:moveTo>
                  <a:cubicBezTo>
                    <a:pt x="875" y="0"/>
                    <a:pt x="838" y="25"/>
                    <a:pt x="828" y="84"/>
                  </a:cubicBezTo>
                  <a:cubicBezTo>
                    <a:pt x="803" y="334"/>
                    <a:pt x="752" y="560"/>
                    <a:pt x="677" y="786"/>
                  </a:cubicBezTo>
                  <a:cubicBezTo>
                    <a:pt x="502" y="811"/>
                    <a:pt x="326" y="836"/>
                    <a:pt x="176" y="836"/>
                  </a:cubicBezTo>
                  <a:cubicBezTo>
                    <a:pt x="1" y="861"/>
                    <a:pt x="76" y="1111"/>
                    <a:pt x="201" y="1111"/>
                  </a:cubicBezTo>
                  <a:cubicBezTo>
                    <a:pt x="326" y="1086"/>
                    <a:pt x="452" y="1061"/>
                    <a:pt x="577" y="1061"/>
                  </a:cubicBezTo>
                  <a:cubicBezTo>
                    <a:pt x="527" y="1161"/>
                    <a:pt x="502" y="1262"/>
                    <a:pt x="527" y="1362"/>
                  </a:cubicBezTo>
                  <a:cubicBezTo>
                    <a:pt x="527" y="1435"/>
                    <a:pt x="581" y="1482"/>
                    <a:pt x="639" y="1482"/>
                  </a:cubicBezTo>
                  <a:cubicBezTo>
                    <a:pt x="660" y="1482"/>
                    <a:pt x="682" y="1476"/>
                    <a:pt x="702" y="1462"/>
                  </a:cubicBezTo>
                  <a:cubicBezTo>
                    <a:pt x="828" y="1362"/>
                    <a:pt x="903" y="1187"/>
                    <a:pt x="928" y="1011"/>
                  </a:cubicBezTo>
                  <a:cubicBezTo>
                    <a:pt x="1103" y="1011"/>
                    <a:pt x="1304" y="1011"/>
                    <a:pt x="1429" y="911"/>
                  </a:cubicBezTo>
                  <a:cubicBezTo>
                    <a:pt x="1479" y="861"/>
                    <a:pt x="1479" y="786"/>
                    <a:pt x="1429" y="760"/>
                  </a:cubicBezTo>
                  <a:cubicBezTo>
                    <a:pt x="1341" y="731"/>
                    <a:pt x="1253" y="719"/>
                    <a:pt x="1165" y="719"/>
                  </a:cubicBezTo>
                  <a:cubicBezTo>
                    <a:pt x="1103" y="719"/>
                    <a:pt x="1040" y="725"/>
                    <a:pt x="978" y="735"/>
                  </a:cubicBezTo>
                  <a:cubicBezTo>
                    <a:pt x="1028" y="535"/>
                    <a:pt x="1053" y="334"/>
                    <a:pt x="1053" y="134"/>
                  </a:cubicBezTo>
                  <a:cubicBezTo>
                    <a:pt x="1053" y="58"/>
                    <a:pt x="979" y="0"/>
                    <a:pt x="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5" name="Google Shape;11025;p18"/>
            <p:cNvSpPr/>
            <p:nvPr/>
          </p:nvSpPr>
          <p:spPr>
            <a:xfrm>
              <a:off x="6379900" y="1245050"/>
              <a:ext cx="273425" cy="77750"/>
            </a:xfrm>
            <a:custGeom>
              <a:rect b="b" l="l" r="r" t="t"/>
              <a:pathLst>
                <a:path extrusionOk="0" h="3110" w="10937">
                  <a:moveTo>
                    <a:pt x="2086" y="1"/>
                  </a:moveTo>
                  <a:cubicBezTo>
                    <a:pt x="1680" y="1"/>
                    <a:pt x="1294" y="60"/>
                    <a:pt x="1087" y="292"/>
                  </a:cubicBezTo>
                  <a:cubicBezTo>
                    <a:pt x="886" y="518"/>
                    <a:pt x="886" y="944"/>
                    <a:pt x="861" y="1195"/>
                  </a:cubicBezTo>
                  <a:cubicBezTo>
                    <a:pt x="811" y="1671"/>
                    <a:pt x="761" y="2147"/>
                    <a:pt x="711" y="2623"/>
                  </a:cubicBezTo>
                  <a:cubicBezTo>
                    <a:pt x="535" y="2348"/>
                    <a:pt x="360" y="2047"/>
                    <a:pt x="185" y="1746"/>
                  </a:cubicBezTo>
                  <a:cubicBezTo>
                    <a:pt x="168" y="1721"/>
                    <a:pt x="140" y="1710"/>
                    <a:pt x="112" y="1710"/>
                  </a:cubicBezTo>
                  <a:cubicBezTo>
                    <a:pt x="57" y="1710"/>
                    <a:pt x="1" y="1754"/>
                    <a:pt x="34" y="1821"/>
                  </a:cubicBezTo>
                  <a:cubicBezTo>
                    <a:pt x="235" y="2222"/>
                    <a:pt x="460" y="2623"/>
                    <a:pt x="686" y="3024"/>
                  </a:cubicBezTo>
                  <a:cubicBezTo>
                    <a:pt x="712" y="3077"/>
                    <a:pt x="774" y="3109"/>
                    <a:pt x="826" y="3109"/>
                  </a:cubicBezTo>
                  <a:cubicBezTo>
                    <a:pt x="872" y="3109"/>
                    <a:pt x="911" y="3083"/>
                    <a:pt x="911" y="3024"/>
                  </a:cubicBezTo>
                  <a:cubicBezTo>
                    <a:pt x="1037" y="2072"/>
                    <a:pt x="836" y="718"/>
                    <a:pt x="1889" y="317"/>
                  </a:cubicBezTo>
                  <a:cubicBezTo>
                    <a:pt x="2002" y="272"/>
                    <a:pt x="2155" y="257"/>
                    <a:pt x="2325" y="257"/>
                  </a:cubicBezTo>
                  <a:cubicBezTo>
                    <a:pt x="2723" y="257"/>
                    <a:pt x="3212" y="343"/>
                    <a:pt x="3493" y="343"/>
                  </a:cubicBezTo>
                  <a:cubicBezTo>
                    <a:pt x="3969" y="343"/>
                    <a:pt x="4445" y="343"/>
                    <a:pt x="4921" y="368"/>
                  </a:cubicBezTo>
                  <a:cubicBezTo>
                    <a:pt x="6342" y="386"/>
                    <a:pt x="7775" y="445"/>
                    <a:pt x="9213" y="445"/>
                  </a:cubicBezTo>
                  <a:cubicBezTo>
                    <a:pt x="9728" y="445"/>
                    <a:pt x="10245" y="438"/>
                    <a:pt x="10761" y="418"/>
                  </a:cubicBezTo>
                  <a:cubicBezTo>
                    <a:pt x="10937" y="418"/>
                    <a:pt x="10886" y="117"/>
                    <a:pt x="10736" y="117"/>
                  </a:cubicBezTo>
                  <a:cubicBezTo>
                    <a:pt x="9580" y="47"/>
                    <a:pt x="8412" y="26"/>
                    <a:pt x="7244" y="26"/>
                  </a:cubicBezTo>
                  <a:cubicBezTo>
                    <a:pt x="5906" y="26"/>
                    <a:pt x="4567" y="53"/>
                    <a:pt x="3242" y="67"/>
                  </a:cubicBezTo>
                  <a:cubicBezTo>
                    <a:pt x="2960" y="67"/>
                    <a:pt x="2512" y="1"/>
                    <a:pt x="2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6" name="Google Shape;11026;p18"/>
            <p:cNvSpPr/>
            <p:nvPr/>
          </p:nvSpPr>
          <p:spPr>
            <a:xfrm>
              <a:off x="6441975" y="1278000"/>
              <a:ext cx="42800" cy="51575"/>
            </a:xfrm>
            <a:custGeom>
              <a:rect b="b" l="l" r="r" t="t"/>
              <a:pathLst>
                <a:path extrusionOk="0" h="2063" w="1712">
                  <a:moveTo>
                    <a:pt x="405" y="1"/>
                  </a:moveTo>
                  <a:cubicBezTo>
                    <a:pt x="367" y="1"/>
                    <a:pt x="333" y="22"/>
                    <a:pt x="333" y="77"/>
                  </a:cubicBezTo>
                  <a:cubicBezTo>
                    <a:pt x="333" y="528"/>
                    <a:pt x="283" y="979"/>
                    <a:pt x="283" y="1456"/>
                  </a:cubicBezTo>
                  <a:cubicBezTo>
                    <a:pt x="283" y="1525"/>
                    <a:pt x="368" y="1619"/>
                    <a:pt x="445" y="1619"/>
                  </a:cubicBezTo>
                  <a:cubicBezTo>
                    <a:pt x="479" y="1619"/>
                    <a:pt x="511" y="1602"/>
                    <a:pt x="534" y="1556"/>
                  </a:cubicBezTo>
                  <a:cubicBezTo>
                    <a:pt x="634" y="1405"/>
                    <a:pt x="709" y="1255"/>
                    <a:pt x="860" y="1155"/>
                  </a:cubicBezTo>
                  <a:cubicBezTo>
                    <a:pt x="933" y="1106"/>
                    <a:pt x="1002" y="1081"/>
                    <a:pt x="1063" y="1081"/>
                  </a:cubicBezTo>
                  <a:cubicBezTo>
                    <a:pt x="1189" y="1081"/>
                    <a:pt x="1285" y="1186"/>
                    <a:pt x="1336" y="1405"/>
                  </a:cubicBezTo>
                  <a:cubicBezTo>
                    <a:pt x="1311" y="1506"/>
                    <a:pt x="1235" y="1581"/>
                    <a:pt x="1160" y="1631"/>
                  </a:cubicBezTo>
                  <a:cubicBezTo>
                    <a:pt x="1042" y="1705"/>
                    <a:pt x="802" y="1770"/>
                    <a:pt x="589" y="1770"/>
                  </a:cubicBezTo>
                  <a:cubicBezTo>
                    <a:pt x="440" y="1770"/>
                    <a:pt x="305" y="1738"/>
                    <a:pt x="233" y="1656"/>
                  </a:cubicBezTo>
                  <a:cubicBezTo>
                    <a:pt x="209" y="1638"/>
                    <a:pt x="182" y="1630"/>
                    <a:pt x="156" y="1630"/>
                  </a:cubicBezTo>
                  <a:cubicBezTo>
                    <a:pt x="74" y="1630"/>
                    <a:pt x="0" y="1711"/>
                    <a:pt x="58" y="1806"/>
                  </a:cubicBezTo>
                  <a:cubicBezTo>
                    <a:pt x="158" y="2007"/>
                    <a:pt x="347" y="2063"/>
                    <a:pt x="559" y="2063"/>
                  </a:cubicBezTo>
                  <a:cubicBezTo>
                    <a:pt x="665" y="2063"/>
                    <a:pt x="776" y="2049"/>
                    <a:pt x="885" y="2032"/>
                  </a:cubicBezTo>
                  <a:cubicBezTo>
                    <a:pt x="1235" y="2007"/>
                    <a:pt x="1586" y="1806"/>
                    <a:pt x="1662" y="1431"/>
                  </a:cubicBezTo>
                  <a:cubicBezTo>
                    <a:pt x="1712" y="1105"/>
                    <a:pt x="1511" y="854"/>
                    <a:pt x="1210" y="804"/>
                  </a:cubicBezTo>
                  <a:cubicBezTo>
                    <a:pt x="1154" y="789"/>
                    <a:pt x="1101" y="782"/>
                    <a:pt x="1049" y="782"/>
                  </a:cubicBezTo>
                  <a:cubicBezTo>
                    <a:pt x="846" y="782"/>
                    <a:pt x="679" y="890"/>
                    <a:pt x="559" y="1030"/>
                  </a:cubicBezTo>
                  <a:cubicBezTo>
                    <a:pt x="534" y="704"/>
                    <a:pt x="534" y="403"/>
                    <a:pt x="509" y="77"/>
                  </a:cubicBezTo>
                  <a:cubicBezTo>
                    <a:pt x="509" y="35"/>
                    <a:pt x="454" y="1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7" name="Google Shape;11027;p18"/>
            <p:cNvSpPr/>
            <p:nvPr/>
          </p:nvSpPr>
          <p:spPr>
            <a:xfrm>
              <a:off x="6481950" y="1268900"/>
              <a:ext cx="35400" cy="27425"/>
            </a:xfrm>
            <a:custGeom>
              <a:rect b="b" l="l" r="r" t="t"/>
              <a:pathLst>
                <a:path extrusionOk="0" h="1097" w="1416">
                  <a:moveTo>
                    <a:pt x="256" y="0"/>
                  </a:moveTo>
                  <a:cubicBezTo>
                    <a:pt x="175" y="0"/>
                    <a:pt x="97" y="47"/>
                    <a:pt x="37" y="165"/>
                  </a:cubicBezTo>
                  <a:cubicBezTo>
                    <a:pt x="1" y="221"/>
                    <a:pt x="86" y="303"/>
                    <a:pt x="153" y="303"/>
                  </a:cubicBezTo>
                  <a:cubicBezTo>
                    <a:pt x="177" y="303"/>
                    <a:pt x="200" y="292"/>
                    <a:pt x="213" y="266"/>
                  </a:cubicBezTo>
                  <a:cubicBezTo>
                    <a:pt x="228" y="250"/>
                    <a:pt x="242" y="244"/>
                    <a:pt x="253" y="244"/>
                  </a:cubicBezTo>
                  <a:cubicBezTo>
                    <a:pt x="338" y="244"/>
                    <a:pt x="338" y="592"/>
                    <a:pt x="338" y="592"/>
                  </a:cubicBezTo>
                  <a:cubicBezTo>
                    <a:pt x="338" y="667"/>
                    <a:pt x="338" y="717"/>
                    <a:pt x="363" y="792"/>
                  </a:cubicBezTo>
                  <a:cubicBezTo>
                    <a:pt x="413" y="917"/>
                    <a:pt x="489" y="1018"/>
                    <a:pt x="614" y="1068"/>
                  </a:cubicBezTo>
                  <a:cubicBezTo>
                    <a:pt x="667" y="1089"/>
                    <a:pt x="720" y="1097"/>
                    <a:pt x="773" y="1097"/>
                  </a:cubicBezTo>
                  <a:cubicBezTo>
                    <a:pt x="845" y="1097"/>
                    <a:pt x="917" y="1082"/>
                    <a:pt x="990" y="1068"/>
                  </a:cubicBezTo>
                  <a:cubicBezTo>
                    <a:pt x="1115" y="1043"/>
                    <a:pt x="1291" y="1043"/>
                    <a:pt x="1391" y="917"/>
                  </a:cubicBezTo>
                  <a:cubicBezTo>
                    <a:pt x="1416" y="892"/>
                    <a:pt x="1391" y="842"/>
                    <a:pt x="1366" y="792"/>
                  </a:cubicBezTo>
                  <a:cubicBezTo>
                    <a:pt x="1306" y="718"/>
                    <a:pt x="1230" y="696"/>
                    <a:pt x="1146" y="696"/>
                  </a:cubicBezTo>
                  <a:cubicBezTo>
                    <a:pt x="1088" y="696"/>
                    <a:pt x="1026" y="707"/>
                    <a:pt x="965" y="717"/>
                  </a:cubicBezTo>
                  <a:cubicBezTo>
                    <a:pt x="898" y="730"/>
                    <a:pt x="824" y="758"/>
                    <a:pt x="762" y="758"/>
                  </a:cubicBezTo>
                  <a:cubicBezTo>
                    <a:pt x="707" y="758"/>
                    <a:pt x="662" y="737"/>
                    <a:pt x="639" y="667"/>
                  </a:cubicBezTo>
                  <a:cubicBezTo>
                    <a:pt x="614" y="566"/>
                    <a:pt x="639" y="441"/>
                    <a:pt x="614" y="366"/>
                  </a:cubicBezTo>
                  <a:cubicBezTo>
                    <a:pt x="581" y="183"/>
                    <a:pt x="415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8" name="Google Shape;11028;p18"/>
            <p:cNvSpPr/>
            <p:nvPr/>
          </p:nvSpPr>
          <p:spPr>
            <a:xfrm>
              <a:off x="6523800" y="1310425"/>
              <a:ext cx="53075" cy="12150"/>
            </a:xfrm>
            <a:custGeom>
              <a:rect b="b" l="l" r="r" t="t"/>
              <a:pathLst>
                <a:path extrusionOk="0" h="486" w="2123">
                  <a:moveTo>
                    <a:pt x="1513" y="0"/>
                  </a:moveTo>
                  <a:cubicBezTo>
                    <a:pt x="1075" y="0"/>
                    <a:pt x="597" y="107"/>
                    <a:pt x="193" y="184"/>
                  </a:cubicBezTo>
                  <a:cubicBezTo>
                    <a:pt x="1" y="208"/>
                    <a:pt x="85" y="486"/>
                    <a:pt x="248" y="486"/>
                  </a:cubicBezTo>
                  <a:cubicBezTo>
                    <a:pt x="254" y="486"/>
                    <a:pt x="261" y="485"/>
                    <a:pt x="268" y="484"/>
                  </a:cubicBezTo>
                  <a:cubicBezTo>
                    <a:pt x="544" y="434"/>
                    <a:pt x="820" y="409"/>
                    <a:pt x="1095" y="384"/>
                  </a:cubicBezTo>
                  <a:cubicBezTo>
                    <a:pt x="1164" y="378"/>
                    <a:pt x="1235" y="376"/>
                    <a:pt x="1306" y="376"/>
                  </a:cubicBezTo>
                  <a:cubicBezTo>
                    <a:pt x="1378" y="376"/>
                    <a:pt x="1451" y="378"/>
                    <a:pt x="1525" y="378"/>
                  </a:cubicBezTo>
                  <a:cubicBezTo>
                    <a:pt x="1672" y="378"/>
                    <a:pt x="1822" y="372"/>
                    <a:pt x="1973" y="334"/>
                  </a:cubicBezTo>
                  <a:cubicBezTo>
                    <a:pt x="2123" y="284"/>
                    <a:pt x="2023" y="58"/>
                    <a:pt x="1897" y="33"/>
                  </a:cubicBezTo>
                  <a:cubicBezTo>
                    <a:pt x="1775" y="10"/>
                    <a:pt x="1646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9" name="Google Shape;11029;p18"/>
            <p:cNvSpPr/>
            <p:nvPr/>
          </p:nvSpPr>
          <p:spPr>
            <a:xfrm>
              <a:off x="6581250" y="1283075"/>
              <a:ext cx="36800" cy="48550"/>
            </a:xfrm>
            <a:custGeom>
              <a:rect b="b" l="l" r="r" t="t"/>
              <a:pathLst>
                <a:path extrusionOk="0" h="1942" w="1472">
                  <a:moveTo>
                    <a:pt x="128" y="0"/>
                  </a:moveTo>
                  <a:cubicBezTo>
                    <a:pt x="94" y="0"/>
                    <a:pt x="61" y="22"/>
                    <a:pt x="50" y="75"/>
                  </a:cubicBezTo>
                  <a:cubicBezTo>
                    <a:pt x="0" y="375"/>
                    <a:pt x="151" y="726"/>
                    <a:pt x="451" y="877"/>
                  </a:cubicBezTo>
                  <a:cubicBezTo>
                    <a:pt x="534" y="918"/>
                    <a:pt x="647" y="937"/>
                    <a:pt x="766" y="937"/>
                  </a:cubicBezTo>
                  <a:cubicBezTo>
                    <a:pt x="863" y="937"/>
                    <a:pt x="963" y="924"/>
                    <a:pt x="1053" y="902"/>
                  </a:cubicBezTo>
                  <a:lnTo>
                    <a:pt x="1053" y="902"/>
                  </a:lnTo>
                  <a:cubicBezTo>
                    <a:pt x="1028" y="952"/>
                    <a:pt x="1003" y="1002"/>
                    <a:pt x="1003" y="1052"/>
                  </a:cubicBezTo>
                  <a:cubicBezTo>
                    <a:pt x="928" y="1303"/>
                    <a:pt x="827" y="1553"/>
                    <a:pt x="827" y="1804"/>
                  </a:cubicBezTo>
                  <a:cubicBezTo>
                    <a:pt x="827" y="1859"/>
                    <a:pt x="895" y="1942"/>
                    <a:pt x="961" y="1942"/>
                  </a:cubicBezTo>
                  <a:cubicBezTo>
                    <a:pt x="984" y="1942"/>
                    <a:pt x="1008" y="1931"/>
                    <a:pt x="1028" y="1904"/>
                  </a:cubicBezTo>
                  <a:cubicBezTo>
                    <a:pt x="1153" y="1679"/>
                    <a:pt x="1178" y="1428"/>
                    <a:pt x="1253" y="1177"/>
                  </a:cubicBezTo>
                  <a:cubicBezTo>
                    <a:pt x="1304" y="902"/>
                    <a:pt x="1379" y="626"/>
                    <a:pt x="1454" y="350"/>
                  </a:cubicBezTo>
                  <a:cubicBezTo>
                    <a:pt x="1472" y="262"/>
                    <a:pt x="1377" y="173"/>
                    <a:pt x="1302" y="173"/>
                  </a:cubicBezTo>
                  <a:cubicBezTo>
                    <a:pt x="1271" y="173"/>
                    <a:pt x="1243" y="188"/>
                    <a:pt x="1228" y="225"/>
                  </a:cubicBezTo>
                  <a:cubicBezTo>
                    <a:pt x="1203" y="325"/>
                    <a:pt x="1203" y="400"/>
                    <a:pt x="1178" y="476"/>
                  </a:cubicBezTo>
                  <a:lnTo>
                    <a:pt x="1153" y="476"/>
                  </a:lnTo>
                  <a:cubicBezTo>
                    <a:pt x="991" y="499"/>
                    <a:pt x="872" y="629"/>
                    <a:pt x="697" y="629"/>
                  </a:cubicBezTo>
                  <a:cubicBezTo>
                    <a:pt x="682" y="629"/>
                    <a:pt x="667" y="628"/>
                    <a:pt x="652" y="626"/>
                  </a:cubicBezTo>
                  <a:cubicBezTo>
                    <a:pt x="376" y="576"/>
                    <a:pt x="226" y="350"/>
                    <a:pt x="226" y="100"/>
                  </a:cubicBezTo>
                  <a:cubicBezTo>
                    <a:pt x="226" y="42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0" name="Google Shape;11030;p18"/>
            <p:cNvSpPr/>
            <p:nvPr/>
          </p:nvSpPr>
          <p:spPr>
            <a:xfrm>
              <a:off x="6626975" y="1299300"/>
              <a:ext cx="36375" cy="29225"/>
            </a:xfrm>
            <a:custGeom>
              <a:rect b="b" l="l" r="r" t="t"/>
              <a:pathLst>
                <a:path extrusionOk="0" h="1169" w="1455">
                  <a:moveTo>
                    <a:pt x="1032" y="0"/>
                  </a:moveTo>
                  <a:cubicBezTo>
                    <a:pt x="633" y="0"/>
                    <a:pt x="264" y="199"/>
                    <a:pt x="51" y="553"/>
                  </a:cubicBezTo>
                  <a:cubicBezTo>
                    <a:pt x="1" y="604"/>
                    <a:pt x="26" y="679"/>
                    <a:pt x="51" y="729"/>
                  </a:cubicBezTo>
                  <a:cubicBezTo>
                    <a:pt x="139" y="852"/>
                    <a:pt x="276" y="913"/>
                    <a:pt x="419" y="913"/>
                  </a:cubicBezTo>
                  <a:cubicBezTo>
                    <a:pt x="480" y="913"/>
                    <a:pt x="542" y="902"/>
                    <a:pt x="602" y="879"/>
                  </a:cubicBezTo>
                  <a:cubicBezTo>
                    <a:pt x="803" y="829"/>
                    <a:pt x="928" y="704"/>
                    <a:pt x="1079" y="579"/>
                  </a:cubicBezTo>
                  <a:cubicBezTo>
                    <a:pt x="1079" y="754"/>
                    <a:pt x="1079" y="954"/>
                    <a:pt x="1154" y="1080"/>
                  </a:cubicBezTo>
                  <a:cubicBezTo>
                    <a:pt x="1182" y="1136"/>
                    <a:pt x="1234" y="1169"/>
                    <a:pt x="1283" y="1169"/>
                  </a:cubicBezTo>
                  <a:cubicBezTo>
                    <a:pt x="1321" y="1169"/>
                    <a:pt x="1357" y="1149"/>
                    <a:pt x="1379" y="1105"/>
                  </a:cubicBezTo>
                  <a:cubicBezTo>
                    <a:pt x="1455" y="879"/>
                    <a:pt x="1379" y="579"/>
                    <a:pt x="1379" y="353"/>
                  </a:cubicBezTo>
                  <a:cubicBezTo>
                    <a:pt x="1357" y="263"/>
                    <a:pt x="1294" y="174"/>
                    <a:pt x="1192" y="174"/>
                  </a:cubicBezTo>
                  <a:cubicBezTo>
                    <a:pt x="1180" y="174"/>
                    <a:pt x="1167" y="175"/>
                    <a:pt x="1154" y="178"/>
                  </a:cubicBezTo>
                  <a:cubicBezTo>
                    <a:pt x="1003" y="228"/>
                    <a:pt x="878" y="353"/>
                    <a:pt x="728" y="453"/>
                  </a:cubicBezTo>
                  <a:cubicBezTo>
                    <a:pt x="659" y="522"/>
                    <a:pt x="507" y="632"/>
                    <a:pt x="386" y="632"/>
                  </a:cubicBezTo>
                  <a:cubicBezTo>
                    <a:pt x="374" y="632"/>
                    <a:pt x="363" y="631"/>
                    <a:pt x="352" y="629"/>
                  </a:cubicBezTo>
                  <a:cubicBezTo>
                    <a:pt x="527" y="353"/>
                    <a:pt x="803" y="203"/>
                    <a:pt x="1129" y="178"/>
                  </a:cubicBezTo>
                  <a:cubicBezTo>
                    <a:pt x="1229" y="152"/>
                    <a:pt x="1179" y="2"/>
                    <a:pt x="1104" y="2"/>
                  </a:cubicBezTo>
                  <a:cubicBezTo>
                    <a:pt x="1080" y="1"/>
                    <a:pt x="1056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1" name="Google Shape;11031;p18"/>
            <p:cNvSpPr/>
            <p:nvPr/>
          </p:nvSpPr>
          <p:spPr>
            <a:xfrm>
              <a:off x="6673350" y="1296825"/>
              <a:ext cx="38875" cy="34700"/>
            </a:xfrm>
            <a:custGeom>
              <a:rect b="b" l="l" r="r" t="t"/>
              <a:pathLst>
                <a:path extrusionOk="0" h="1388" w="1555">
                  <a:moveTo>
                    <a:pt x="1028" y="1"/>
                  </a:moveTo>
                  <a:cubicBezTo>
                    <a:pt x="552" y="1"/>
                    <a:pt x="1" y="402"/>
                    <a:pt x="101" y="953"/>
                  </a:cubicBezTo>
                  <a:cubicBezTo>
                    <a:pt x="151" y="1229"/>
                    <a:pt x="351" y="1354"/>
                    <a:pt x="602" y="1379"/>
                  </a:cubicBezTo>
                  <a:cubicBezTo>
                    <a:pt x="655" y="1384"/>
                    <a:pt x="715" y="1387"/>
                    <a:pt x="776" y="1387"/>
                  </a:cubicBezTo>
                  <a:cubicBezTo>
                    <a:pt x="1033" y="1387"/>
                    <a:pt x="1338" y="1336"/>
                    <a:pt x="1479" y="1154"/>
                  </a:cubicBezTo>
                  <a:cubicBezTo>
                    <a:pt x="1554" y="1079"/>
                    <a:pt x="1479" y="953"/>
                    <a:pt x="1404" y="953"/>
                  </a:cubicBezTo>
                  <a:cubicBezTo>
                    <a:pt x="1396" y="952"/>
                    <a:pt x="1387" y="952"/>
                    <a:pt x="1376" y="952"/>
                  </a:cubicBezTo>
                  <a:cubicBezTo>
                    <a:pt x="1232" y="952"/>
                    <a:pt x="901" y="1049"/>
                    <a:pt x="665" y="1049"/>
                  </a:cubicBezTo>
                  <a:cubicBezTo>
                    <a:pt x="514" y="1049"/>
                    <a:pt x="402" y="1009"/>
                    <a:pt x="402" y="878"/>
                  </a:cubicBezTo>
                  <a:cubicBezTo>
                    <a:pt x="402" y="552"/>
                    <a:pt x="777" y="277"/>
                    <a:pt x="1078" y="226"/>
                  </a:cubicBezTo>
                  <a:cubicBezTo>
                    <a:pt x="1204" y="201"/>
                    <a:pt x="11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2" name="Google Shape;11032;p18"/>
            <p:cNvSpPr/>
            <p:nvPr/>
          </p:nvSpPr>
          <p:spPr>
            <a:xfrm>
              <a:off x="6295525" y="1342575"/>
              <a:ext cx="356550" cy="21250"/>
            </a:xfrm>
            <a:custGeom>
              <a:rect b="b" l="l" r="r" t="t"/>
              <a:pathLst>
                <a:path extrusionOk="0" h="850" w="14262">
                  <a:moveTo>
                    <a:pt x="126" y="0"/>
                  </a:moveTo>
                  <a:cubicBezTo>
                    <a:pt x="1" y="0"/>
                    <a:pt x="26" y="201"/>
                    <a:pt x="126" y="201"/>
                  </a:cubicBezTo>
                  <a:cubicBezTo>
                    <a:pt x="2507" y="477"/>
                    <a:pt x="4913" y="602"/>
                    <a:pt x="7319" y="702"/>
                  </a:cubicBezTo>
                  <a:cubicBezTo>
                    <a:pt x="8744" y="750"/>
                    <a:pt x="10221" y="849"/>
                    <a:pt x="11676" y="849"/>
                  </a:cubicBezTo>
                  <a:cubicBezTo>
                    <a:pt x="12499" y="849"/>
                    <a:pt x="13315" y="818"/>
                    <a:pt x="14111" y="727"/>
                  </a:cubicBezTo>
                  <a:cubicBezTo>
                    <a:pt x="14261" y="702"/>
                    <a:pt x="14236" y="502"/>
                    <a:pt x="14111" y="477"/>
                  </a:cubicBezTo>
                  <a:cubicBezTo>
                    <a:pt x="13055" y="385"/>
                    <a:pt x="11983" y="367"/>
                    <a:pt x="10909" y="367"/>
                  </a:cubicBezTo>
                  <a:cubicBezTo>
                    <a:pt x="10204" y="367"/>
                    <a:pt x="9497" y="374"/>
                    <a:pt x="8794" y="374"/>
                  </a:cubicBezTo>
                  <a:cubicBezTo>
                    <a:pt x="8233" y="374"/>
                    <a:pt x="7673" y="369"/>
                    <a:pt x="7119" y="351"/>
                  </a:cubicBezTo>
                  <a:cubicBezTo>
                    <a:pt x="4788" y="251"/>
                    <a:pt x="2457" y="101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3" name="Google Shape;11033;p18"/>
            <p:cNvSpPr/>
            <p:nvPr/>
          </p:nvSpPr>
          <p:spPr>
            <a:xfrm>
              <a:off x="6402675" y="1373100"/>
              <a:ext cx="75050" cy="40425"/>
            </a:xfrm>
            <a:custGeom>
              <a:rect b="b" l="l" r="r" t="t"/>
              <a:pathLst>
                <a:path extrusionOk="0" h="1617" w="3002">
                  <a:moveTo>
                    <a:pt x="1148" y="1"/>
                  </a:moveTo>
                  <a:cubicBezTo>
                    <a:pt x="943" y="1"/>
                    <a:pt x="707" y="104"/>
                    <a:pt x="552" y="208"/>
                  </a:cubicBezTo>
                  <a:cubicBezTo>
                    <a:pt x="444" y="273"/>
                    <a:pt x="522" y="449"/>
                    <a:pt x="625" y="449"/>
                  </a:cubicBezTo>
                  <a:cubicBezTo>
                    <a:pt x="642" y="449"/>
                    <a:pt x="660" y="444"/>
                    <a:pt x="677" y="434"/>
                  </a:cubicBezTo>
                  <a:cubicBezTo>
                    <a:pt x="746" y="385"/>
                    <a:pt x="811" y="359"/>
                    <a:pt x="871" y="359"/>
                  </a:cubicBezTo>
                  <a:cubicBezTo>
                    <a:pt x="966" y="359"/>
                    <a:pt x="1052" y="422"/>
                    <a:pt x="1128" y="559"/>
                  </a:cubicBezTo>
                  <a:cubicBezTo>
                    <a:pt x="1028" y="634"/>
                    <a:pt x="903" y="709"/>
                    <a:pt x="777" y="784"/>
                  </a:cubicBezTo>
                  <a:cubicBezTo>
                    <a:pt x="577" y="885"/>
                    <a:pt x="376" y="960"/>
                    <a:pt x="176" y="1010"/>
                  </a:cubicBezTo>
                  <a:cubicBezTo>
                    <a:pt x="0" y="1060"/>
                    <a:pt x="126" y="1286"/>
                    <a:pt x="226" y="1311"/>
                  </a:cubicBezTo>
                  <a:cubicBezTo>
                    <a:pt x="752" y="1436"/>
                    <a:pt x="1304" y="1536"/>
                    <a:pt x="1830" y="1586"/>
                  </a:cubicBezTo>
                  <a:cubicBezTo>
                    <a:pt x="1989" y="1597"/>
                    <a:pt x="2144" y="1617"/>
                    <a:pt x="2293" y="1617"/>
                  </a:cubicBezTo>
                  <a:cubicBezTo>
                    <a:pt x="2494" y="1617"/>
                    <a:pt x="2684" y="1580"/>
                    <a:pt x="2858" y="1436"/>
                  </a:cubicBezTo>
                  <a:cubicBezTo>
                    <a:pt x="3002" y="1333"/>
                    <a:pt x="2858" y="1128"/>
                    <a:pt x="2719" y="1128"/>
                  </a:cubicBezTo>
                  <a:cubicBezTo>
                    <a:pt x="2689" y="1128"/>
                    <a:pt x="2659" y="1138"/>
                    <a:pt x="2632" y="1160"/>
                  </a:cubicBezTo>
                  <a:cubicBezTo>
                    <a:pt x="2483" y="1267"/>
                    <a:pt x="2292" y="1301"/>
                    <a:pt x="2092" y="1301"/>
                  </a:cubicBezTo>
                  <a:cubicBezTo>
                    <a:pt x="1822" y="1301"/>
                    <a:pt x="1534" y="1239"/>
                    <a:pt x="1304" y="1211"/>
                  </a:cubicBezTo>
                  <a:cubicBezTo>
                    <a:pt x="1153" y="1185"/>
                    <a:pt x="1003" y="1160"/>
                    <a:pt x="853" y="1135"/>
                  </a:cubicBezTo>
                  <a:cubicBezTo>
                    <a:pt x="1228" y="985"/>
                    <a:pt x="1655" y="709"/>
                    <a:pt x="1554" y="358"/>
                  </a:cubicBezTo>
                  <a:cubicBezTo>
                    <a:pt x="1506" y="92"/>
                    <a:pt x="1340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4" name="Google Shape;11034;p18"/>
            <p:cNvSpPr/>
            <p:nvPr/>
          </p:nvSpPr>
          <p:spPr>
            <a:xfrm>
              <a:off x="6485375" y="1381475"/>
              <a:ext cx="44375" cy="32650"/>
            </a:xfrm>
            <a:custGeom>
              <a:rect b="b" l="l" r="r" t="t"/>
              <a:pathLst>
                <a:path extrusionOk="0" h="1306" w="1775">
                  <a:moveTo>
                    <a:pt x="978" y="0"/>
                  </a:moveTo>
                  <a:cubicBezTo>
                    <a:pt x="822" y="0"/>
                    <a:pt x="663" y="65"/>
                    <a:pt x="527" y="174"/>
                  </a:cubicBezTo>
                  <a:cubicBezTo>
                    <a:pt x="301" y="349"/>
                    <a:pt x="1" y="650"/>
                    <a:pt x="201" y="926"/>
                  </a:cubicBezTo>
                  <a:cubicBezTo>
                    <a:pt x="288" y="1070"/>
                    <a:pt x="440" y="1123"/>
                    <a:pt x="602" y="1123"/>
                  </a:cubicBezTo>
                  <a:cubicBezTo>
                    <a:pt x="722" y="1123"/>
                    <a:pt x="846" y="1094"/>
                    <a:pt x="953" y="1051"/>
                  </a:cubicBezTo>
                  <a:cubicBezTo>
                    <a:pt x="1078" y="1001"/>
                    <a:pt x="1204" y="951"/>
                    <a:pt x="1304" y="850"/>
                  </a:cubicBezTo>
                  <a:cubicBezTo>
                    <a:pt x="1304" y="1051"/>
                    <a:pt x="1379" y="1201"/>
                    <a:pt x="1580" y="1302"/>
                  </a:cubicBezTo>
                  <a:cubicBezTo>
                    <a:pt x="1590" y="1304"/>
                    <a:pt x="1601" y="1305"/>
                    <a:pt x="1611" y="1305"/>
                  </a:cubicBezTo>
                  <a:cubicBezTo>
                    <a:pt x="1699" y="1305"/>
                    <a:pt x="1775" y="1216"/>
                    <a:pt x="1730" y="1126"/>
                  </a:cubicBezTo>
                  <a:cubicBezTo>
                    <a:pt x="1605" y="876"/>
                    <a:pt x="1580" y="675"/>
                    <a:pt x="1655" y="374"/>
                  </a:cubicBezTo>
                  <a:cubicBezTo>
                    <a:pt x="1672" y="272"/>
                    <a:pt x="1573" y="170"/>
                    <a:pt x="1493" y="170"/>
                  </a:cubicBezTo>
                  <a:cubicBezTo>
                    <a:pt x="1454" y="170"/>
                    <a:pt x="1420" y="193"/>
                    <a:pt x="1404" y="249"/>
                  </a:cubicBezTo>
                  <a:cubicBezTo>
                    <a:pt x="1304" y="575"/>
                    <a:pt x="953" y="825"/>
                    <a:pt x="602" y="825"/>
                  </a:cubicBezTo>
                  <a:cubicBezTo>
                    <a:pt x="502" y="825"/>
                    <a:pt x="402" y="825"/>
                    <a:pt x="477" y="675"/>
                  </a:cubicBezTo>
                  <a:cubicBezTo>
                    <a:pt x="502" y="600"/>
                    <a:pt x="602" y="525"/>
                    <a:pt x="652" y="475"/>
                  </a:cubicBezTo>
                  <a:cubicBezTo>
                    <a:pt x="759" y="350"/>
                    <a:pt x="905" y="237"/>
                    <a:pt x="1070" y="237"/>
                  </a:cubicBezTo>
                  <a:cubicBezTo>
                    <a:pt x="1137" y="237"/>
                    <a:pt x="1207" y="256"/>
                    <a:pt x="1279" y="299"/>
                  </a:cubicBezTo>
                  <a:cubicBezTo>
                    <a:pt x="1296" y="312"/>
                    <a:pt x="1312" y="318"/>
                    <a:pt x="1326" y="318"/>
                  </a:cubicBezTo>
                  <a:cubicBezTo>
                    <a:pt x="1393" y="318"/>
                    <a:pt x="1416" y="190"/>
                    <a:pt x="1354" y="149"/>
                  </a:cubicBezTo>
                  <a:cubicBezTo>
                    <a:pt x="1240" y="46"/>
                    <a:pt x="1110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35" name="Google Shape;11035;p18"/>
          <p:cNvGrpSpPr/>
          <p:nvPr/>
        </p:nvGrpSpPr>
        <p:grpSpPr>
          <a:xfrm rot="7027263">
            <a:off x="-508517" y="1107661"/>
            <a:ext cx="2306130" cy="512943"/>
            <a:chOff x="7051300" y="3461525"/>
            <a:chExt cx="2305988" cy="512912"/>
          </a:xfrm>
        </p:grpSpPr>
        <p:sp>
          <p:nvSpPr>
            <p:cNvPr id="11036" name="Google Shape;11036;p18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7" name="Google Shape;11037;p18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8" name="Google Shape;11038;p18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9" name="Google Shape;11039;p18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0" name="Google Shape;11040;p18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1" name="Google Shape;11041;p18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2" name="Google Shape;11042;p18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3" name="Google Shape;11043;p18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4" name="Google Shape;11044;p18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5" name="Google Shape;11045;p18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6" name="Google Shape;11046;p18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7" name="Google Shape;11047;p18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8" name="Google Shape;11048;p18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9" name="Google Shape;11049;p18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0" name="Google Shape;11050;p18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1" name="Google Shape;11051;p18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2" name="Google Shape;11052;p18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3" name="Google Shape;11053;p18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57" name="Shape 1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8" name="Google Shape;11058;p19"/>
          <p:cNvSpPr txBox="1"/>
          <p:nvPr>
            <p:ph idx="6" type="title"/>
          </p:nvPr>
        </p:nvSpPr>
        <p:spPr>
          <a:xfrm>
            <a:off x="720000" y="540000"/>
            <a:ext cx="7704000" cy="3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.add() in Python: Answer</a:t>
            </a:r>
            <a:endParaRPr/>
          </a:p>
        </p:txBody>
      </p:sp>
      <p:grpSp>
        <p:nvGrpSpPr>
          <p:cNvPr id="11059" name="Google Shape;11059;p19"/>
          <p:cNvGrpSpPr/>
          <p:nvPr/>
        </p:nvGrpSpPr>
        <p:grpSpPr>
          <a:xfrm>
            <a:off x="1761528" y="947212"/>
            <a:ext cx="5620945" cy="176025"/>
            <a:chOff x="4345425" y="2175475"/>
            <a:chExt cx="800750" cy="176025"/>
          </a:xfrm>
        </p:grpSpPr>
        <p:sp>
          <p:nvSpPr>
            <p:cNvPr id="11060" name="Google Shape;11060;p19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1" name="Google Shape;11061;p19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62" name="Google Shape;11062;p19"/>
          <p:cNvGrpSpPr/>
          <p:nvPr/>
        </p:nvGrpSpPr>
        <p:grpSpPr>
          <a:xfrm>
            <a:off x="7158342" y="124684"/>
            <a:ext cx="1491960" cy="454575"/>
            <a:chOff x="6157325" y="1245050"/>
            <a:chExt cx="554900" cy="169075"/>
          </a:xfrm>
        </p:grpSpPr>
        <p:sp>
          <p:nvSpPr>
            <p:cNvPr id="11063" name="Google Shape;11063;p19"/>
            <p:cNvSpPr/>
            <p:nvPr/>
          </p:nvSpPr>
          <p:spPr>
            <a:xfrm>
              <a:off x="6157325" y="1320350"/>
              <a:ext cx="47050" cy="41875"/>
            </a:xfrm>
            <a:custGeom>
              <a:rect b="b" l="l" r="r" t="t"/>
              <a:pathLst>
                <a:path extrusionOk="0" h="1675" w="1882">
                  <a:moveTo>
                    <a:pt x="1759" y="0"/>
                  </a:moveTo>
                  <a:cubicBezTo>
                    <a:pt x="1737" y="0"/>
                    <a:pt x="1714" y="11"/>
                    <a:pt x="1694" y="37"/>
                  </a:cubicBezTo>
                  <a:cubicBezTo>
                    <a:pt x="1494" y="263"/>
                    <a:pt x="1268" y="463"/>
                    <a:pt x="1042" y="689"/>
                  </a:cubicBezTo>
                  <a:cubicBezTo>
                    <a:pt x="842" y="463"/>
                    <a:pt x="641" y="263"/>
                    <a:pt x="416" y="62"/>
                  </a:cubicBezTo>
                  <a:cubicBezTo>
                    <a:pt x="387" y="26"/>
                    <a:pt x="349" y="10"/>
                    <a:pt x="313" y="10"/>
                  </a:cubicBezTo>
                  <a:cubicBezTo>
                    <a:pt x="226" y="10"/>
                    <a:pt x="152" y="99"/>
                    <a:pt x="240" y="188"/>
                  </a:cubicBezTo>
                  <a:cubicBezTo>
                    <a:pt x="441" y="413"/>
                    <a:pt x="641" y="639"/>
                    <a:pt x="842" y="839"/>
                  </a:cubicBezTo>
                  <a:cubicBezTo>
                    <a:pt x="591" y="1040"/>
                    <a:pt x="316" y="1190"/>
                    <a:pt x="90" y="1416"/>
                  </a:cubicBezTo>
                  <a:cubicBezTo>
                    <a:pt x="1" y="1505"/>
                    <a:pt x="91" y="1674"/>
                    <a:pt x="200" y="1674"/>
                  </a:cubicBezTo>
                  <a:cubicBezTo>
                    <a:pt x="213" y="1674"/>
                    <a:pt x="227" y="1672"/>
                    <a:pt x="240" y="1666"/>
                  </a:cubicBezTo>
                  <a:cubicBezTo>
                    <a:pt x="541" y="1541"/>
                    <a:pt x="817" y="1290"/>
                    <a:pt x="1068" y="1065"/>
                  </a:cubicBezTo>
                  <a:cubicBezTo>
                    <a:pt x="1193" y="1215"/>
                    <a:pt x="1343" y="1366"/>
                    <a:pt x="1494" y="1466"/>
                  </a:cubicBezTo>
                  <a:cubicBezTo>
                    <a:pt x="1525" y="1481"/>
                    <a:pt x="1556" y="1488"/>
                    <a:pt x="1584" y="1488"/>
                  </a:cubicBezTo>
                  <a:cubicBezTo>
                    <a:pt x="1694" y="1488"/>
                    <a:pt x="1769" y="1385"/>
                    <a:pt x="1669" y="1265"/>
                  </a:cubicBezTo>
                  <a:cubicBezTo>
                    <a:pt x="1569" y="1115"/>
                    <a:pt x="1418" y="990"/>
                    <a:pt x="1268" y="864"/>
                  </a:cubicBezTo>
                  <a:cubicBezTo>
                    <a:pt x="1469" y="639"/>
                    <a:pt x="1669" y="413"/>
                    <a:pt x="1844" y="163"/>
                  </a:cubicBezTo>
                  <a:cubicBezTo>
                    <a:pt x="1882" y="88"/>
                    <a:pt x="182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4" name="Google Shape;11064;p19"/>
            <p:cNvSpPr/>
            <p:nvPr/>
          </p:nvSpPr>
          <p:spPr>
            <a:xfrm>
              <a:off x="6224725" y="1327375"/>
              <a:ext cx="46400" cy="9125"/>
            </a:xfrm>
            <a:custGeom>
              <a:rect b="b" l="l" r="r" t="t"/>
              <a:pathLst>
                <a:path extrusionOk="0" h="365" w="1856">
                  <a:moveTo>
                    <a:pt x="1282" y="1"/>
                  </a:moveTo>
                  <a:cubicBezTo>
                    <a:pt x="1160" y="1"/>
                    <a:pt x="1041" y="7"/>
                    <a:pt x="928" y="7"/>
                  </a:cubicBezTo>
                  <a:lnTo>
                    <a:pt x="151" y="7"/>
                  </a:lnTo>
                  <a:cubicBezTo>
                    <a:pt x="1" y="7"/>
                    <a:pt x="26" y="258"/>
                    <a:pt x="151" y="258"/>
                  </a:cubicBezTo>
                  <a:cubicBezTo>
                    <a:pt x="427" y="283"/>
                    <a:pt x="677" y="308"/>
                    <a:pt x="953" y="308"/>
                  </a:cubicBezTo>
                  <a:cubicBezTo>
                    <a:pt x="1135" y="328"/>
                    <a:pt x="1334" y="365"/>
                    <a:pt x="1536" y="365"/>
                  </a:cubicBezTo>
                  <a:cubicBezTo>
                    <a:pt x="1584" y="365"/>
                    <a:pt x="1632" y="363"/>
                    <a:pt x="1680" y="358"/>
                  </a:cubicBezTo>
                  <a:cubicBezTo>
                    <a:pt x="1855" y="308"/>
                    <a:pt x="1780" y="82"/>
                    <a:pt x="1655" y="32"/>
                  </a:cubicBezTo>
                  <a:cubicBezTo>
                    <a:pt x="1529" y="7"/>
                    <a:pt x="140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5" name="Google Shape;11065;p19"/>
            <p:cNvSpPr/>
            <p:nvPr/>
          </p:nvSpPr>
          <p:spPr>
            <a:xfrm>
              <a:off x="6217875" y="1343050"/>
              <a:ext cx="49475" cy="9600"/>
            </a:xfrm>
            <a:custGeom>
              <a:rect b="b" l="l" r="r" t="t"/>
              <a:pathLst>
                <a:path extrusionOk="0" h="384" w="1979">
                  <a:moveTo>
                    <a:pt x="134" y="0"/>
                  </a:moveTo>
                  <a:cubicBezTo>
                    <a:pt x="0" y="0"/>
                    <a:pt x="13" y="236"/>
                    <a:pt x="174" y="282"/>
                  </a:cubicBezTo>
                  <a:cubicBezTo>
                    <a:pt x="475" y="357"/>
                    <a:pt x="801" y="382"/>
                    <a:pt x="1102" y="382"/>
                  </a:cubicBezTo>
                  <a:cubicBezTo>
                    <a:pt x="1157" y="382"/>
                    <a:pt x="1215" y="383"/>
                    <a:pt x="1274" y="383"/>
                  </a:cubicBezTo>
                  <a:cubicBezTo>
                    <a:pt x="1512" y="383"/>
                    <a:pt x="1768" y="367"/>
                    <a:pt x="1929" y="207"/>
                  </a:cubicBezTo>
                  <a:cubicBezTo>
                    <a:pt x="1979" y="157"/>
                    <a:pt x="1954" y="32"/>
                    <a:pt x="1854" y="32"/>
                  </a:cubicBezTo>
                  <a:cubicBezTo>
                    <a:pt x="1787" y="12"/>
                    <a:pt x="1721" y="4"/>
                    <a:pt x="1655" y="4"/>
                  </a:cubicBezTo>
                  <a:cubicBezTo>
                    <a:pt x="1471" y="4"/>
                    <a:pt x="1286" y="63"/>
                    <a:pt x="1102" y="82"/>
                  </a:cubicBezTo>
                  <a:cubicBezTo>
                    <a:pt x="801" y="82"/>
                    <a:pt x="500" y="57"/>
                    <a:pt x="174" y="7"/>
                  </a:cubicBezTo>
                  <a:cubicBezTo>
                    <a:pt x="160" y="2"/>
                    <a:pt x="147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6" name="Google Shape;11066;p19"/>
            <p:cNvSpPr/>
            <p:nvPr/>
          </p:nvSpPr>
          <p:spPr>
            <a:xfrm>
              <a:off x="6284250" y="1264050"/>
              <a:ext cx="44700" cy="50275"/>
            </a:xfrm>
            <a:custGeom>
              <a:rect b="b" l="l" r="r" t="t"/>
              <a:pathLst>
                <a:path extrusionOk="0" h="2011" w="1788">
                  <a:moveTo>
                    <a:pt x="495" y="0"/>
                  </a:moveTo>
                  <a:cubicBezTo>
                    <a:pt x="458" y="0"/>
                    <a:pt x="427" y="25"/>
                    <a:pt x="427" y="84"/>
                  </a:cubicBezTo>
                  <a:cubicBezTo>
                    <a:pt x="402" y="510"/>
                    <a:pt x="402" y="911"/>
                    <a:pt x="376" y="1337"/>
                  </a:cubicBezTo>
                  <a:cubicBezTo>
                    <a:pt x="376" y="1411"/>
                    <a:pt x="445" y="1499"/>
                    <a:pt x="522" y="1499"/>
                  </a:cubicBezTo>
                  <a:cubicBezTo>
                    <a:pt x="548" y="1499"/>
                    <a:pt x="576" y="1488"/>
                    <a:pt x="602" y="1462"/>
                  </a:cubicBezTo>
                  <a:cubicBezTo>
                    <a:pt x="727" y="1387"/>
                    <a:pt x="878" y="1262"/>
                    <a:pt x="1028" y="1212"/>
                  </a:cubicBezTo>
                  <a:cubicBezTo>
                    <a:pt x="1080" y="1186"/>
                    <a:pt x="1128" y="1173"/>
                    <a:pt x="1173" y="1173"/>
                  </a:cubicBezTo>
                  <a:cubicBezTo>
                    <a:pt x="1300" y="1173"/>
                    <a:pt x="1392" y="1276"/>
                    <a:pt x="1429" y="1462"/>
                  </a:cubicBezTo>
                  <a:cubicBezTo>
                    <a:pt x="1354" y="1537"/>
                    <a:pt x="1279" y="1588"/>
                    <a:pt x="1204" y="1613"/>
                  </a:cubicBezTo>
                  <a:cubicBezTo>
                    <a:pt x="878" y="1713"/>
                    <a:pt x="502" y="1713"/>
                    <a:pt x="176" y="1713"/>
                  </a:cubicBezTo>
                  <a:cubicBezTo>
                    <a:pt x="1" y="1713"/>
                    <a:pt x="51" y="1963"/>
                    <a:pt x="176" y="1989"/>
                  </a:cubicBezTo>
                  <a:cubicBezTo>
                    <a:pt x="271" y="2000"/>
                    <a:pt x="413" y="2011"/>
                    <a:pt x="573" y="2011"/>
                  </a:cubicBezTo>
                  <a:cubicBezTo>
                    <a:pt x="1087" y="2011"/>
                    <a:pt x="1787" y="1903"/>
                    <a:pt x="1730" y="1387"/>
                  </a:cubicBezTo>
                  <a:cubicBezTo>
                    <a:pt x="1730" y="1136"/>
                    <a:pt x="1479" y="936"/>
                    <a:pt x="1254" y="911"/>
                  </a:cubicBezTo>
                  <a:cubicBezTo>
                    <a:pt x="1213" y="902"/>
                    <a:pt x="1173" y="898"/>
                    <a:pt x="1134" y="898"/>
                  </a:cubicBezTo>
                  <a:cubicBezTo>
                    <a:pt x="957" y="898"/>
                    <a:pt x="796" y="984"/>
                    <a:pt x="652" y="1086"/>
                  </a:cubicBezTo>
                  <a:cubicBezTo>
                    <a:pt x="652" y="760"/>
                    <a:pt x="627" y="460"/>
                    <a:pt x="627" y="134"/>
                  </a:cubicBezTo>
                  <a:cubicBezTo>
                    <a:pt x="627" y="58"/>
                    <a:pt x="553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7" name="Google Shape;11067;p19"/>
            <p:cNvSpPr/>
            <p:nvPr/>
          </p:nvSpPr>
          <p:spPr>
            <a:xfrm>
              <a:off x="6255000" y="1287300"/>
              <a:ext cx="30525" cy="9800"/>
            </a:xfrm>
            <a:custGeom>
              <a:rect b="b" l="l" r="r" t="t"/>
              <a:pathLst>
                <a:path extrusionOk="0" h="392" w="1221">
                  <a:moveTo>
                    <a:pt x="633" y="1"/>
                  </a:moveTo>
                  <a:cubicBezTo>
                    <a:pt x="472" y="1"/>
                    <a:pt x="310" y="20"/>
                    <a:pt x="193" y="31"/>
                  </a:cubicBezTo>
                  <a:cubicBezTo>
                    <a:pt x="1" y="55"/>
                    <a:pt x="62" y="333"/>
                    <a:pt x="245" y="333"/>
                  </a:cubicBezTo>
                  <a:cubicBezTo>
                    <a:pt x="252" y="333"/>
                    <a:pt x="260" y="333"/>
                    <a:pt x="268" y="332"/>
                  </a:cubicBezTo>
                  <a:cubicBezTo>
                    <a:pt x="444" y="332"/>
                    <a:pt x="619" y="332"/>
                    <a:pt x="820" y="357"/>
                  </a:cubicBezTo>
                  <a:cubicBezTo>
                    <a:pt x="888" y="371"/>
                    <a:pt x="949" y="392"/>
                    <a:pt x="1011" y="392"/>
                  </a:cubicBezTo>
                  <a:cubicBezTo>
                    <a:pt x="1062" y="392"/>
                    <a:pt x="1114" y="377"/>
                    <a:pt x="1171" y="332"/>
                  </a:cubicBezTo>
                  <a:cubicBezTo>
                    <a:pt x="1221" y="307"/>
                    <a:pt x="1196" y="231"/>
                    <a:pt x="1171" y="181"/>
                  </a:cubicBezTo>
                  <a:cubicBezTo>
                    <a:pt x="1069" y="37"/>
                    <a:pt x="852" y="1"/>
                    <a:pt x="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8" name="Google Shape;11068;p19"/>
            <p:cNvSpPr/>
            <p:nvPr/>
          </p:nvSpPr>
          <p:spPr>
            <a:xfrm>
              <a:off x="6334375" y="1284100"/>
              <a:ext cx="37000" cy="37050"/>
            </a:xfrm>
            <a:custGeom>
              <a:rect b="b" l="l" r="r" t="t"/>
              <a:pathLst>
                <a:path extrusionOk="0" h="1482" w="1480">
                  <a:moveTo>
                    <a:pt x="916" y="0"/>
                  </a:moveTo>
                  <a:cubicBezTo>
                    <a:pt x="875" y="0"/>
                    <a:pt x="838" y="25"/>
                    <a:pt x="828" y="84"/>
                  </a:cubicBezTo>
                  <a:cubicBezTo>
                    <a:pt x="803" y="334"/>
                    <a:pt x="752" y="560"/>
                    <a:pt x="677" y="786"/>
                  </a:cubicBezTo>
                  <a:cubicBezTo>
                    <a:pt x="502" y="811"/>
                    <a:pt x="326" y="836"/>
                    <a:pt x="176" y="836"/>
                  </a:cubicBezTo>
                  <a:cubicBezTo>
                    <a:pt x="1" y="861"/>
                    <a:pt x="76" y="1111"/>
                    <a:pt x="201" y="1111"/>
                  </a:cubicBezTo>
                  <a:cubicBezTo>
                    <a:pt x="326" y="1086"/>
                    <a:pt x="452" y="1061"/>
                    <a:pt x="577" y="1061"/>
                  </a:cubicBezTo>
                  <a:cubicBezTo>
                    <a:pt x="527" y="1161"/>
                    <a:pt x="502" y="1262"/>
                    <a:pt x="527" y="1362"/>
                  </a:cubicBezTo>
                  <a:cubicBezTo>
                    <a:pt x="527" y="1435"/>
                    <a:pt x="581" y="1482"/>
                    <a:pt x="639" y="1482"/>
                  </a:cubicBezTo>
                  <a:cubicBezTo>
                    <a:pt x="660" y="1482"/>
                    <a:pt x="682" y="1476"/>
                    <a:pt x="702" y="1462"/>
                  </a:cubicBezTo>
                  <a:cubicBezTo>
                    <a:pt x="828" y="1362"/>
                    <a:pt x="903" y="1187"/>
                    <a:pt x="928" y="1011"/>
                  </a:cubicBezTo>
                  <a:cubicBezTo>
                    <a:pt x="1103" y="1011"/>
                    <a:pt x="1304" y="1011"/>
                    <a:pt x="1429" y="911"/>
                  </a:cubicBezTo>
                  <a:cubicBezTo>
                    <a:pt x="1479" y="861"/>
                    <a:pt x="1479" y="786"/>
                    <a:pt x="1429" y="760"/>
                  </a:cubicBezTo>
                  <a:cubicBezTo>
                    <a:pt x="1341" y="731"/>
                    <a:pt x="1253" y="719"/>
                    <a:pt x="1165" y="719"/>
                  </a:cubicBezTo>
                  <a:cubicBezTo>
                    <a:pt x="1103" y="719"/>
                    <a:pt x="1040" y="725"/>
                    <a:pt x="978" y="735"/>
                  </a:cubicBezTo>
                  <a:cubicBezTo>
                    <a:pt x="1028" y="535"/>
                    <a:pt x="1053" y="334"/>
                    <a:pt x="1053" y="134"/>
                  </a:cubicBezTo>
                  <a:cubicBezTo>
                    <a:pt x="1053" y="58"/>
                    <a:pt x="979" y="0"/>
                    <a:pt x="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9" name="Google Shape;11069;p19"/>
            <p:cNvSpPr/>
            <p:nvPr/>
          </p:nvSpPr>
          <p:spPr>
            <a:xfrm>
              <a:off x="6379900" y="1245050"/>
              <a:ext cx="273425" cy="77750"/>
            </a:xfrm>
            <a:custGeom>
              <a:rect b="b" l="l" r="r" t="t"/>
              <a:pathLst>
                <a:path extrusionOk="0" h="3110" w="10937">
                  <a:moveTo>
                    <a:pt x="2086" y="1"/>
                  </a:moveTo>
                  <a:cubicBezTo>
                    <a:pt x="1680" y="1"/>
                    <a:pt x="1294" y="60"/>
                    <a:pt x="1087" y="292"/>
                  </a:cubicBezTo>
                  <a:cubicBezTo>
                    <a:pt x="886" y="518"/>
                    <a:pt x="886" y="944"/>
                    <a:pt x="861" y="1195"/>
                  </a:cubicBezTo>
                  <a:cubicBezTo>
                    <a:pt x="811" y="1671"/>
                    <a:pt x="761" y="2147"/>
                    <a:pt x="711" y="2623"/>
                  </a:cubicBezTo>
                  <a:cubicBezTo>
                    <a:pt x="535" y="2348"/>
                    <a:pt x="360" y="2047"/>
                    <a:pt x="185" y="1746"/>
                  </a:cubicBezTo>
                  <a:cubicBezTo>
                    <a:pt x="168" y="1721"/>
                    <a:pt x="140" y="1710"/>
                    <a:pt x="112" y="1710"/>
                  </a:cubicBezTo>
                  <a:cubicBezTo>
                    <a:pt x="57" y="1710"/>
                    <a:pt x="1" y="1754"/>
                    <a:pt x="34" y="1821"/>
                  </a:cubicBezTo>
                  <a:cubicBezTo>
                    <a:pt x="235" y="2222"/>
                    <a:pt x="460" y="2623"/>
                    <a:pt x="686" y="3024"/>
                  </a:cubicBezTo>
                  <a:cubicBezTo>
                    <a:pt x="712" y="3077"/>
                    <a:pt x="774" y="3109"/>
                    <a:pt x="826" y="3109"/>
                  </a:cubicBezTo>
                  <a:cubicBezTo>
                    <a:pt x="872" y="3109"/>
                    <a:pt x="911" y="3083"/>
                    <a:pt x="911" y="3024"/>
                  </a:cubicBezTo>
                  <a:cubicBezTo>
                    <a:pt x="1037" y="2072"/>
                    <a:pt x="836" y="718"/>
                    <a:pt x="1889" y="317"/>
                  </a:cubicBezTo>
                  <a:cubicBezTo>
                    <a:pt x="2002" y="272"/>
                    <a:pt x="2155" y="257"/>
                    <a:pt x="2325" y="257"/>
                  </a:cubicBezTo>
                  <a:cubicBezTo>
                    <a:pt x="2723" y="257"/>
                    <a:pt x="3212" y="343"/>
                    <a:pt x="3493" y="343"/>
                  </a:cubicBezTo>
                  <a:cubicBezTo>
                    <a:pt x="3969" y="343"/>
                    <a:pt x="4445" y="343"/>
                    <a:pt x="4921" y="368"/>
                  </a:cubicBezTo>
                  <a:cubicBezTo>
                    <a:pt x="6342" y="386"/>
                    <a:pt x="7775" y="445"/>
                    <a:pt x="9213" y="445"/>
                  </a:cubicBezTo>
                  <a:cubicBezTo>
                    <a:pt x="9728" y="445"/>
                    <a:pt x="10245" y="438"/>
                    <a:pt x="10761" y="418"/>
                  </a:cubicBezTo>
                  <a:cubicBezTo>
                    <a:pt x="10937" y="418"/>
                    <a:pt x="10886" y="117"/>
                    <a:pt x="10736" y="117"/>
                  </a:cubicBezTo>
                  <a:cubicBezTo>
                    <a:pt x="9580" y="47"/>
                    <a:pt x="8412" y="26"/>
                    <a:pt x="7244" y="26"/>
                  </a:cubicBezTo>
                  <a:cubicBezTo>
                    <a:pt x="5906" y="26"/>
                    <a:pt x="4567" y="53"/>
                    <a:pt x="3242" y="67"/>
                  </a:cubicBezTo>
                  <a:cubicBezTo>
                    <a:pt x="2960" y="67"/>
                    <a:pt x="2512" y="1"/>
                    <a:pt x="2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0" name="Google Shape;11070;p19"/>
            <p:cNvSpPr/>
            <p:nvPr/>
          </p:nvSpPr>
          <p:spPr>
            <a:xfrm>
              <a:off x="6441975" y="1278000"/>
              <a:ext cx="42800" cy="51575"/>
            </a:xfrm>
            <a:custGeom>
              <a:rect b="b" l="l" r="r" t="t"/>
              <a:pathLst>
                <a:path extrusionOk="0" h="2063" w="1712">
                  <a:moveTo>
                    <a:pt x="405" y="1"/>
                  </a:moveTo>
                  <a:cubicBezTo>
                    <a:pt x="367" y="1"/>
                    <a:pt x="333" y="22"/>
                    <a:pt x="333" y="77"/>
                  </a:cubicBezTo>
                  <a:cubicBezTo>
                    <a:pt x="333" y="528"/>
                    <a:pt x="283" y="979"/>
                    <a:pt x="283" y="1456"/>
                  </a:cubicBezTo>
                  <a:cubicBezTo>
                    <a:pt x="283" y="1525"/>
                    <a:pt x="368" y="1619"/>
                    <a:pt x="445" y="1619"/>
                  </a:cubicBezTo>
                  <a:cubicBezTo>
                    <a:pt x="479" y="1619"/>
                    <a:pt x="511" y="1602"/>
                    <a:pt x="534" y="1556"/>
                  </a:cubicBezTo>
                  <a:cubicBezTo>
                    <a:pt x="634" y="1405"/>
                    <a:pt x="709" y="1255"/>
                    <a:pt x="860" y="1155"/>
                  </a:cubicBezTo>
                  <a:cubicBezTo>
                    <a:pt x="933" y="1106"/>
                    <a:pt x="1002" y="1081"/>
                    <a:pt x="1063" y="1081"/>
                  </a:cubicBezTo>
                  <a:cubicBezTo>
                    <a:pt x="1189" y="1081"/>
                    <a:pt x="1285" y="1186"/>
                    <a:pt x="1336" y="1405"/>
                  </a:cubicBezTo>
                  <a:cubicBezTo>
                    <a:pt x="1311" y="1506"/>
                    <a:pt x="1235" y="1581"/>
                    <a:pt x="1160" y="1631"/>
                  </a:cubicBezTo>
                  <a:cubicBezTo>
                    <a:pt x="1042" y="1705"/>
                    <a:pt x="802" y="1770"/>
                    <a:pt x="589" y="1770"/>
                  </a:cubicBezTo>
                  <a:cubicBezTo>
                    <a:pt x="440" y="1770"/>
                    <a:pt x="305" y="1738"/>
                    <a:pt x="233" y="1656"/>
                  </a:cubicBezTo>
                  <a:cubicBezTo>
                    <a:pt x="209" y="1638"/>
                    <a:pt x="182" y="1630"/>
                    <a:pt x="156" y="1630"/>
                  </a:cubicBezTo>
                  <a:cubicBezTo>
                    <a:pt x="74" y="1630"/>
                    <a:pt x="0" y="1711"/>
                    <a:pt x="58" y="1806"/>
                  </a:cubicBezTo>
                  <a:cubicBezTo>
                    <a:pt x="158" y="2007"/>
                    <a:pt x="347" y="2063"/>
                    <a:pt x="559" y="2063"/>
                  </a:cubicBezTo>
                  <a:cubicBezTo>
                    <a:pt x="665" y="2063"/>
                    <a:pt x="776" y="2049"/>
                    <a:pt x="885" y="2032"/>
                  </a:cubicBezTo>
                  <a:cubicBezTo>
                    <a:pt x="1235" y="2007"/>
                    <a:pt x="1586" y="1806"/>
                    <a:pt x="1662" y="1431"/>
                  </a:cubicBezTo>
                  <a:cubicBezTo>
                    <a:pt x="1712" y="1105"/>
                    <a:pt x="1511" y="854"/>
                    <a:pt x="1210" y="804"/>
                  </a:cubicBezTo>
                  <a:cubicBezTo>
                    <a:pt x="1154" y="789"/>
                    <a:pt x="1101" y="782"/>
                    <a:pt x="1049" y="782"/>
                  </a:cubicBezTo>
                  <a:cubicBezTo>
                    <a:pt x="846" y="782"/>
                    <a:pt x="679" y="890"/>
                    <a:pt x="559" y="1030"/>
                  </a:cubicBezTo>
                  <a:cubicBezTo>
                    <a:pt x="534" y="704"/>
                    <a:pt x="534" y="403"/>
                    <a:pt x="509" y="77"/>
                  </a:cubicBezTo>
                  <a:cubicBezTo>
                    <a:pt x="509" y="35"/>
                    <a:pt x="454" y="1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1" name="Google Shape;11071;p19"/>
            <p:cNvSpPr/>
            <p:nvPr/>
          </p:nvSpPr>
          <p:spPr>
            <a:xfrm>
              <a:off x="6481950" y="1268900"/>
              <a:ext cx="35400" cy="27425"/>
            </a:xfrm>
            <a:custGeom>
              <a:rect b="b" l="l" r="r" t="t"/>
              <a:pathLst>
                <a:path extrusionOk="0" h="1097" w="1416">
                  <a:moveTo>
                    <a:pt x="256" y="0"/>
                  </a:moveTo>
                  <a:cubicBezTo>
                    <a:pt x="175" y="0"/>
                    <a:pt x="97" y="47"/>
                    <a:pt x="37" y="165"/>
                  </a:cubicBezTo>
                  <a:cubicBezTo>
                    <a:pt x="1" y="221"/>
                    <a:pt x="86" y="303"/>
                    <a:pt x="153" y="303"/>
                  </a:cubicBezTo>
                  <a:cubicBezTo>
                    <a:pt x="177" y="303"/>
                    <a:pt x="200" y="292"/>
                    <a:pt x="213" y="266"/>
                  </a:cubicBezTo>
                  <a:cubicBezTo>
                    <a:pt x="228" y="250"/>
                    <a:pt x="242" y="244"/>
                    <a:pt x="253" y="244"/>
                  </a:cubicBezTo>
                  <a:cubicBezTo>
                    <a:pt x="338" y="244"/>
                    <a:pt x="338" y="592"/>
                    <a:pt x="338" y="592"/>
                  </a:cubicBezTo>
                  <a:cubicBezTo>
                    <a:pt x="338" y="667"/>
                    <a:pt x="338" y="717"/>
                    <a:pt x="363" y="792"/>
                  </a:cubicBezTo>
                  <a:cubicBezTo>
                    <a:pt x="413" y="917"/>
                    <a:pt x="489" y="1018"/>
                    <a:pt x="614" y="1068"/>
                  </a:cubicBezTo>
                  <a:cubicBezTo>
                    <a:pt x="667" y="1089"/>
                    <a:pt x="720" y="1097"/>
                    <a:pt x="773" y="1097"/>
                  </a:cubicBezTo>
                  <a:cubicBezTo>
                    <a:pt x="845" y="1097"/>
                    <a:pt x="917" y="1082"/>
                    <a:pt x="990" y="1068"/>
                  </a:cubicBezTo>
                  <a:cubicBezTo>
                    <a:pt x="1115" y="1043"/>
                    <a:pt x="1291" y="1043"/>
                    <a:pt x="1391" y="917"/>
                  </a:cubicBezTo>
                  <a:cubicBezTo>
                    <a:pt x="1416" y="892"/>
                    <a:pt x="1391" y="842"/>
                    <a:pt x="1366" y="792"/>
                  </a:cubicBezTo>
                  <a:cubicBezTo>
                    <a:pt x="1306" y="718"/>
                    <a:pt x="1230" y="696"/>
                    <a:pt x="1146" y="696"/>
                  </a:cubicBezTo>
                  <a:cubicBezTo>
                    <a:pt x="1088" y="696"/>
                    <a:pt x="1026" y="707"/>
                    <a:pt x="965" y="717"/>
                  </a:cubicBezTo>
                  <a:cubicBezTo>
                    <a:pt x="898" y="730"/>
                    <a:pt x="824" y="758"/>
                    <a:pt x="762" y="758"/>
                  </a:cubicBezTo>
                  <a:cubicBezTo>
                    <a:pt x="707" y="758"/>
                    <a:pt x="662" y="737"/>
                    <a:pt x="639" y="667"/>
                  </a:cubicBezTo>
                  <a:cubicBezTo>
                    <a:pt x="614" y="566"/>
                    <a:pt x="639" y="441"/>
                    <a:pt x="614" y="366"/>
                  </a:cubicBezTo>
                  <a:cubicBezTo>
                    <a:pt x="581" y="183"/>
                    <a:pt x="415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2" name="Google Shape;11072;p19"/>
            <p:cNvSpPr/>
            <p:nvPr/>
          </p:nvSpPr>
          <p:spPr>
            <a:xfrm>
              <a:off x="6523800" y="1310425"/>
              <a:ext cx="53075" cy="12150"/>
            </a:xfrm>
            <a:custGeom>
              <a:rect b="b" l="l" r="r" t="t"/>
              <a:pathLst>
                <a:path extrusionOk="0" h="486" w="2123">
                  <a:moveTo>
                    <a:pt x="1513" y="0"/>
                  </a:moveTo>
                  <a:cubicBezTo>
                    <a:pt x="1075" y="0"/>
                    <a:pt x="597" y="107"/>
                    <a:pt x="193" y="184"/>
                  </a:cubicBezTo>
                  <a:cubicBezTo>
                    <a:pt x="1" y="208"/>
                    <a:pt x="85" y="486"/>
                    <a:pt x="248" y="486"/>
                  </a:cubicBezTo>
                  <a:cubicBezTo>
                    <a:pt x="254" y="486"/>
                    <a:pt x="261" y="485"/>
                    <a:pt x="268" y="484"/>
                  </a:cubicBezTo>
                  <a:cubicBezTo>
                    <a:pt x="544" y="434"/>
                    <a:pt x="820" y="409"/>
                    <a:pt x="1095" y="384"/>
                  </a:cubicBezTo>
                  <a:cubicBezTo>
                    <a:pt x="1164" y="378"/>
                    <a:pt x="1235" y="376"/>
                    <a:pt x="1306" y="376"/>
                  </a:cubicBezTo>
                  <a:cubicBezTo>
                    <a:pt x="1378" y="376"/>
                    <a:pt x="1451" y="378"/>
                    <a:pt x="1525" y="378"/>
                  </a:cubicBezTo>
                  <a:cubicBezTo>
                    <a:pt x="1672" y="378"/>
                    <a:pt x="1822" y="372"/>
                    <a:pt x="1973" y="334"/>
                  </a:cubicBezTo>
                  <a:cubicBezTo>
                    <a:pt x="2123" y="284"/>
                    <a:pt x="2023" y="58"/>
                    <a:pt x="1897" y="33"/>
                  </a:cubicBezTo>
                  <a:cubicBezTo>
                    <a:pt x="1775" y="10"/>
                    <a:pt x="1646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3" name="Google Shape;11073;p19"/>
            <p:cNvSpPr/>
            <p:nvPr/>
          </p:nvSpPr>
          <p:spPr>
            <a:xfrm>
              <a:off x="6581250" y="1283075"/>
              <a:ext cx="36800" cy="48550"/>
            </a:xfrm>
            <a:custGeom>
              <a:rect b="b" l="l" r="r" t="t"/>
              <a:pathLst>
                <a:path extrusionOk="0" h="1942" w="1472">
                  <a:moveTo>
                    <a:pt x="128" y="0"/>
                  </a:moveTo>
                  <a:cubicBezTo>
                    <a:pt x="94" y="0"/>
                    <a:pt x="61" y="22"/>
                    <a:pt x="50" y="75"/>
                  </a:cubicBezTo>
                  <a:cubicBezTo>
                    <a:pt x="0" y="375"/>
                    <a:pt x="151" y="726"/>
                    <a:pt x="451" y="877"/>
                  </a:cubicBezTo>
                  <a:cubicBezTo>
                    <a:pt x="534" y="918"/>
                    <a:pt x="647" y="937"/>
                    <a:pt x="766" y="937"/>
                  </a:cubicBezTo>
                  <a:cubicBezTo>
                    <a:pt x="863" y="937"/>
                    <a:pt x="963" y="924"/>
                    <a:pt x="1053" y="902"/>
                  </a:cubicBezTo>
                  <a:lnTo>
                    <a:pt x="1053" y="902"/>
                  </a:lnTo>
                  <a:cubicBezTo>
                    <a:pt x="1028" y="952"/>
                    <a:pt x="1003" y="1002"/>
                    <a:pt x="1003" y="1052"/>
                  </a:cubicBezTo>
                  <a:cubicBezTo>
                    <a:pt x="928" y="1303"/>
                    <a:pt x="827" y="1553"/>
                    <a:pt x="827" y="1804"/>
                  </a:cubicBezTo>
                  <a:cubicBezTo>
                    <a:pt x="827" y="1859"/>
                    <a:pt x="895" y="1942"/>
                    <a:pt x="961" y="1942"/>
                  </a:cubicBezTo>
                  <a:cubicBezTo>
                    <a:pt x="984" y="1942"/>
                    <a:pt x="1008" y="1931"/>
                    <a:pt x="1028" y="1904"/>
                  </a:cubicBezTo>
                  <a:cubicBezTo>
                    <a:pt x="1153" y="1679"/>
                    <a:pt x="1178" y="1428"/>
                    <a:pt x="1253" y="1177"/>
                  </a:cubicBezTo>
                  <a:cubicBezTo>
                    <a:pt x="1304" y="902"/>
                    <a:pt x="1379" y="626"/>
                    <a:pt x="1454" y="350"/>
                  </a:cubicBezTo>
                  <a:cubicBezTo>
                    <a:pt x="1472" y="262"/>
                    <a:pt x="1377" y="173"/>
                    <a:pt x="1302" y="173"/>
                  </a:cubicBezTo>
                  <a:cubicBezTo>
                    <a:pt x="1271" y="173"/>
                    <a:pt x="1243" y="188"/>
                    <a:pt x="1228" y="225"/>
                  </a:cubicBezTo>
                  <a:cubicBezTo>
                    <a:pt x="1203" y="325"/>
                    <a:pt x="1203" y="400"/>
                    <a:pt x="1178" y="476"/>
                  </a:cubicBezTo>
                  <a:lnTo>
                    <a:pt x="1153" y="476"/>
                  </a:lnTo>
                  <a:cubicBezTo>
                    <a:pt x="991" y="499"/>
                    <a:pt x="872" y="629"/>
                    <a:pt x="697" y="629"/>
                  </a:cubicBezTo>
                  <a:cubicBezTo>
                    <a:pt x="682" y="629"/>
                    <a:pt x="667" y="628"/>
                    <a:pt x="652" y="626"/>
                  </a:cubicBezTo>
                  <a:cubicBezTo>
                    <a:pt x="376" y="576"/>
                    <a:pt x="226" y="350"/>
                    <a:pt x="226" y="100"/>
                  </a:cubicBezTo>
                  <a:cubicBezTo>
                    <a:pt x="226" y="42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4" name="Google Shape;11074;p19"/>
            <p:cNvSpPr/>
            <p:nvPr/>
          </p:nvSpPr>
          <p:spPr>
            <a:xfrm>
              <a:off x="6626975" y="1299300"/>
              <a:ext cx="36375" cy="29225"/>
            </a:xfrm>
            <a:custGeom>
              <a:rect b="b" l="l" r="r" t="t"/>
              <a:pathLst>
                <a:path extrusionOk="0" h="1169" w="1455">
                  <a:moveTo>
                    <a:pt x="1032" y="0"/>
                  </a:moveTo>
                  <a:cubicBezTo>
                    <a:pt x="633" y="0"/>
                    <a:pt x="264" y="199"/>
                    <a:pt x="51" y="553"/>
                  </a:cubicBezTo>
                  <a:cubicBezTo>
                    <a:pt x="1" y="604"/>
                    <a:pt x="26" y="679"/>
                    <a:pt x="51" y="729"/>
                  </a:cubicBezTo>
                  <a:cubicBezTo>
                    <a:pt x="139" y="852"/>
                    <a:pt x="276" y="913"/>
                    <a:pt x="419" y="913"/>
                  </a:cubicBezTo>
                  <a:cubicBezTo>
                    <a:pt x="480" y="913"/>
                    <a:pt x="542" y="902"/>
                    <a:pt x="602" y="879"/>
                  </a:cubicBezTo>
                  <a:cubicBezTo>
                    <a:pt x="803" y="829"/>
                    <a:pt x="928" y="704"/>
                    <a:pt x="1079" y="579"/>
                  </a:cubicBezTo>
                  <a:cubicBezTo>
                    <a:pt x="1079" y="754"/>
                    <a:pt x="1079" y="954"/>
                    <a:pt x="1154" y="1080"/>
                  </a:cubicBezTo>
                  <a:cubicBezTo>
                    <a:pt x="1182" y="1136"/>
                    <a:pt x="1234" y="1169"/>
                    <a:pt x="1283" y="1169"/>
                  </a:cubicBezTo>
                  <a:cubicBezTo>
                    <a:pt x="1321" y="1169"/>
                    <a:pt x="1357" y="1149"/>
                    <a:pt x="1379" y="1105"/>
                  </a:cubicBezTo>
                  <a:cubicBezTo>
                    <a:pt x="1455" y="879"/>
                    <a:pt x="1379" y="579"/>
                    <a:pt x="1379" y="353"/>
                  </a:cubicBezTo>
                  <a:cubicBezTo>
                    <a:pt x="1357" y="263"/>
                    <a:pt x="1294" y="174"/>
                    <a:pt x="1192" y="174"/>
                  </a:cubicBezTo>
                  <a:cubicBezTo>
                    <a:pt x="1180" y="174"/>
                    <a:pt x="1167" y="175"/>
                    <a:pt x="1154" y="178"/>
                  </a:cubicBezTo>
                  <a:cubicBezTo>
                    <a:pt x="1003" y="228"/>
                    <a:pt x="878" y="353"/>
                    <a:pt x="728" y="453"/>
                  </a:cubicBezTo>
                  <a:cubicBezTo>
                    <a:pt x="659" y="522"/>
                    <a:pt x="507" y="632"/>
                    <a:pt x="386" y="632"/>
                  </a:cubicBezTo>
                  <a:cubicBezTo>
                    <a:pt x="374" y="632"/>
                    <a:pt x="363" y="631"/>
                    <a:pt x="352" y="629"/>
                  </a:cubicBezTo>
                  <a:cubicBezTo>
                    <a:pt x="527" y="353"/>
                    <a:pt x="803" y="203"/>
                    <a:pt x="1129" y="178"/>
                  </a:cubicBezTo>
                  <a:cubicBezTo>
                    <a:pt x="1229" y="152"/>
                    <a:pt x="1179" y="2"/>
                    <a:pt x="1104" y="2"/>
                  </a:cubicBezTo>
                  <a:cubicBezTo>
                    <a:pt x="1080" y="1"/>
                    <a:pt x="1056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5" name="Google Shape;11075;p19"/>
            <p:cNvSpPr/>
            <p:nvPr/>
          </p:nvSpPr>
          <p:spPr>
            <a:xfrm>
              <a:off x="6673350" y="1296825"/>
              <a:ext cx="38875" cy="34700"/>
            </a:xfrm>
            <a:custGeom>
              <a:rect b="b" l="l" r="r" t="t"/>
              <a:pathLst>
                <a:path extrusionOk="0" h="1388" w="1555">
                  <a:moveTo>
                    <a:pt x="1028" y="1"/>
                  </a:moveTo>
                  <a:cubicBezTo>
                    <a:pt x="552" y="1"/>
                    <a:pt x="1" y="402"/>
                    <a:pt x="101" y="953"/>
                  </a:cubicBezTo>
                  <a:cubicBezTo>
                    <a:pt x="151" y="1229"/>
                    <a:pt x="351" y="1354"/>
                    <a:pt x="602" y="1379"/>
                  </a:cubicBezTo>
                  <a:cubicBezTo>
                    <a:pt x="655" y="1384"/>
                    <a:pt x="715" y="1387"/>
                    <a:pt x="776" y="1387"/>
                  </a:cubicBezTo>
                  <a:cubicBezTo>
                    <a:pt x="1033" y="1387"/>
                    <a:pt x="1338" y="1336"/>
                    <a:pt x="1479" y="1154"/>
                  </a:cubicBezTo>
                  <a:cubicBezTo>
                    <a:pt x="1554" y="1079"/>
                    <a:pt x="1479" y="953"/>
                    <a:pt x="1404" y="953"/>
                  </a:cubicBezTo>
                  <a:cubicBezTo>
                    <a:pt x="1396" y="952"/>
                    <a:pt x="1387" y="952"/>
                    <a:pt x="1376" y="952"/>
                  </a:cubicBezTo>
                  <a:cubicBezTo>
                    <a:pt x="1232" y="952"/>
                    <a:pt x="901" y="1049"/>
                    <a:pt x="665" y="1049"/>
                  </a:cubicBezTo>
                  <a:cubicBezTo>
                    <a:pt x="514" y="1049"/>
                    <a:pt x="402" y="1009"/>
                    <a:pt x="402" y="878"/>
                  </a:cubicBezTo>
                  <a:cubicBezTo>
                    <a:pt x="402" y="552"/>
                    <a:pt x="777" y="277"/>
                    <a:pt x="1078" y="226"/>
                  </a:cubicBezTo>
                  <a:cubicBezTo>
                    <a:pt x="1204" y="201"/>
                    <a:pt x="11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6" name="Google Shape;11076;p19"/>
            <p:cNvSpPr/>
            <p:nvPr/>
          </p:nvSpPr>
          <p:spPr>
            <a:xfrm>
              <a:off x="6295525" y="1342575"/>
              <a:ext cx="356550" cy="21250"/>
            </a:xfrm>
            <a:custGeom>
              <a:rect b="b" l="l" r="r" t="t"/>
              <a:pathLst>
                <a:path extrusionOk="0" h="850" w="14262">
                  <a:moveTo>
                    <a:pt x="126" y="0"/>
                  </a:moveTo>
                  <a:cubicBezTo>
                    <a:pt x="1" y="0"/>
                    <a:pt x="26" y="201"/>
                    <a:pt x="126" y="201"/>
                  </a:cubicBezTo>
                  <a:cubicBezTo>
                    <a:pt x="2507" y="477"/>
                    <a:pt x="4913" y="602"/>
                    <a:pt x="7319" y="702"/>
                  </a:cubicBezTo>
                  <a:cubicBezTo>
                    <a:pt x="8744" y="750"/>
                    <a:pt x="10221" y="849"/>
                    <a:pt x="11676" y="849"/>
                  </a:cubicBezTo>
                  <a:cubicBezTo>
                    <a:pt x="12499" y="849"/>
                    <a:pt x="13315" y="818"/>
                    <a:pt x="14111" y="727"/>
                  </a:cubicBezTo>
                  <a:cubicBezTo>
                    <a:pt x="14261" y="702"/>
                    <a:pt x="14236" y="502"/>
                    <a:pt x="14111" y="477"/>
                  </a:cubicBezTo>
                  <a:cubicBezTo>
                    <a:pt x="13055" y="385"/>
                    <a:pt x="11983" y="367"/>
                    <a:pt x="10909" y="367"/>
                  </a:cubicBezTo>
                  <a:cubicBezTo>
                    <a:pt x="10204" y="367"/>
                    <a:pt x="9497" y="374"/>
                    <a:pt x="8794" y="374"/>
                  </a:cubicBezTo>
                  <a:cubicBezTo>
                    <a:pt x="8233" y="374"/>
                    <a:pt x="7673" y="369"/>
                    <a:pt x="7119" y="351"/>
                  </a:cubicBezTo>
                  <a:cubicBezTo>
                    <a:pt x="4788" y="251"/>
                    <a:pt x="2457" y="101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7" name="Google Shape;11077;p19"/>
            <p:cNvSpPr/>
            <p:nvPr/>
          </p:nvSpPr>
          <p:spPr>
            <a:xfrm>
              <a:off x="6402675" y="1373100"/>
              <a:ext cx="75050" cy="40425"/>
            </a:xfrm>
            <a:custGeom>
              <a:rect b="b" l="l" r="r" t="t"/>
              <a:pathLst>
                <a:path extrusionOk="0" h="1617" w="3002">
                  <a:moveTo>
                    <a:pt x="1148" y="1"/>
                  </a:moveTo>
                  <a:cubicBezTo>
                    <a:pt x="943" y="1"/>
                    <a:pt x="707" y="104"/>
                    <a:pt x="552" y="208"/>
                  </a:cubicBezTo>
                  <a:cubicBezTo>
                    <a:pt x="444" y="273"/>
                    <a:pt x="522" y="449"/>
                    <a:pt x="625" y="449"/>
                  </a:cubicBezTo>
                  <a:cubicBezTo>
                    <a:pt x="642" y="449"/>
                    <a:pt x="660" y="444"/>
                    <a:pt x="677" y="434"/>
                  </a:cubicBezTo>
                  <a:cubicBezTo>
                    <a:pt x="746" y="385"/>
                    <a:pt x="811" y="359"/>
                    <a:pt x="871" y="359"/>
                  </a:cubicBezTo>
                  <a:cubicBezTo>
                    <a:pt x="966" y="359"/>
                    <a:pt x="1052" y="422"/>
                    <a:pt x="1128" y="559"/>
                  </a:cubicBezTo>
                  <a:cubicBezTo>
                    <a:pt x="1028" y="634"/>
                    <a:pt x="903" y="709"/>
                    <a:pt x="777" y="784"/>
                  </a:cubicBezTo>
                  <a:cubicBezTo>
                    <a:pt x="577" y="885"/>
                    <a:pt x="376" y="960"/>
                    <a:pt x="176" y="1010"/>
                  </a:cubicBezTo>
                  <a:cubicBezTo>
                    <a:pt x="0" y="1060"/>
                    <a:pt x="126" y="1286"/>
                    <a:pt x="226" y="1311"/>
                  </a:cubicBezTo>
                  <a:cubicBezTo>
                    <a:pt x="752" y="1436"/>
                    <a:pt x="1304" y="1536"/>
                    <a:pt x="1830" y="1586"/>
                  </a:cubicBezTo>
                  <a:cubicBezTo>
                    <a:pt x="1989" y="1597"/>
                    <a:pt x="2144" y="1617"/>
                    <a:pt x="2293" y="1617"/>
                  </a:cubicBezTo>
                  <a:cubicBezTo>
                    <a:pt x="2494" y="1617"/>
                    <a:pt x="2684" y="1580"/>
                    <a:pt x="2858" y="1436"/>
                  </a:cubicBezTo>
                  <a:cubicBezTo>
                    <a:pt x="3002" y="1333"/>
                    <a:pt x="2858" y="1128"/>
                    <a:pt x="2719" y="1128"/>
                  </a:cubicBezTo>
                  <a:cubicBezTo>
                    <a:pt x="2689" y="1128"/>
                    <a:pt x="2659" y="1138"/>
                    <a:pt x="2632" y="1160"/>
                  </a:cubicBezTo>
                  <a:cubicBezTo>
                    <a:pt x="2483" y="1267"/>
                    <a:pt x="2292" y="1301"/>
                    <a:pt x="2092" y="1301"/>
                  </a:cubicBezTo>
                  <a:cubicBezTo>
                    <a:pt x="1822" y="1301"/>
                    <a:pt x="1534" y="1239"/>
                    <a:pt x="1304" y="1211"/>
                  </a:cubicBezTo>
                  <a:cubicBezTo>
                    <a:pt x="1153" y="1185"/>
                    <a:pt x="1003" y="1160"/>
                    <a:pt x="853" y="1135"/>
                  </a:cubicBezTo>
                  <a:cubicBezTo>
                    <a:pt x="1228" y="985"/>
                    <a:pt x="1655" y="709"/>
                    <a:pt x="1554" y="358"/>
                  </a:cubicBezTo>
                  <a:cubicBezTo>
                    <a:pt x="1506" y="92"/>
                    <a:pt x="1340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8" name="Google Shape;11078;p19"/>
            <p:cNvSpPr/>
            <p:nvPr/>
          </p:nvSpPr>
          <p:spPr>
            <a:xfrm>
              <a:off x="6485375" y="1381475"/>
              <a:ext cx="44375" cy="32650"/>
            </a:xfrm>
            <a:custGeom>
              <a:rect b="b" l="l" r="r" t="t"/>
              <a:pathLst>
                <a:path extrusionOk="0" h="1306" w="1775">
                  <a:moveTo>
                    <a:pt x="978" y="0"/>
                  </a:moveTo>
                  <a:cubicBezTo>
                    <a:pt x="822" y="0"/>
                    <a:pt x="663" y="65"/>
                    <a:pt x="527" y="174"/>
                  </a:cubicBezTo>
                  <a:cubicBezTo>
                    <a:pt x="301" y="349"/>
                    <a:pt x="1" y="650"/>
                    <a:pt x="201" y="926"/>
                  </a:cubicBezTo>
                  <a:cubicBezTo>
                    <a:pt x="288" y="1070"/>
                    <a:pt x="440" y="1123"/>
                    <a:pt x="602" y="1123"/>
                  </a:cubicBezTo>
                  <a:cubicBezTo>
                    <a:pt x="722" y="1123"/>
                    <a:pt x="846" y="1094"/>
                    <a:pt x="953" y="1051"/>
                  </a:cubicBezTo>
                  <a:cubicBezTo>
                    <a:pt x="1078" y="1001"/>
                    <a:pt x="1204" y="951"/>
                    <a:pt x="1304" y="850"/>
                  </a:cubicBezTo>
                  <a:cubicBezTo>
                    <a:pt x="1304" y="1051"/>
                    <a:pt x="1379" y="1201"/>
                    <a:pt x="1580" y="1302"/>
                  </a:cubicBezTo>
                  <a:cubicBezTo>
                    <a:pt x="1590" y="1304"/>
                    <a:pt x="1601" y="1305"/>
                    <a:pt x="1611" y="1305"/>
                  </a:cubicBezTo>
                  <a:cubicBezTo>
                    <a:pt x="1699" y="1305"/>
                    <a:pt x="1775" y="1216"/>
                    <a:pt x="1730" y="1126"/>
                  </a:cubicBezTo>
                  <a:cubicBezTo>
                    <a:pt x="1605" y="876"/>
                    <a:pt x="1580" y="675"/>
                    <a:pt x="1655" y="374"/>
                  </a:cubicBezTo>
                  <a:cubicBezTo>
                    <a:pt x="1672" y="272"/>
                    <a:pt x="1573" y="170"/>
                    <a:pt x="1493" y="170"/>
                  </a:cubicBezTo>
                  <a:cubicBezTo>
                    <a:pt x="1454" y="170"/>
                    <a:pt x="1420" y="193"/>
                    <a:pt x="1404" y="249"/>
                  </a:cubicBezTo>
                  <a:cubicBezTo>
                    <a:pt x="1304" y="575"/>
                    <a:pt x="953" y="825"/>
                    <a:pt x="602" y="825"/>
                  </a:cubicBezTo>
                  <a:cubicBezTo>
                    <a:pt x="502" y="825"/>
                    <a:pt x="402" y="825"/>
                    <a:pt x="477" y="675"/>
                  </a:cubicBezTo>
                  <a:cubicBezTo>
                    <a:pt x="502" y="600"/>
                    <a:pt x="602" y="525"/>
                    <a:pt x="652" y="475"/>
                  </a:cubicBezTo>
                  <a:cubicBezTo>
                    <a:pt x="759" y="350"/>
                    <a:pt x="905" y="237"/>
                    <a:pt x="1070" y="237"/>
                  </a:cubicBezTo>
                  <a:cubicBezTo>
                    <a:pt x="1137" y="237"/>
                    <a:pt x="1207" y="256"/>
                    <a:pt x="1279" y="299"/>
                  </a:cubicBezTo>
                  <a:cubicBezTo>
                    <a:pt x="1296" y="312"/>
                    <a:pt x="1312" y="318"/>
                    <a:pt x="1326" y="318"/>
                  </a:cubicBezTo>
                  <a:cubicBezTo>
                    <a:pt x="1393" y="318"/>
                    <a:pt x="1416" y="190"/>
                    <a:pt x="1354" y="149"/>
                  </a:cubicBezTo>
                  <a:cubicBezTo>
                    <a:pt x="1240" y="46"/>
                    <a:pt x="1110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1079" name="Google Shape;11079;p19"/>
          <p:cNvPicPr preferRelativeResize="0"/>
          <p:nvPr/>
        </p:nvPicPr>
        <p:blipFill rotWithShape="1">
          <a:blip r:embed="rId3">
            <a:alphaModFix/>
          </a:blip>
          <a:srcRect b="0" l="0" r="48319" t="0"/>
          <a:stretch/>
        </p:blipFill>
        <p:spPr>
          <a:xfrm>
            <a:off x="563176" y="1491175"/>
            <a:ext cx="8017649" cy="171956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080" name="Google Shape;11080;p19"/>
          <p:cNvPicPr preferRelativeResize="0"/>
          <p:nvPr/>
        </p:nvPicPr>
        <p:blipFill rotWithShape="1">
          <a:blip r:embed="rId3">
            <a:alphaModFix/>
          </a:blip>
          <a:srcRect b="55148" l="55408" r="0" t="0"/>
          <a:stretch/>
        </p:blipFill>
        <p:spPr>
          <a:xfrm>
            <a:off x="667201" y="3573525"/>
            <a:ext cx="7809597" cy="870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84" name="Shape 11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85" name="Google Shape;11085;g3b4d0c408d1_1_28"/>
          <p:cNvGrpSpPr/>
          <p:nvPr/>
        </p:nvGrpSpPr>
        <p:grpSpPr>
          <a:xfrm>
            <a:off x="446299" y="380183"/>
            <a:ext cx="2798301" cy="176025"/>
            <a:chOff x="4345425" y="2175475"/>
            <a:chExt cx="800750" cy="176025"/>
          </a:xfrm>
        </p:grpSpPr>
        <p:sp>
          <p:nvSpPr>
            <p:cNvPr id="11086" name="Google Shape;11086;g3b4d0c408d1_1_28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7" name="Google Shape;11087;g3b4d0c408d1_1_28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88" name="Google Shape;11088;g3b4d0c408d1_1_28"/>
          <p:cNvSpPr txBox="1"/>
          <p:nvPr>
            <p:ph type="title"/>
          </p:nvPr>
        </p:nvSpPr>
        <p:spPr>
          <a:xfrm>
            <a:off x="689550" y="0"/>
            <a:ext cx="52965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Exercise 2 - Adding to a set</a:t>
            </a:r>
            <a:endParaRPr/>
          </a:p>
        </p:txBody>
      </p:sp>
      <p:sp>
        <p:nvSpPr>
          <p:cNvPr id="11089" name="Google Shape;11089;g3b4d0c408d1_1_28"/>
          <p:cNvSpPr txBox="1"/>
          <p:nvPr>
            <p:ph idx="1" type="subTitle"/>
          </p:nvPr>
        </p:nvSpPr>
        <p:spPr>
          <a:xfrm>
            <a:off x="1670550" y="1498275"/>
            <a:ext cx="6374400" cy="19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Create an </a:t>
            </a:r>
            <a:r>
              <a:rPr lang="en" u="sng"/>
              <a:t>empty</a:t>
            </a:r>
            <a:r>
              <a:rPr lang="en"/>
              <a:t> </a:t>
            </a:r>
            <a:r>
              <a:rPr lang="en"/>
              <a:t>set in python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Add the numbers 67 &amp; 42 to the set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Print the set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Add the number 67 to the set again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Print the set again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93" name="Shape 1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4" name="Google Shape;11094;p10"/>
          <p:cNvSpPr txBox="1"/>
          <p:nvPr>
            <p:ph type="title"/>
          </p:nvPr>
        </p:nvSpPr>
        <p:spPr>
          <a:xfrm>
            <a:off x="1378050" y="2344775"/>
            <a:ext cx="66237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Removing Elements</a:t>
            </a:r>
            <a:endParaRPr/>
          </a:p>
        </p:txBody>
      </p:sp>
      <p:sp>
        <p:nvSpPr>
          <p:cNvPr id="11095" name="Google Shape;11095;p10"/>
          <p:cNvSpPr txBox="1"/>
          <p:nvPr>
            <p:ph idx="2" type="title"/>
          </p:nvPr>
        </p:nvSpPr>
        <p:spPr>
          <a:xfrm>
            <a:off x="3843750" y="1322001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</a:pPr>
            <a:r>
              <a:rPr lang="en"/>
              <a:t>3</a:t>
            </a:r>
            <a:endParaRPr/>
          </a:p>
        </p:txBody>
      </p:sp>
      <p:grpSp>
        <p:nvGrpSpPr>
          <p:cNvPr id="11096" name="Google Shape;11096;p10"/>
          <p:cNvGrpSpPr/>
          <p:nvPr/>
        </p:nvGrpSpPr>
        <p:grpSpPr>
          <a:xfrm>
            <a:off x="3928443" y="2086030"/>
            <a:ext cx="1287126" cy="176025"/>
            <a:chOff x="4345425" y="2175475"/>
            <a:chExt cx="800750" cy="176025"/>
          </a:xfrm>
        </p:grpSpPr>
        <p:sp>
          <p:nvSpPr>
            <p:cNvPr id="11097" name="Google Shape;11097;p10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8" name="Google Shape;11098;p10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99" name="Google Shape;11099;p10"/>
          <p:cNvGrpSpPr/>
          <p:nvPr/>
        </p:nvGrpSpPr>
        <p:grpSpPr>
          <a:xfrm>
            <a:off x="1541738" y="3108974"/>
            <a:ext cx="6053350" cy="176025"/>
            <a:chOff x="4345425" y="2175475"/>
            <a:chExt cx="800750" cy="176025"/>
          </a:xfrm>
        </p:grpSpPr>
        <p:sp>
          <p:nvSpPr>
            <p:cNvPr id="11100" name="Google Shape;11100;p10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1" name="Google Shape;11101;p10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02" name="Google Shape;11102;p10"/>
          <p:cNvGrpSpPr/>
          <p:nvPr/>
        </p:nvGrpSpPr>
        <p:grpSpPr>
          <a:xfrm flipH="1" rot="372491">
            <a:off x="1097518" y="3478413"/>
            <a:ext cx="595061" cy="675849"/>
            <a:chOff x="5464100" y="4208075"/>
            <a:chExt cx="494625" cy="579650"/>
          </a:xfrm>
        </p:grpSpPr>
        <p:sp>
          <p:nvSpPr>
            <p:cNvPr id="11103" name="Google Shape;11103;p10"/>
            <p:cNvSpPr/>
            <p:nvPr/>
          </p:nvSpPr>
          <p:spPr>
            <a:xfrm>
              <a:off x="5594650" y="4504850"/>
              <a:ext cx="341250" cy="255800"/>
            </a:xfrm>
            <a:custGeom>
              <a:rect b="b" l="l" r="r" t="t"/>
              <a:pathLst>
                <a:path extrusionOk="0" h="10232" w="13650">
                  <a:moveTo>
                    <a:pt x="11619" y="0"/>
                  </a:moveTo>
                  <a:cubicBezTo>
                    <a:pt x="11538" y="0"/>
                    <a:pt x="11454" y="19"/>
                    <a:pt x="11367" y="60"/>
                  </a:cubicBezTo>
                  <a:cubicBezTo>
                    <a:pt x="10774" y="356"/>
                    <a:pt x="10157" y="653"/>
                    <a:pt x="9587" y="973"/>
                  </a:cubicBezTo>
                  <a:cubicBezTo>
                    <a:pt x="8423" y="1657"/>
                    <a:pt x="7327" y="2388"/>
                    <a:pt x="6254" y="3209"/>
                  </a:cubicBezTo>
                  <a:cubicBezTo>
                    <a:pt x="4177" y="4784"/>
                    <a:pt x="2100" y="6359"/>
                    <a:pt x="0" y="7934"/>
                  </a:cubicBezTo>
                  <a:cubicBezTo>
                    <a:pt x="584" y="8864"/>
                    <a:pt x="1080" y="10231"/>
                    <a:pt x="2001" y="10231"/>
                  </a:cubicBezTo>
                  <a:cubicBezTo>
                    <a:pt x="2232" y="10231"/>
                    <a:pt x="2491" y="10145"/>
                    <a:pt x="2785" y="9943"/>
                  </a:cubicBezTo>
                  <a:cubicBezTo>
                    <a:pt x="3972" y="9121"/>
                    <a:pt x="5159" y="8300"/>
                    <a:pt x="6323" y="7478"/>
                  </a:cubicBezTo>
                  <a:cubicBezTo>
                    <a:pt x="7281" y="6816"/>
                    <a:pt x="13650" y="2867"/>
                    <a:pt x="13011" y="1726"/>
                  </a:cubicBezTo>
                  <a:cubicBezTo>
                    <a:pt x="12806" y="1338"/>
                    <a:pt x="12310" y="0"/>
                    <a:pt x="11619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4" name="Google Shape;11104;p10"/>
            <p:cNvSpPr/>
            <p:nvPr/>
          </p:nvSpPr>
          <p:spPr>
            <a:xfrm>
              <a:off x="5518750" y="4363750"/>
              <a:ext cx="340700" cy="255675"/>
            </a:xfrm>
            <a:custGeom>
              <a:rect b="b" l="l" r="r" t="t"/>
              <a:pathLst>
                <a:path extrusionOk="0" h="10227" w="13628">
                  <a:moveTo>
                    <a:pt x="11606" y="0"/>
                  </a:moveTo>
                  <a:cubicBezTo>
                    <a:pt x="11522" y="0"/>
                    <a:pt x="11435" y="21"/>
                    <a:pt x="11345" y="66"/>
                  </a:cubicBezTo>
                  <a:cubicBezTo>
                    <a:pt x="10751" y="362"/>
                    <a:pt x="10158" y="659"/>
                    <a:pt x="9587" y="979"/>
                  </a:cubicBezTo>
                  <a:cubicBezTo>
                    <a:pt x="8423" y="1664"/>
                    <a:pt x="7304" y="2394"/>
                    <a:pt x="6232" y="3216"/>
                  </a:cubicBezTo>
                  <a:cubicBezTo>
                    <a:pt x="4155" y="4791"/>
                    <a:pt x="2077" y="6343"/>
                    <a:pt x="0" y="7940"/>
                  </a:cubicBezTo>
                  <a:cubicBezTo>
                    <a:pt x="563" y="8867"/>
                    <a:pt x="1054" y="10226"/>
                    <a:pt x="1967" y="10226"/>
                  </a:cubicBezTo>
                  <a:cubicBezTo>
                    <a:pt x="2201" y="10226"/>
                    <a:pt x="2464" y="10136"/>
                    <a:pt x="2762" y="9926"/>
                  </a:cubicBezTo>
                  <a:cubicBezTo>
                    <a:pt x="3949" y="9127"/>
                    <a:pt x="5136" y="8306"/>
                    <a:pt x="6323" y="7484"/>
                  </a:cubicBezTo>
                  <a:cubicBezTo>
                    <a:pt x="7282" y="6822"/>
                    <a:pt x="13627" y="2873"/>
                    <a:pt x="13011" y="1732"/>
                  </a:cubicBezTo>
                  <a:cubicBezTo>
                    <a:pt x="12787" y="1346"/>
                    <a:pt x="12292" y="0"/>
                    <a:pt x="11606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5" name="Google Shape;11105;p10"/>
            <p:cNvSpPr/>
            <p:nvPr/>
          </p:nvSpPr>
          <p:spPr>
            <a:xfrm>
              <a:off x="5475950" y="4235275"/>
              <a:ext cx="281925" cy="269375"/>
            </a:xfrm>
            <a:custGeom>
              <a:rect b="b" l="l" r="r" t="t"/>
              <a:pathLst>
                <a:path extrusionOk="0" h="10775" w="11277">
                  <a:moveTo>
                    <a:pt x="1210" y="1"/>
                  </a:moveTo>
                  <a:cubicBezTo>
                    <a:pt x="1233" y="23"/>
                    <a:pt x="1233" y="46"/>
                    <a:pt x="1233" y="92"/>
                  </a:cubicBezTo>
                  <a:cubicBezTo>
                    <a:pt x="1005" y="3653"/>
                    <a:pt x="503" y="7213"/>
                    <a:pt x="0" y="10774"/>
                  </a:cubicBezTo>
                  <a:cubicBezTo>
                    <a:pt x="3607" y="7989"/>
                    <a:pt x="7396" y="5456"/>
                    <a:pt x="11276" y="3082"/>
                  </a:cubicBezTo>
                  <a:cubicBezTo>
                    <a:pt x="7967" y="1918"/>
                    <a:pt x="4634" y="868"/>
                    <a:pt x="1210" y="1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6" name="Google Shape;11106;p10"/>
            <p:cNvSpPr/>
            <p:nvPr/>
          </p:nvSpPr>
          <p:spPr>
            <a:xfrm>
              <a:off x="5717000" y="4421125"/>
              <a:ext cx="42000" cy="94525"/>
            </a:xfrm>
            <a:custGeom>
              <a:rect b="b" l="l" r="r" t="t"/>
              <a:pathLst>
                <a:path extrusionOk="0" h="3781" w="1680">
                  <a:moveTo>
                    <a:pt x="1497" y="0"/>
                  </a:moveTo>
                  <a:cubicBezTo>
                    <a:pt x="1449" y="0"/>
                    <a:pt x="1398" y="23"/>
                    <a:pt x="1360" y="76"/>
                  </a:cubicBezTo>
                  <a:cubicBezTo>
                    <a:pt x="676" y="1103"/>
                    <a:pt x="265" y="2404"/>
                    <a:pt x="14" y="3614"/>
                  </a:cubicBezTo>
                  <a:cubicBezTo>
                    <a:pt x="0" y="3720"/>
                    <a:pt x="80" y="3780"/>
                    <a:pt x="162" y="3780"/>
                  </a:cubicBezTo>
                  <a:cubicBezTo>
                    <a:pt x="221" y="3780"/>
                    <a:pt x="282" y="3749"/>
                    <a:pt x="310" y="3683"/>
                  </a:cubicBezTo>
                  <a:cubicBezTo>
                    <a:pt x="698" y="2496"/>
                    <a:pt x="1201" y="1377"/>
                    <a:pt x="1634" y="213"/>
                  </a:cubicBezTo>
                  <a:cubicBezTo>
                    <a:pt x="1680" y="91"/>
                    <a:pt x="1594" y="0"/>
                    <a:pt x="1497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7" name="Google Shape;11107;p10"/>
            <p:cNvSpPr/>
            <p:nvPr/>
          </p:nvSpPr>
          <p:spPr>
            <a:xfrm>
              <a:off x="5750000" y="4392700"/>
              <a:ext cx="46925" cy="98950"/>
            </a:xfrm>
            <a:custGeom>
              <a:rect b="b" l="l" r="r" t="t"/>
              <a:pathLst>
                <a:path extrusionOk="0" h="3958" w="1877">
                  <a:moveTo>
                    <a:pt x="1669" y="1"/>
                  </a:moveTo>
                  <a:cubicBezTo>
                    <a:pt x="1627" y="1"/>
                    <a:pt x="1584" y="22"/>
                    <a:pt x="1547" y="72"/>
                  </a:cubicBezTo>
                  <a:cubicBezTo>
                    <a:pt x="771" y="1122"/>
                    <a:pt x="360" y="2446"/>
                    <a:pt x="40" y="3701"/>
                  </a:cubicBezTo>
                  <a:cubicBezTo>
                    <a:pt x="0" y="3860"/>
                    <a:pt x="130" y="3958"/>
                    <a:pt x="259" y="3958"/>
                  </a:cubicBezTo>
                  <a:cubicBezTo>
                    <a:pt x="353" y="3958"/>
                    <a:pt x="445" y="3907"/>
                    <a:pt x="474" y="3792"/>
                  </a:cubicBezTo>
                  <a:cubicBezTo>
                    <a:pt x="816" y="2560"/>
                    <a:pt x="1410" y="1464"/>
                    <a:pt x="1843" y="277"/>
                  </a:cubicBezTo>
                  <a:cubicBezTo>
                    <a:pt x="1877" y="145"/>
                    <a:pt x="1778" y="1"/>
                    <a:pt x="1669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8" name="Google Shape;11108;p10"/>
            <p:cNvSpPr/>
            <p:nvPr/>
          </p:nvSpPr>
          <p:spPr>
            <a:xfrm>
              <a:off x="5795175" y="4403700"/>
              <a:ext cx="30450" cy="52625"/>
            </a:xfrm>
            <a:custGeom>
              <a:rect b="b" l="l" r="r" t="t"/>
              <a:pathLst>
                <a:path extrusionOk="0" h="2105" w="1218">
                  <a:moveTo>
                    <a:pt x="977" y="1"/>
                  </a:moveTo>
                  <a:cubicBezTo>
                    <a:pt x="935" y="1"/>
                    <a:pt x="893" y="14"/>
                    <a:pt x="858" y="43"/>
                  </a:cubicBezTo>
                  <a:cubicBezTo>
                    <a:pt x="356" y="522"/>
                    <a:pt x="105" y="1138"/>
                    <a:pt x="14" y="1800"/>
                  </a:cubicBezTo>
                  <a:cubicBezTo>
                    <a:pt x="0" y="1988"/>
                    <a:pt x="160" y="2104"/>
                    <a:pt x="303" y="2104"/>
                  </a:cubicBezTo>
                  <a:cubicBezTo>
                    <a:pt x="404" y="2104"/>
                    <a:pt x="497" y="2046"/>
                    <a:pt x="516" y="1914"/>
                  </a:cubicBezTo>
                  <a:cubicBezTo>
                    <a:pt x="607" y="1321"/>
                    <a:pt x="835" y="773"/>
                    <a:pt x="1132" y="248"/>
                  </a:cubicBezTo>
                  <a:cubicBezTo>
                    <a:pt x="1217" y="112"/>
                    <a:pt x="1099" y="1"/>
                    <a:pt x="97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9" name="Google Shape;11109;p10"/>
            <p:cNvSpPr/>
            <p:nvPr/>
          </p:nvSpPr>
          <p:spPr>
            <a:xfrm>
              <a:off x="5783525" y="4580275"/>
              <a:ext cx="38225" cy="81675"/>
            </a:xfrm>
            <a:custGeom>
              <a:rect b="b" l="l" r="r" t="t"/>
              <a:pathLst>
                <a:path extrusionOk="0" h="3267" w="1529">
                  <a:moveTo>
                    <a:pt x="1258" y="1"/>
                  </a:moveTo>
                  <a:cubicBezTo>
                    <a:pt x="1191" y="1"/>
                    <a:pt x="1127" y="31"/>
                    <a:pt x="1096" y="101"/>
                  </a:cubicBezTo>
                  <a:cubicBezTo>
                    <a:pt x="845" y="649"/>
                    <a:pt x="617" y="1197"/>
                    <a:pt x="411" y="1745"/>
                  </a:cubicBezTo>
                  <a:cubicBezTo>
                    <a:pt x="251" y="2201"/>
                    <a:pt x="0" y="2680"/>
                    <a:pt x="23" y="3160"/>
                  </a:cubicBezTo>
                  <a:cubicBezTo>
                    <a:pt x="23" y="3231"/>
                    <a:pt x="77" y="3267"/>
                    <a:pt x="133" y="3267"/>
                  </a:cubicBezTo>
                  <a:cubicBezTo>
                    <a:pt x="168" y="3267"/>
                    <a:pt x="203" y="3254"/>
                    <a:pt x="229" y="3228"/>
                  </a:cubicBezTo>
                  <a:cubicBezTo>
                    <a:pt x="594" y="2863"/>
                    <a:pt x="754" y="2270"/>
                    <a:pt x="936" y="1790"/>
                  </a:cubicBezTo>
                  <a:cubicBezTo>
                    <a:pt x="1142" y="1288"/>
                    <a:pt x="1324" y="763"/>
                    <a:pt x="1484" y="261"/>
                  </a:cubicBezTo>
                  <a:cubicBezTo>
                    <a:pt x="1529" y="111"/>
                    <a:pt x="1387" y="1"/>
                    <a:pt x="125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0" name="Google Shape;11110;p10"/>
            <p:cNvSpPr/>
            <p:nvPr/>
          </p:nvSpPr>
          <p:spPr>
            <a:xfrm>
              <a:off x="5824600" y="4544075"/>
              <a:ext cx="49675" cy="96575"/>
            </a:xfrm>
            <a:custGeom>
              <a:rect b="b" l="l" r="r" t="t"/>
              <a:pathLst>
                <a:path extrusionOk="0" h="3863" w="1987">
                  <a:moveTo>
                    <a:pt x="1601" y="1"/>
                  </a:moveTo>
                  <a:cubicBezTo>
                    <a:pt x="1166" y="1"/>
                    <a:pt x="939" y="623"/>
                    <a:pt x="800" y="1001"/>
                  </a:cubicBezTo>
                  <a:cubicBezTo>
                    <a:pt x="457" y="1846"/>
                    <a:pt x="115" y="2759"/>
                    <a:pt x="1" y="3672"/>
                  </a:cubicBezTo>
                  <a:cubicBezTo>
                    <a:pt x="1" y="3777"/>
                    <a:pt x="100" y="3863"/>
                    <a:pt x="188" y="3863"/>
                  </a:cubicBezTo>
                  <a:cubicBezTo>
                    <a:pt x="233" y="3863"/>
                    <a:pt x="274" y="3840"/>
                    <a:pt x="297" y="3786"/>
                  </a:cubicBezTo>
                  <a:cubicBezTo>
                    <a:pt x="526" y="3215"/>
                    <a:pt x="708" y="2645"/>
                    <a:pt x="914" y="2074"/>
                  </a:cubicBezTo>
                  <a:cubicBezTo>
                    <a:pt x="1028" y="1823"/>
                    <a:pt x="1439" y="385"/>
                    <a:pt x="1735" y="362"/>
                  </a:cubicBezTo>
                  <a:cubicBezTo>
                    <a:pt x="1918" y="362"/>
                    <a:pt x="1987" y="111"/>
                    <a:pt x="1804" y="43"/>
                  </a:cubicBezTo>
                  <a:cubicBezTo>
                    <a:pt x="1731" y="14"/>
                    <a:pt x="1664" y="1"/>
                    <a:pt x="1601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1" name="Google Shape;11111;p10"/>
            <p:cNvSpPr/>
            <p:nvPr/>
          </p:nvSpPr>
          <p:spPr>
            <a:xfrm>
              <a:off x="5876375" y="4540750"/>
              <a:ext cx="23725" cy="54675"/>
            </a:xfrm>
            <a:custGeom>
              <a:rect b="b" l="l" r="r" t="t"/>
              <a:pathLst>
                <a:path extrusionOk="0" h="2187" w="949">
                  <a:moveTo>
                    <a:pt x="772" y="1"/>
                  </a:moveTo>
                  <a:cubicBezTo>
                    <a:pt x="721" y="1"/>
                    <a:pt x="671" y="26"/>
                    <a:pt x="646" y="84"/>
                  </a:cubicBezTo>
                  <a:cubicBezTo>
                    <a:pt x="372" y="701"/>
                    <a:pt x="167" y="1317"/>
                    <a:pt x="30" y="2002"/>
                  </a:cubicBezTo>
                  <a:cubicBezTo>
                    <a:pt x="1" y="2103"/>
                    <a:pt x="101" y="2187"/>
                    <a:pt x="195" y="2187"/>
                  </a:cubicBezTo>
                  <a:cubicBezTo>
                    <a:pt x="249" y="2187"/>
                    <a:pt x="302" y="2159"/>
                    <a:pt x="326" y="2093"/>
                  </a:cubicBezTo>
                  <a:cubicBezTo>
                    <a:pt x="577" y="1477"/>
                    <a:pt x="783" y="838"/>
                    <a:pt x="920" y="176"/>
                  </a:cubicBezTo>
                  <a:cubicBezTo>
                    <a:pt x="949" y="75"/>
                    <a:pt x="859" y="1"/>
                    <a:pt x="772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2" name="Google Shape;11112;p10"/>
            <p:cNvSpPr/>
            <p:nvPr/>
          </p:nvSpPr>
          <p:spPr>
            <a:xfrm>
              <a:off x="5464100" y="4208075"/>
              <a:ext cx="334850" cy="317675"/>
            </a:xfrm>
            <a:custGeom>
              <a:rect b="b" l="l" r="r" t="t"/>
              <a:pathLst>
                <a:path extrusionOk="0" h="12707" w="13394">
                  <a:moveTo>
                    <a:pt x="2027" y="792"/>
                  </a:moveTo>
                  <a:cubicBezTo>
                    <a:pt x="5450" y="1682"/>
                    <a:pt x="8783" y="2732"/>
                    <a:pt x="12115" y="3896"/>
                  </a:cubicBezTo>
                  <a:cubicBezTo>
                    <a:pt x="8212" y="6270"/>
                    <a:pt x="4423" y="8804"/>
                    <a:pt x="817" y="11588"/>
                  </a:cubicBezTo>
                  <a:cubicBezTo>
                    <a:pt x="1319" y="8027"/>
                    <a:pt x="1821" y="4467"/>
                    <a:pt x="2049" y="906"/>
                  </a:cubicBezTo>
                  <a:cubicBezTo>
                    <a:pt x="2049" y="860"/>
                    <a:pt x="2049" y="838"/>
                    <a:pt x="2027" y="792"/>
                  </a:cubicBezTo>
                  <a:close/>
                  <a:moveTo>
                    <a:pt x="1919" y="0"/>
                  </a:moveTo>
                  <a:cubicBezTo>
                    <a:pt x="1586" y="0"/>
                    <a:pt x="1459" y="471"/>
                    <a:pt x="1707" y="678"/>
                  </a:cubicBezTo>
                  <a:cubicBezTo>
                    <a:pt x="1616" y="701"/>
                    <a:pt x="1547" y="769"/>
                    <a:pt x="1547" y="860"/>
                  </a:cubicBezTo>
                  <a:cubicBezTo>
                    <a:pt x="954" y="4649"/>
                    <a:pt x="566" y="8484"/>
                    <a:pt x="18" y="12273"/>
                  </a:cubicBezTo>
                  <a:cubicBezTo>
                    <a:pt x="0" y="12483"/>
                    <a:pt x="158" y="12707"/>
                    <a:pt x="355" y="12707"/>
                  </a:cubicBezTo>
                  <a:cubicBezTo>
                    <a:pt x="415" y="12707"/>
                    <a:pt x="479" y="12686"/>
                    <a:pt x="543" y="12638"/>
                  </a:cubicBezTo>
                  <a:cubicBezTo>
                    <a:pt x="4560" y="9534"/>
                    <a:pt x="8760" y="6658"/>
                    <a:pt x="13165" y="4124"/>
                  </a:cubicBezTo>
                  <a:cubicBezTo>
                    <a:pt x="13371" y="3987"/>
                    <a:pt x="13394" y="3577"/>
                    <a:pt x="13120" y="3485"/>
                  </a:cubicBezTo>
                  <a:cubicBezTo>
                    <a:pt x="9490" y="2139"/>
                    <a:pt x="5770" y="997"/>
                    <a:pt x="2027" y="16"/>
                  </a:cubicBezTo>
                  <a:cubicBezTo>
                    <a:pt x="1989" y="5"/>
                    <a:pt x="1953" y="0"/>
                    <a:pt x="1919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3" name="Google Shape;11113;p10"/>
            <p:cNvSpPr/>
            <p:nvPr/>
          </p:nvSpPr>
          <p:spPr>
            <a:xfrm>
              <a:off x="5495775" y="4342975"/>
              <a:ext cx="376800" cy="309500"/>
            </a:xfrm>
            <a:custGeom>
              <a:rect b="b" l="l" r="r" t="t"/>
              <a:pathLst>
                <a:path extrusionOk="0" h="12380" w="15072">
                  <a:moveTo>
                    <a:pt x="12525" y="1060"/>
                  </a:moveTo>
                  <a:cubicBezTo>
                    <a:pt x="13211" y="1060"/>
                    <a:pt x="13706" y="2403"/>
                    <a:pt x="13930" y="2768"/>
                  </a:cubicBezTo>
                  <a:cubicBezTo>
                    <a:pt x="14546" y="3933"/>
                    <a:pt x="8201" y="7858"/>
                    <a:pt x="7242" y="8520"/>
                  </a:cubicBezTo>
                  <a:cubicBezTo>
                    <a:pt x="6055" y="9342"/>
                    <a:pt x="4868" y="10164"/>
                    <a:pt x="3681" y="10986"/>
                  </a:cubicBezTo>
                  <a:cubicBezTo>
                    <a:pt x="3388" y="11187"/>
                    <a:pt x="3129" y="11274"/>
                    <a:pt x="2897" y="11274"/>
                  </a:cubicBezTo>
                  <a:cubicBezTo>
                    <a:pt x="1977" y="11274"/>
                    <a:pt x="1485" y="9907"/>
                    <a:pt x="919" y="8977"/>
                  </a:cubicBezTo>
                  <a:cubicBezTo>
                    <a:pt x="2996" y="7402"/>
                    <a:pt x="5074" y="5827"/>
                    <a:pt x="7151" y="4252"/>
                  </a:cubicBezTo>
                  <a:cubicBezTo>
                    <a:pt x="8223" y="3453"/>
                    <a:pt x="9342" y="2700"/>
                    <a:pt x="10483" y="2038"/>
                  </a:cubicBezTo>
                  <a:cubicBezTo>
                    <a:pt x="11077" y="1696"/>
                    <a:pt x="11670" y="1399"/>
                    <a:pt x="12264" y="1125"/>
                  </a:cubicBezTo>
                  <a:cubicBezTo>
                    <a:pt x="12354" y="1080"/>
                    <a:pt x="12441" y="1060"/>
                    <a:pt x="12525" y="1060"/>
                  </a:cubicBezTo>
                  <a:close/>
                  <a:moveTo>
                    <a:pt x="12828" y="1"/>
                  </a:moveTo>
                  <a:cubicBezTo>
                    <a:pt x="11774" y="1"/>
                    <a:pt x="10261" y="1278"/>
                    <a:pt x="9525" y="1741"/>
                  </a:cubicBezTo>
                  <a:cubicBezTo>
                    <a:pt x="6215" y="3818"/>
                    <a:pt x="3248" y="6512"/>
                    <a:pt x="189" y="8908"/>
                  </a:cubicBezTo>
                  <a:cubicBezTo>
                    <a:pt x="1" y="9059"/>
                    <a:pt x="139" y="9365"/>
                    <a:pt x="334" y="9365"/>
                  </a:cubicBezTo>
                  <a:cubicBezTo>
                    <a:pt x="375" y="9365"/>
                    <a:pt x="419" y="9351"/>
                    <a:pt x="463" y="9319"/>
                  </a:cubicBezTo>
                  <a:cubicBezTo>
                    <a:pt x="486" y="9296"/>
                    <a:pt x="509" y="9274"/>
                    <a:pt x="531" y="9251"/>
                  </a:cubicBezTo>
                  <a:cubicBezTo>
                    <a:pt x="1125" y="10278"/>
                    <a:pt x="1741" y="11282"/>
                    <a:pt x="2426" y="12241"/>
                  </a:cubicBezTo>
                  <a:cubicBezTo>
                    <a:pt x="2485" y="12329"/>
                    <a:pt x="2582" y="12380"/>
                    <a:pt x="2680" y="12380"/>
                  </a:cubicBezTo>
                  <a:cubicBezTo>
                    <a:pt x="2734" y="12380"/>
                    <a:pt x="2788" y="12365"/>
                    <a:pt x="2837" y="12332"/>
                  </a:cubicBezTo>
                  <a:cubicBezTo>
                    <a:pt x="6991" y="9662"/>
                    <a:pt x="11396" y="6968"/>
                    <a:pt x="14934" y="3453"/>
                  </a:cubicBezTo>
                  <a:cubicBezTo>
                    <a:pt x="15071" y="3316"/>
                    <a:pt x="15048" y="3111"/>
                    <a:pt x="14957" y="2951"/>
                  </a:cubicBezTo>
                  <a:cubicBezTo>
                    <a:pt x="14592" y="2266"/>
                    <a:pt x="13930" y="212"/>
                    <a:pt x="13085" y="29"/>
                  </a:cubicBezTo>
                  <a:cubicBezTo>
                    <a:pt x="13003" y="10"/>
                    <a:pt x="12917" y="1"/>
                    <a:pt x="1282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4" name="Google Shape;11114;p10"/>
            <p:cNvSpPr/>
            <p:nvPr/>
          </p:nvSpPr>
          <p:spPr>
            <a:xfrm>
              <a:off x="5582050" y="4477650"/>
              <a:ext cx="376675" cy="310075"/>
            </a:xfrm>
            <a:custGeom>
              <a:rect b="b" l="l" r="r" t="t"/>
              <a:pathLst>
                <a:path extrusionOk="0" h="12403" w="15067">
                  <a:moveTo>
                    <a:pt x="12512" y="1065"/>
                  </a:moveTo>
                  <a:cubicBezTo>
                    <a:pt x="13207" y="1065"/>
                    <a:pt x="13721" y="2403"/>
                    <a:pt x="13925" y="2791"/>
                  </a:cubicBezTo>
                  <a:cubicBezTo>
                    <a:pt x="14542" y="3932"/>
                    <a:pt x="8196" y="7881"/>
                    <a:pt x="7238" y="8543"/>
                  </a:cubicBezTo>
                  <a:cubicBezTo>
                    <a:pt x="6051" y="9365"/>
                    <a:pt x="4864" y="10186"/>
                    <a:pt x="3677" y="11008"/>
                  </a:cubicBezTo>
                  <a:cubicBezTo>
                    <a:pt x="3383" y="11210"/>
                    <a:pt x="3124" y="11297"/>
                    <a:pt x="2893" y="11297"/>
                  </a:cubicBezTo>
                  <a:cubicBezTo>
                    <a:pt x="1973" y="11297"/>
                    <a:pt x="1480" y="9930"/>
                    <a:pt x="915" y="8999"/>
                  </a:cubicBezTo>
                  <a:cubicBezTo>
                    <a:pt x="2992" y="7425"/>
                    <a:pt x="5069" y="5850"/>
                    <a:pt x="7169" y="4275"/>
                  </a:cubicBezTo>
                  <a:cubicBezTo>
                    <a:pt x="8219" y="3453"/>
                    <a:pt x="9338" y="2723"/>
                    <a:pt x="10502" y="2038"/>
                  </a:cubicBezTo>
                  <a:cubicBezTo>
                    <a:pt x="11072" y="1718"/>
                    <a:pt x="11666" y="1422"/>
                    <a:pt x="12259" y="1125"/>
                  </a:cubicBezTo>
                  <a:cubicBezTo>
                    <a:pt x="12346" y="1084"/>
                    <a:pt x="12430" y="1065"/>
                    <a:pt x="12512" y="1065"/>
                  </a:cubicBezTo>
                  <a:close/>
                  <a:moveTo>
                    <a:pt x="12827" y="1"/>
                  </a:moveTo>
                  <a:cubicBezTo>
                    <a:pt x="11773" y="1"/>
                    <a:pt x="10258" y="1300"/>
                    <a:pt x="9520" y="1764"/>
                  </a:cubicBezTo>
                  <a:cubicBezTo>
                    <a:pt x="6233" y="3841"/>
                    <a:pt x="3266" y="6512"/>
                    <a:pt x="207" y="8931"/>
                  </a:cubicBezTo>
                  <a:cubicBezTo>
                    <a:pt x="0" y="9082"/>
                    <a:pt x="135" y="9388"/>
                    <a:pt x="329" y="9388"/>
                  </a:cubicBezTo>
                  <a:cubicBezTo>
                    <a:pt x="371" y="9388"/>
                    <a:pt x="415" y="9374"/>
                    <a:pt x="459" y="9342"/>
                  </a:cubicBezTo>
                  <a:cubicBezTo>
                    <a:pt x="481" y="9319"/>
                    <a:pt x="504" y="9296"/>
                    <a:pt x="550" y="9273"/>
                  </a:cubicBezTo>
                  <a:cubicBezTo>
                    <a:pt x="1120" y="10301"/>
                    <a:pt x="1737" y="11282"/>
                    <a:pt x="2421" y="12263"/>
                  </a:cubicBezTo>
                  <a:cubicBezTo>
                    <a:pt x="2480" y="12352"/>
                    <a:pt x="2577" y="12402"/>
                    <a:pt x="2676" y="12402"/>
                  </a:cubicBezTo>
                  <a:cubicBezTo>
                    <a:pt x="2730" y="12402"/>
                    <a:pt x="2784" y="12387"/>
                    <a:pt x="2832" y="12355"/>
                  </a:cubicBezTo>
                  <a:cubicBezTo>
                    <a:pt x="7009" y="9661"/>
                    <a:pt x="11392" y="6968"/>
                    <a:pt x="14930" y="3476"/>
                  </a:cubicBezTo>
                  <a:cubicBezTo>
                    <a:pt x="15067" y="3339"/>
                    <a:pt x="15067" y="3111"/>
                    <a:pt x="14975" y="2951"/>
                  </a:cubicBezTo>
                  <a:cubicBezTo>
                    <a:pt x="14587" y="2289"/>
                    <a:pt x="13925" y="235"/>
                    <a:pt x="13081" y="29"/>
                  </a:cubicBezTo>
                  <a:cubicBezTo>
                    <a:pt x="13000" y="10"/>
                    <a:pt x="12915" y="1"/>
                    <a:pt x="1282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15" name="Google Shape;11115;p10"/>
          <p:cNvGrpSpPr/>
          <p:nvPr/>
        </p:nvGrpSpPr>
        <p:grpSpPr>
          <a:xfrm rot="9456294">
            <a:off x="6849679" y="3273665"/>
            <a:ext cx="2306041" cy="512923"/>
            <a:chOff x="7051300" y="3461525"/>
            <a:chExt cx="2305988" cy="512912"/>
          </a:xfrm>
        </p:grpSpPr>
        <p:sp>
          <p:nvSpPr>
            <p:cNvPr id="11116" name="Google Shape;11116;p10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7" name="Google Shape;11117;p10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8" name="Google Shape;11118;p10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9" name="Google Shape;11119;p10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0" name="Google Shape;11120;p10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1" name="Google Shape;11121;p10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2" name="Google Shape;11122;p10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3" name="Google Shape;11123;p10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4" name="Google Shape;11124;p10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5" name="Google Shape;11125;p10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6" name="Google Shape;11126;p10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7" name="Google Shape;11127;p10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8" name="Google Shape;11128;p10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9" name="Google Shape;11129;p10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0" name="Google Shape;11130;p10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1" name="Google Shape;11131;p10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2" name="Google Shape;11132;p10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3" name="Google Shape;11133;p10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34" name="Google Shape;11134;p10"/>
          <p:cNvGrpSpPr/>
          <p:nvPr/>
        </p:nvGrpSpPr>
        <p:grpSpPr>
          <a:xfrm rot="854098">
            <a:off x="7782856" y="510397"/>
            <a:ext cx="639528" cy="438002"/>
            <a:chOff x="5501450" y="2545600"/>
            <a:chExt cx="639525" cy="438000"/>
          </a:xfrm>
        </p:grpSpPr>
        <p:sp>
          <p:nvSpPr>
            <p:cNvPr id="11135" name="Google Shape;11135;p10"/>
            <p:cNvSpPr/>
            <p:nvPr/>
          </p:nvSpPr>
          <p:spPr>
            <a:xfrm>
              <a:off x="5501450" y="2545600"/>
              <a:ext cx="639525" cy="438000"/>
            </a:xfrm>
            <a:custGeom>
              <a:rect b="b" l="l" r="r" t="t"/>
              <a:pathLst>
                <a:path extrusionOk="0" h="17520" w="25581">
                  <a:moveTo>
                    <a:pt x="2054" y="916"/>
                  </a:moveTo>
                  <a:cubicBezTo>
                    <a:pt x="4249" y="1273"/>
                    <a:pt x="6534" y="1376"/>
                    <a:pt x="8837" y="1376"/>
                  </a:cubicBezTo>
                  <a:cubicBezTo>
                    <a:pt x="11993" y="1376"/>
                    <a:pt x="15185" y="1183"/>
                    <a:pt x="18229" y="1183"/>
                  </a:cubicBezTo>
                  <a:cubicBezTo>
                    <a:pt x="18767" y="1183"/>
                    <a:pt x="19366" y="1142"/>
                    <a:pt x="19969" y="1142"/>
                  </a:cubicBezTo>
                  <a:cubicBezTo>
                    <a:pt x="21476" y="1142"/>
                    <a:pt x="23008" y="1398"/>
                    <a:pt x="23668" y="3189"/>
                  </a:cubicBezTo>
                  <a:cubicBezTo>
                    <a:pt x="24139" y="4443"/>
                    <a:pt x="23998" y="6292"/>
                    <a:pt x="24045" y="7625"/>
                  </a:cubicBezTo>
                  <a:cubicBezTo>
                    <a:pt x="24154" y="10242"/>
                    <a:pt x="24076" y="12876"/>
                    <a:pt x="23904" y="15493"/>
                  </a:cubicBezTo>
                  <a:cubicBezTo>
                    <a:pt x="19549" y="16044"/>
                    <a:pt x="15184" y="16308"/>
                    <a:pt x="10802" y="16308"/>
                  </a:cubicBezTo>
                  <a:cubicBezTo>
                    <a:pt x="9570" y="16308"/>
                    <a:pt x="8336" y="16287"/>
                    <a:pt x="7101" y="16246"/>
                  </a:cubicBezTo>
                  <a:cubicBezTo>
                    <a:pt x="5141" y="16167"/>
                    <a:pt x="2398" y="16543"/>
                    <a:pt x="1505" y="14036"/>
                  </a:cubicBezTo>
                  <a:cubicBezTo>
                    <a:pt x="1066" y="12782"/>
                    <a:pt x="1270" y="10916"/>
                    <a:pt x="1207" y="9600"/>
                  </a:cubicBezTo>
                  <a:cubicBezTo>
                    <a:pt x="1160" y="8659"/>
                    <a:pt x="235" y="1700"/>
                    <a:pt x="2054" y="916"/>
                  </a:cubicBezTo>
                  <a:close/>
                  <a:moveTo>
                    <a:pt x="1928" y="0"/>
                  </a:moveTo>
                  <a:cubicBezTo>
                    <a:pt x="478" y="0"/>
                    <a:pt x="29" y="2119"/>
                    <a:pt x="16" y="3518"/>
                  </a:cubicBezTo>
                  <a:cubicBezTo>
                    <a:pt x="0" y="5869"/>
                    <a:pt x="204" y="8252"/>
                    <a:pt x="282" y="10603"/>
                  </a:cubicBezTo>
                  <a:cubicBezTo>
                    <a:pt x="345" y="12139"/>
                    <a:pt x="157" y="14098"/>
                    <a:pt x="1003" y="15462"/>
                  </a:cubicBezTo>
                  <a:cubicBezTo>
                    <a:pt x="2119" y="17247"/>
                    <a:pt x="4806" y="17520"/>
                    <a:pt x="7212" y="17520"/>
                  </a:cubicBezTo>
                  <a:cubicBezTo>
                    <a:pt x="8268" y="17520"/>
                    <a:pt x="9269" y="17467"/>
                    <a:pt x="10061" y="17467"/>
                  </a:cubicBezTo>
                  <a:cubicBezTo>
                    <a:pt x="10126" y="17467"/>
                    <a:pt x="10189" y="17468"/>
                    <a:pt x="10251" y="17468"/>
                  </a:cubicBezTo>
                  <a:cubicBezTo>
                    <a:pt x="10550" y="17471"/>
                    <a:pt x="10848" y="17473"/>
                    <a:pt x="11146" y="17473"/>
                  </a:cubicBezTo>
                  <a:cubicBezTo>
                    <a:pt x="15785" y="17473"/>
                    <a:pt x="20422" y="17132"/>
                    <a:pt x="25016" y="16528"/>
                  </a:cubicBezTo>
                  <a:cubicBezTo>
                    <a:pt x="25581" y="16449"/>
                    <a:pt x="25549" y="15791"/>
                    <a:pt x="25189" y="15509"/>
                  </a:cubicBezTo>
                  <a:cubicBezTo>
                    <a:pt x="25440" y="11857"/>
                    <a:pt x="25534" y="8126"/>
                    <a:pt x="25110" y="4490"/>
                  </a:cubicBezTo>
                  <a:cubicBezTo>
                    <a:pt x="24907" y="2766"/>
                    <a:pt x="24515" y="995"/>
                    <a:pt x="22728" y="305"/>
                  </a:cubicBezTo>
                  <a:cubicBezTo>
                    <a:pt x="22098" y="64"/>
                    <a:pt x="21403" y="15"/>
                    <a:pt x="20716" y="15"/>
                  </a:cubicBezTo>
                  <a:cubicBezTo>
                    <a:pt x="20240" y="15"/>
                    <a:pt x="19769" y="38"/>
                    <a:pt x="19327" y="38"/>
                  </a:cubicBezTo>
                  <a:cubicBezTo>
                    <a:pt x="17132" y="38"/>
                    <a:pt x="14954" y="70"/>
                    <a:pt x="12759" y="70"/>
                  </a:cubicBezTo>
                  <a:cubicBezTo>
                    <a:pt x="12545" y="72"/>
                    <a:pt x="12330" y="73"/>
                    <a:pt x="12115" y="73"/>
                  </a:cubicBezTo>
                  <a:cubicBezTo>
                    <a:pt x="10641" y="73"/>
                    <a:pt x="9140" y="30"/>
                    <a:pt x="7640" y="30"/>
                  </a:cubicBezTo>
                  <a:cubicBezTo>
                    <a:pt x="6052" y="30"/>
                    <a:pt x="4466" y="78"/>
                    <a:pt x="2916" y="274"/>
                  </a:cubicBezTo>
                  <a:cubicBezTo>
                    <a:pt x="2544" y="84"/>
                    <a:pt x="2216" y="0"/>
                    <a:pt x="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6" name="Google Shape;11136;p10"/>
            <p:cNvSpPr/>
            <p:nvPr/>
          </p:nvSpPr>
          <p:spPr>
            <a:xfrm>
              <a:off x="5714775" y="2654925"/>
              <a:ext cx="280075" cy="257600"/>
            </a:xfrm>
            <a:custGeom>
              <a:rect b="b" l="l" r="r" t="t"/>
              <a:pathLst>
                <a:path extrusionOk="0" h="10304" w="11203">
                  <a:moveTo>
                    <a:pt x="652" y="289"/>
                  </a:moveTo>
                  <a:cubicBezTo>
                    <a:pt x="809" y="415"/>
                    <a:pt x="966" y="540"/>
                    <a:pt x="1138" y="650"/>
                  </a:cubicBezTo>
                  <a:cubicBezTo>
                    <a:pt x="1076" y="697"/>
                    <a:pt x="1044" y="775"/>
                    <a:pt x="1029" y="854"/>
                  </a:cubicBezTo>
                  <a:cubicBezTo>
                    <a:pt x="1029" y="1042"/>
                    <a:pt x="1044" y="1214"/>
                    <a:pt x="1044" y="1387"/>
                  </a:cubicBezTo>
                  <a:cubicBezTo>
                    <a:pt x="919" y="1449"/>
                    <a:pt x="825" y="1543"/>
                    <a:pt x="778" y="1669"/>
                  </a:cubicBezTo>
                  <a:cubicBezTo>
                    <a:pt x="746" y="1214"/>
                    <a:pt x="699" y="760"/>
                    <a:pt x="652" y="305"/>
                  </a:cubicBezTo>
                  <a:cubicBezTo>
                    <a:pt x="652" y="305"/>
                    <a:pt x="652" y="289"/>
                    <a:pt x="652" y="289"/>
                  </a:cubicBezTo>
                  <a:close/>
                  <a:moveTo>
                    <a:pt x="5778" y="4208"/>
                  </a:moveTo>
                  <a:lnTo>
                    <a:pt x="5778" y="4208"/>
                  </a:lnTo>
                  <a:cubicBezTo>
                    <a:pt x="6217" y="4333"/>
                    <a:pt x="6671" y="4443"/>
                    <a:pt x="7126" y="4521"/>
                  </a:cubicBezTo>
                  <a:cubicBezTo>
                    <a:pt x="7142" y="4537"/>
                    <a:pt x="7142" y="4537"/>
                    <a:pt x="7157" y="4553"/>
                  </a:cubicBezTo>
                  <a:cubicBezTo>
                    <a:pt x="6844" y="4725"/>
                    <a:pt x="6530" y="4913"/>
                    <a:pt x="6232" y="5101"/>
                  </a:cubicBezTo>
                  <a:cubicBezTo>
                    <a:pt x="6138" y="4804"/>
                    <a:pt x="5966" y="4490"/>
                    <a:pt x="5778" y="4208"/>
                  </a:cubicBezTo>
                  <a:close/>
                  <a:moveTo>
                    <a:pt x="840" y="2296"/>
                  </a:moveTo>
                  <a:lnTo>
                    <a:pt x="840" y="2296"/>
                  </a:lnTo>
                  <a:cubicBezTo>
                    <a:pt x="919" y="2672"/>
                    <a:pt x="1013" y="3032"/>
                    <a:pt x="1076" y="3393"/>
                  </a:cubicBezTo>
                  <a:cubicBezTo>
                    <a:pt x="1123" y="4694"/>
                    <a:pt x="1201" y="5995"/>
                    <a:pt x="1264" y="7280"/>
                  </a:cubicBezTo>
                  <a:cubicBezTo>
                    <a:pt x="1279" y="7500"/>
                    <a:pt x="1436" y="7641"/>
                    <a:pt x="1609" y="7688"/>
                  </a:cubicBezTo>
                  <a:cubicBezTo>
                    <a:pt x="1624" y="7923"/>
                    <a:pt x="1656" y="8142"/>
                    <a:pt x="1671" y="8377"/>
                  </a:cubicBezTo>
                  <a:cubicBezTo>
                    <a:pt x="1671" y="8503"/>
                    <a:pt x="1734" y="8612"/>
                    <a:pt x="1812" y="8706"/>
                  </a:cubicBezTo>
                  <a:cubicBezTo>
                    <a:pt x="1781" y="8753"/>
                    <a:pt x="1765" y="8801"/>
                    <a:pt x="1734" y="8848"/>
                  </a:cubicBezTo>
                  <a:cubicBezTo>
                    <a:pt x="1718" y="8910"/>
                    <a:pt x="1718" y="8957"/>
                    <a:pt x="1703" y="9004"/>
                  </a:cubicBezTo>
                  <a:cubicBezTo>
                    <a:pt x="1577" y="9130"/>
                    <a:pt x="1436" y="9239"/>
                    <a:pt x="1295" y="9365"/>
                  </a:cubicBezTo>
                  <a:cubicBezTo>
                    <a:pt x="1154" y="7014"/>
                    <a:pt x="1029" y="4647"/>
                    <a:pt x="840" y="2296"/>
                  </a:cubicBezTo>
                  <a:close/>
                  <a:moveTo>
                    <a:pt x="299" y="0"/>
                  </a:moveTo>
                  <a:cubicBezTo>
                    <a:pt x="146" y="0"/>
                    <a:pt x="0" y="102"/>
                    <a:pt x="10" y="305"/>
                  </a:cubicBezTo>
                  <a:cubicBezTo>
                    <a:pt x="88" y="3440"/>
                    <a:pt x="355" y="6575"/>
                    <a:pt x="574" y="9710"/>
                  </a:cubicBezTo>
                  <a:cubicBezTo>
                    <a:pt x="590" y="9866"/>
                    <a:pt x="684" y="9976"/>
                    <a:pt x="793" y="10023"/>
                  </a:cubicBezTo>
                  <a:cubicBezTo>
                    <a:pt x="841" y="10176"/>
                    <a:pt x="985" y="10303"/>
                    <a:pt x="1148" y="10303"/>
                  </a:cubicBezTo>
                  <a:cubicBezTo>
                    <a:pt x="1201" y="10303"/>
                    <a:pt x="1256" y="10289"/>
                    <a:pt x="1311" y="10258"/>
                  </a:cubicBezTo>
                  <a:cubicBezTo>
                    <a:pt x="1718" y="10070"/>
                    <a:pt x="2110" y="9851"/>
                    <a:pt x="2486" y="9647"/>
                  </a:cubicBezTo>
                  <a:cubicBezTo>
                    <a:pt x="2627" y="9631"/>
                    <a:pt x="2753" y="9569"/>
                    <a:pt x="2847" y="9475"/>
                  </a:cubicBezTo>
                  <a:cubicBezTo>
                    <a:pt x="2894" y="9427"/>
                    <a:pt x="2941" y="9396"/>
                    <a:pt x="2988" y="9349"/>
                  </a:cubicBezTo>
                  <a:cubicBezTo>
                    <a:pt x="5417" y="7938"/>
                    <a:pt x="7721" y="6199"/>
                    <a:pt x="10151" y="4819"/>
                  </a:cubicBezTo>
                  <a:cubicBezTo>
                    <a:pt x="10229" y="4757"/>
                    <a:pt x="10292" y="4694"/>
                    <a:pt x="10323" y="4615"/>
                  </a:cubicBezTo>
                  <a:cubicBezTo>
                    <a:pt x="10383" y="4639"/>
                    <a:pt x="10441" y="4649"/>
                    <a:pt x="10497" y="4649"/>
                  </a:cubicBezTo>
                  <a:cubicBezTo>
                    <a:pt x="10925" y="4649"/>
                    <a:pt x="11203" y="4024"/>
                    <a:pt x="10731" y="3816"/>
                  </a:cubicBezTo>
                  <a:cubicBezTo>
                    <a:pt x="9101" y="3032"/>
                    <a:pt x="7439" y="2296"/>
                    <a:pt x="5762" y="1606"/>
                  </a:cubicBezTo>
                  <a:cubicBezTo>
                    <a:pt x="4238" y="987"/>
                    <a:pt x="2525" y="34"/>
                    <a:pt x="860" y="34"/>
                  </a:cubicBezTo>
                  <a:cubicBezTo>
                    <a:pt x="796" y="34"/>
                    <a:pt x="732" y="36"/>
                    <a:pt x="668" y="39"/>
                  </a:cubicBezTo>
                  <a:cubicBezTo>
                    <a:pt x="621" y="39"/>
                    <a:pt x="590" y="70"/>
                    <a:pt x="558" y="117"/>
                  </a:cubicBezTo>
                  <a:cubicBezTo>
                    <a:pt x="492" y="39"/>
                    <a:pt x="39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0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0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0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0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140" name="Shape 11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41" name="Google Shape;11141;p11"/>
          <p:cNvGrpSpPr/>
          <p:nvPr/>
        </p:nvGrpSpPr>
        <p:grpSpPr>
          <a:xfrm rot="774136">
            <a:off x="1633044" y="2577318"/>
            <a:ext cx="1303213" cy="585343"/>
            <a:chOff x="4345425" y="2175475"/>
            <a:chExt cx="800750" cy="176025"/>
          </a:xfrm>
        </p:grpSpPr>
        <p:sp>
          <p:nvSpPr>
            <p:cNvPr id="11142" name="Google Shape;11142;p1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3" name="Google Shape;11143;p1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44" name="Google Shape;11144;p11"/>
          <p:cNvGrpSpPr/>
          <p:nvPr/>
        </p:nvGrpSpPr>
        <p:grpSpPr>
          <a:xfrm rot="774136">
            <a:off x="6244644" y="2577318"/>
            <a:ext cx="1303213" cy="585343"/>
            <a:chOff x="4345425" y="2175475"/>
            <a:chExt cx="800750" cy="176025"/>
          </a:xfrm>
        </p:grpSpPr>
        <p:sp>
          <p:nvSpPr>
            <p:cNvPr id="11145" name="Google Shape;11145;p1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6" name="Google Shape;11146;p1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47" name="Google Shape;11147;p11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.remove()</a:t>
            </a:r>
            <a:endParaRPr/>
          </a:p>
        </p:txBody>
      </p:sp>
      <p:sp>
        <p:nvSpPr>
          <p:cNvPr id="11148" name="Google Shape;11148;p11"/>
          <p:cNvSpPr txBox="1"/>
          <p:nvPr>
            <p:ph idx="1" type="body"/>
          </p:nvPr>
        </p:nvSpPr>
        <p:spPr>
          <a:xfrm>
            <a:off x="720000" y="30615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Is a function that helps you remove a specific value from a list. </a:t>
            </a:r>
            <a:endParaRPr/>
          </a:p>
        </p:txBody>
      </p:sp>
      <p:sp>
        <p:nvSpPr>
          <p:cNvPr id="11149" name="Google Shape;11149;p11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"/>
              <a:t>.pop()</a:t>
            </a:r>
            <a:endParaRPr/>
          </a:p>
        </p:txBody>
      </p:sp>
      <p:sp>
        <p:nvSpPr>
          <p:cNvPr id="11150" name="Google Shape;11150;p11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How can I remove elements?</a:t>
            </a:r>
            <a:endParaRPr/>
          </a:p>
        </p:txBody>
      </p:sp>
      <p:sp>
        <p:nvSpPr>
          <p:cNvPr id="11151" name="Google Shape;11151;p11"/>
          <p:cNvSpPr txBox="1"/>
          <p:nvPr>
            <p:ph idx="2" type="body"/>
          </p:nvPr>
        </p:nvSpPr>
        <p:spPr>
          <a:xfrm>
            <a:off x="5368500" y="30615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Is a function that allows you to remove an arbitrary element </a:t>
            </a:r>
            <a:endParaRPr/>
          </a:p>
        </p:txBody>
      </p:sp>
      <p:grpSp>
        <p:nvGrpSpPr>
          <p:cNvPr id="11152" name="Google Shape;11152;p11"/>
          <p:cNvGrpSpPr/>
          <p:nvPr/>
        </p:nvGrpSpPr>
        <p:grpSpPr>
          <a:xfrm>
            <a:off x="6682192" y="859247"/>
            <a:ext cx="1491960" cy="454575"/>
            <a:chOff x="6157325" y="1245050"/>
            <a:chExt cx="554900" cy="169075"/>
          </a:xfrm>
        </p:grpSpPr>
        <p:sp>
          <p:nvSpPr>
            <p:cNvPr id="11153" name="Google Shape;11153;p11"/>
            <p:cNvSpPr/>
            <p:nvPr/>
          </p:nvSpPr>
          <p:spPr>
            <a:xfrm>
              <a:off x="6157325" y="1320350"/>
              <a:ext cx="47050" cy="41875"/>
            </a:xfrm>
            <a:custGeom>
              <a:rect b="b" l="l" r="r" t="t"/>
              <a:pathLst>
                <a:path extrusionOk="0" h="1675" w="1882">
                  <a:moveTo>
                    <a:pt x="1759" y="0"/>
                  </a:moveTo>
                  <a:cubicBezTo>
                    <a:pt x="1737" y="0"/>
                    <a:pt x="1714" y="11"/>
                    <a:pt x="1694" y="37"/>
                  </a:cubicBezTo>
                  <a:cubicBezTo>
                    <a:pt x="1494" y="263"/>
                    <a:pt x="1268" y="463"/>
                    <a:pt x="1042" y="689"/>
                  </a:cubicBezTo>
                  <a:cubicBezTo>
                    <a:pt x="842" y="463"/>
                    <a:pt x="641" y="263"/>
                    <a:pt x="416" y="62"/>
                  </a:cubicBezTo>
                  <a:cubicBezTo>
                    <a:pt x="387" y="26"/>
                    <a:pt x="349" y="10"/>
                    <a:pt x="313" y="10"/>
                  </a:cubicBezTo>
                  <a:cubicBezTo>
                    <a:pt x="226" y="10"/>
                    <a:pt x="152" y="99"/>
                    <a:pt x="240" y="188"/>
                  </a:cubicBezTo>
                  <a:cubicBezTo>
                    <a:pt x="441" y="413"/>
                    <a:pt x="641" y="639"/>
                    <a:pt x="842" y="839"/>
                  </a:cubicBezTo>
                  <a:cubicBezTo>
                    <a:pt x="591" y="1040"/>
                    <a:pt x="316" y="1190"/>
                    <a:pt x="90" y="1416"/>
                  </a:cubicBezTo>
                  <a:cubicBezTo>
                    <a:pt x="1" y="1505"/>
                    <a:pt x="91" y="1674"/>
                    <a:pt x="200" y="1674"/>
                  </a:cubicBezTo>
                  <a:cubicBezTo>
                    <a:pt x="213" y="1674"/>
                    <a:pt x="227" y="1672"/>
                    <a:pt x="240" y="1666"/>
                  </a:cubicBezTo>
                  <a:cubicBezTo>
                    <a:pt x="541" y="1541"/>
                    <a:pt x="817" y="1290"/>
                    <a:pt x="1068" y="1065"/>
                  </a:cubicBezTo>
                  <a:cubicBezTo>
                    <a:pt x="1193" y="1215"/>
                    <a:pt x="1343" y="1366"/>
                    <a:pt x="1494" y="1466"/>
                  </a:cubicBezTo>
                  <a:cubicBezTo>
                    <a:pt x="1525" y="1481"/>
                    <a:pt x="1556" y="1488"/>
                    <a:pt x="1584" y="1488"/>
                  </a:cubicBezTo>
                  <a:cubicBezTo>
                    <a:pt x="1694" y="1488"/>
                    <a:pt x="1769" y="1385"/>
                    <a:pt x="1669" y="1265"/>
                  </a:cubicBezTo>
                  <a:cubicBezTo>
                    <a:pt x="1569" y="1115"/>
                    <a:pt x="1418" y="990"/>
                    <a:pt x="1268" y="864"/>
                  </a:cubicBezTo>
                  <a:cubicBezTo>
                    <a:pt x="1469" y="639"/>
                    <a:pt x="1669" y="413"/>
                    <a:pt x="1844" y="163"/>
                  </a:cubicBezTo>
                  <a:cubicBezTo>
                    <a:pt x="1882" y="88"/>
                    <a:pt x="182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4" name="Google Shape;11154;p11"/>
            <p:cNvSpPr/>
            <p:nvPr/>
          </p:nvSpPr>
          <p:spPr>
            <a:xfrm>
              <a:off x="6224725" y="1327375"/>
              <a:ext cx="46400" cy="9125"/>
            </a:xfrm>
            <a:custGeom>
              <a:rect b="b" l="l" r="r" t="t"/>
              <a:pathLst>
                <a:path extrusionOk="0" h="365" w="1856">
                  <a:moveTo>
                    <a:pt x="1282" y="1"/>
                  </a:moveTo>
                  <a:cubicBezTo>
                    <a:pt x="1160" y="1"/>
                    <a:pt x="1041" y="7"/>
                    <a:pt x="928" y="7"/>
                  </a:cubicBezTo>
                  <a:lnTo>
                    <a:pt x="151" y="7"/>
                  </a:lnTo>
                  <a:cubicBezTo>
                    <a:pt x="1" y="7"/>
                    <a:pt x="26" y="258"/>
                    <a:pt x="151" y="258"/>
                  </a:cubicBezTo>
                  <a:cubicBezTo>
                    <a:pt x="427" y="283"/>
                    <a:pt x="677" y="308"/>
                    <a:pt x="953" y="308"/>
                  </a:cubicBezTo>
                  <a:cubicBezTo>
                    <a:pt x="1135" y="328"/>
                    <a:pt x="1334" y="365"/>
                    <a:pt x="1536" y="365"/>
                  </a:cubicBezTo>
                  <a:cubicBezTo>
                    <a:pt x="1584" y="365"/>
                    <a:pt x="1632" y="363"/>
                    <a:pt x="1680" y="358"/>
                  </a:cubicBezTo>
                  <a:cubicBezTo>
                    <a:pt x="1855" y="308"/>
                    <a:pt x="1780" y="82"/>
                    <a:pt x="1655" y="32"/>
                  </a:cubicBezTo>
                  <a:cubicBezTo>
                    <a:pt x="1529" y="7"/>
                    <a:pt x="140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5" name="Google Shape;11155;p11"/>
            <p:cNvSpPr/>
            <p:nvPr/>
          </p:nvSpPr>
          <p:spPr>
            <a:xfrm>
              <a:off x="6217875" y="1343050"/>
              <a:ext cx="49475" cy="9600"/>
            </a:xfrm>
            <a:custGeom>
              <a:rect b="b" l="l" r="r" t="t"/>
              <a:pathLst>
                <a:path extrusionOk="0" h="384" w="1979">
                  <a:moveTo>
                    <a:pt x="134" y="0"/>
                  </a:moveTo>
                  <a:cubicBezTo>
                    <a:pt x="0" y="0"/>
                    <a:pt x="13" y="236"/>
                    <a:pt x="174" y="282"/>
                  </a:cubicBezTo>
                  <a:cubicBezTo>
                    <a:pt x="475" y="357"/>
                    <a:pt x="801" y="382"/>
                    <a:pt x="1102" y="382"/>
                  </a:cubicBezTo>
                  <a:cubicBezTo>
                    <a:pt x="1157" y="382"/>
                    <a:pt x="1215" y="383"/>
                    <a:pt x="1274" y="383"/>
                  </a:cubicBezTo>
                  <a:cubicBezTo>
                    <a:pt x="1512" y="383"/>
                    <a:pt x="1768" y="367"/>
                    <a:pt x="1929" y="207"/>
                  </a:cubicBezTo>
                  <a:cubicBezTo>
                    <a:pt x="1979" y="157"/>
                    <a:pt x="1954" y="32"/>
                    <a:pt x="1854" y="32"/>
                  </a:cubicBezTo>
                  <a:cubicBezTo>
                    <a:pt x="1787" y="12"/>
                    <a:pt x="1721" y="4"/>
                    <a:pt x="1655" y="4"/>
                  </a:cubicBezTo>
                  <a:cubicBezTo>
                    <a:pt x="1471" y="4"/>
                    <a:pt x="1286" y="63"/>
                    <a:pt x="1102" y="82"/>
                  </a:cubicBezTo>
                  <a:cubicBezTo>
                    <a:pt x="801" y="82"/>
                    <a:pt x="500" y="57"/>
                    <a:pt x="174" y="7"/>
                  </a:cubicBezTo>
                  <a:cubicBezTo>
                    <a:pt x="160" y="2"/>
                    <a:pt x="147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6" name="Google Shape;11156;p11"/>
            <p:cNvSpPr/>
            <p:nvPr/>
          </p:nvSpPr>
          <p:spPr>
            <a:xfrm>
              <a:off x="6284250" y="1264050"/>
              <a:ext cx="44700" cy="50275"/>
            </a:xfrm>
            <a:custGeom>
              <a:rect b="b" l="l" r="r" t="t"/>
              <a:pathLst>
                <a:path extrusionOk="0" h="2011" w="1788">
                  <a:moveTo>
                    <a:pt x="495" y="0"/>
                  </a:moveTo>
                  <a:cubicBezTo>
                    <a:pt x="458" y="0"/>
                    <a:pt x="427" y="25"/>
                    <a:pt x="427" y="84"/>
                  </a:cubicBezTo>
                  <a:cubicBezTo>
                    <a:pt x="402" y="510"/>
                    <a:pt x="402" y="911"/>
                    <a:pt x="376" y="1337"/>
                  </a:cubicBezTo>
                  <a:cubicBezTo>
                    <a:pt x="376" y="1411"/>
                    <a:pt x="445" y="1499"/>
                    <a:pt x="522" y="1499"/>
                  </a:cubicBezTo>
                  <a:cubicBezTo>
                    <a:pt x="548" y="1499"/>
                    <a:pt x="576" y="1488"/>
                    <a:pt x="602" y="1462"/>
                  </a:cubicBezTo>
                  <a:cubicBezTo>
                    <a:pt x="727" y="1387"/>
                    <a:pt x="878" y="1262"/>
                    <a:pt x="1028" y="1212"/>
                  </a:cubicBezTo>
                  <a:cubicBezTo>
                    <a:pt x="1080" y="1186"/>
                    <a:pt x="1128" y="1173"/>
                    <a:pt x="1173" y="1173"/>
                  </a:cubicBezTo>
                  <a:cubicBezTo>
                    <a:pt x="1300" y="1173"/>
                    <a:pt x="1392" y="1276"/>
                    <a:pt x="1429" y="1462"/>
                  </a:cubicBezTo>
                  <a:cubicBezTo>
                    <a:pt x="1354" y="1537"/>
                    <a:pt x="1279" y="1588"/>
                    <a:pt x="1204" y="1613"/>
                  </a:cubicBezTo>
                  <a:cubicBezTo>
                    <a:pt x="878" y="1713"/>
                    <a:pt x="502" y="1713"/>
                    <a:pt x="176" y="1713"/>
                  </a:cubicBezTo>
                  <a:cubicBezTo>
                    <a:pt x="1" y="1713"/>
                    <a:pt x="51" y="1963"/>
                    <a:pt x="176" y="1989"/>
                  </a:cubicBezTo>
                  <a:cubicBezTo>
                    <a:pt x="271" y="2000"/>
                    <a:pt x="413" y="2011"/>
                    <a:pt x="573" y="2011"/>
                  </a:cubicBezTo>
                  <a:cubicBezTo>
                    <a:pt x="1087" y="2011"/>
                    <a:pt x="1787" y="1903"/>
                    <a:pt x="1730" y="1387"/>
                  </a:cubicBezTo>
                  <a:cubicBezTo>
                    <a:pt x="1730" y="1136"/>
                    <a:pt x="1479" y="936"/>
                    <a:pt x="1254" y="911"/>
                  </a:cubicBezTo>
                  <a:cubicBezTo>
                    <a:pt x="1213" y="902"/>
                    <a:pt x="1173" y="898"/>
                    <a:pt x="1134" y="898"/>
                  </a:cubicBezTo>
                  <a:cubicBezTo>
                    <a:pt x="957" y="898"/>
                    <a:pt x="796" y="984"/>
                    <a:pt x="652" y="1086"/>
                  </a:cubicBezTo>
                  <a:cubicBezTo>
                    <a:pt x="652" y="760"/>
                    <a:pt x="627" y="460"/>
                    <a:pt x="627" y="134"/>
                  </a:cubicBezTo>
                  <a:cubicBezTo>
                    <a:pt x="627" y="58"/>
                    <a:pt x="553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7" name="Google Shape;11157;p11"/>
            <p:cNvSpPr/>
            <p:nvPr/>
          </p:nvSpPr>
          <p:spPr>
            <a:xfrm>
              <a:off x="6255000" y="1287300"/>
              <a:ext cx="30525" cy="9800"/>
            </a:xfrm>
            <a:custGeom>
              <a:rect b="b" l="l" r="r" t="t"/>
              <a:pathLst>
                <a:path extrusionOk="0" h="392" w="1221">
                  <a:moveTo>
                    <a:pt x="633" y="1"/>
                  </a:moveTo>
                  <a:cubicBezTo>
                    <a:pt x="472" y="1"/>
                    <a:pt x="310" y="20"/>
                    <a:pt x="193" y="31"/>
                  </a:cubicBezTo>
                  <a:cubicBezTo>
                    <a:pt x="1" y="55"/>
                    <a:pt x="62" y="333"/>
                    <a:pt x="245" y="333"/>
                  </a:cubicBezTo>
                  <a:cubicBezTo>
                    <a:pt x="252" y="333"/>
                    <a:pt x="260" y="333"/>
                    <a:pt x="268" y="332"/>
                  </a:cubicBezTo>
                  <a:cubicBezTo>
                    <a:pt x="444" y="332"/>
                    <a:pt x="619" y="332"/>
                    <a:pt x="820" y="357"/>
                  </a:cubicBezTo>
                  <a:cubicBezTo>
                    <a:pt x="888" y="371"/>
                    <a:pt x="949" y="392"/>
                    <a:pt x="1011" y="392"/>
                  </a:cubicBezTo>
                  <a:cubicBezTo>
                    <a:pt x="1062" y="392"/>
                    <a:pt x="1114" y="377"/>
                    <a:pt x="1171" y="332"/>
                  </a:cubicBezTo>
                  <a:cubicBezTo>
                    <a:pt x="1221" y="307"/>
                    <a:pt x="1196" y="231"/>
                    <a:pt x="1171" y="181"/>
                  </a:cubicBezTo>
                  <a:cubicBezTo>
                    <a:pt x="1069" y="37"/>
                    <a:pt x="852" y="1"/>
                    <a:pt x="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8" name="Google Shape;11158;p11"/>
            <p:cNvSpPr/>
            <p:nvPr/>
          </p:nvSpPr>
          <p:spPr>
            <a:xfrm>
              <a:off x="6334375" y="1284100"/>
              <a:ext cx="37000" cy="37050"/>
            </a:xfrm>
            <a:custGeom>
              <a:rect b="b" l="l" r="r" t="t"/>
              <a:pathLst>
                <a:path extrusionOk="0" h="1482" w="1480">
                  <a:moveTo>
                    <a:pt x="916" y="0"/>
                  </a:moveTo>
                  <a:cubicBezTo>
                    <a:pt x="875" y="0"/>
                    <a:pt x="838" y="25"/>
                    <a:pt x="828" y="84"/>
                  </a:cubicBezTo>
                  <a:cubicBezTo>
                    <a:pt x="803" y="334"/>
                    <a:pt x="752" y="560"/>
                    <a:pt x="677" y="786"/>
                  </a:cubicBezTo>
                  <a:cubicBezTo>
                    <a:pt x="502" y="811"/>
                    <a:pt x="326" y="836"/>
                    <a:pt x="176" y="836"/>
                  </a:cubicBezTo>
                  <a:cubicBezTo>
                    <a:pt x="1" y="861"/>
                    <a:pt x="76" y="1111"/>
                    <a:pt x="201" y="1111"/>
                  </a:cubicBezTo>
                  <a:cubicBezTo>
                    <a:pt x="326" y="1086"/>
                    <a:pt x="452" y="1061"/>
                    <a:pt x="577" y="1061"/>
                  </a:cubicBezTo>
                  <a:cubicBezTo>
                    <a:pt x="527" y="1161"/>
                    <a:pt x="502" y="1262"/>
                    <a:pt x="527" y="1362"/>
                  </a:cubicBezTo>
                  <a:cubicBezTo>
                    <a:pt x="527" y="1435"/>
                    <a:pt x="581" y="1482"/>
                    <a:pt x="639" y="1482"/>
                  </a:cubicBezTo>
                  <a:cubicBezTo>
                    <a:pt x="660" y="1482"/>
                    <a:pt x="682" y="1476"/>
                    <a:pt x="702" y="1462"/>
                  </a:cubicBezTo>
                  <a:cubicBezTo>
                    <a:pt x="828" y="1362"/>
                    <a:pt x="903" y="1187"/>
                    <a:pt x="928" y="1011"/>
                  </a:cubicBezTo>
                  <a:cubicBezTo>
                    <a:pt x="1103" y="1011"/>
                    <a:pt x="1304" y="1011"/>
                    <a:pt x="1429" y="911"/>
                  </a:cubicBezTo>
                  <a:cubicBezTo>
                    <a:pt x="1479" y="861"/>
                    <a:pt x="1479" y="786"/>
                    <a:pt x="1429" y="760"/>
                  </a:cubicBezTo>
                  <a:cubicBezTo>
                    <a:pt x="1341" y="731"/>
                    <a:pt x="1253" y="719"/>
                    <a:pt x="1165" y="719"/>
                  </a:cubicBezTo>
                  <a:cubicBezTo>
                    <a:pt x="1103" y="719"/>
                    <a:pt x="1040" y="725"/>
                    <a:pt x="978" y="735"/>
                  </a:cubicBezTo>
                  <a:cubicBezTo>
                    <a:pt x="1028" y="535"/>
                    <a:pt x="1053" y="334"/>
                    <a:pt x="1053" y="134"/>
                  </a:cubicBezTo>
                  <a:cubicBezTo>
                    <a:pt x="1053" y="58"/>
                    <a:pt x="979" y="0"/>
                    <a:pt x="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9" name="Google Shape;11159;p11"/>
            <p:cNvSpPr/>
            <p:nvPr/>
          </p:nvSpPr>
          <p:spPr>
            <a:xfrm>
              <a:off x="6379900" y="1245050"/>
              <a:ext cx="273425" cy="77750"/>
            </a:xfrm>
            <a:custGeom>
              <a:rect b="b" l="l" r="r" t="t"/>
              <a:pathLst>
                <a:path extrusionOk="0" h="3110" w="10937">
                  <a:moveTo>
                    <a:pt x="2086" y="1"/>
                  </a:moveTo>
                  <a:cubicBezTo>
                    <a:pt x="1680" y="1"/>
                    <a:pt x="1294" y="60"/>
                    <a:pt x="1087" y="292"/>
                  </a:cubicBezTo>
                  <a:cubicBezTo>
                    <a:pt x="886" y="518"/>
                    <a:pt x="886" y="944"/>
                    <a:pt x="861" y="1195"/>
                  </a:cubicBezTo>
                  <a:cubicBezTo>
                    <a:pt x="811" y="1671"/>
                    <a:pt x="761" y="2147"/>
                    <a:pt x="711" y="2623"/>
                  </a:cubicBezTo>
                  <a:cubicBezTo>
                    <a:pt x="535" y="2348"/>
                    <a:pt x="360" y="2047"/>
                    <a:pt x="185" y="1746"/>
                  </a:cubicBezTo>
                  <a:cubicBezTo>
                    <a:pt x="168" y="1721"/>
                    <a:pt x="140" y="1710"/>
                    <a:pt x="112" y="1710"/>
                  </a:cubicBezTo>
                  <a:cubicBezTo>
                    <a:pt x="57" y="1710"/>
                    <a:pt x="1" y="1754"/>
                    <a:pt x="34" y="1821"/>
                  </a:cubicBezTo>
                  <a:cubicBezTo>
                    <a:pt x="235" y="2222"/>
                    <a:pt x="460" y="2623"/>
                    <a:pt x="686" y="3024"/>
                  </a:cubicBezTo>
                  <a:cubicBezTo>
                    <a:pt x="712" y="3077"/>
                    <a:pt x="774" y="3109"/>
                    <a:pt x="826" y="3109"/>
                  </a:cubicBezTo>
                  <a:cubicBezTo>
                    <a:pt x="872" y="3109"/>
                    <a:pt x="911" y="3083"/>
                    <a:pt x="911" y="3024"/>
                  </a:cubicBezTo>
                  <a:cubicBezTo>
                    <a:pt x="1037" y="2072"/>
                    <a:pt x="836" y="718"/>
                    <a:pt x="1889" y="317"/>
                  </a:cubicBezTo>
                  <a:cubicBezTo>
                    <a:pt x="2002" y="272"/>
                    <a:pt x="2155" y="257"/>
                    <a:pt x="2325" y="257"/>
                  </a:cubicBezTo>
                  <a:cubicBezTo>
                    <a:pt x="2723" y="257"/>
                    <a:pt x="3212" y="343"/>
                    <a:pt x="3493" y="343"/>
                  </a:cubicBezTo>
                  <a:cubicBezTo>
                    <a:pt x="3969" y="343"/>
                    <a:pt x="4445" y="343"/>
                    <a:pt x="4921" y="368"/>
                  </a:cubicBezTo>
                  <a:cubicBezTo>
                    <a:pt x="6342" y="386"/>
                    <a:pt x="7775" y="445"/>
                    <a:pt x="9213" y="445"/>
                  </a:cubicBezTo>
                  <a:cubicBezTo>
                    <a:pt x="9728" y="445"/>
                    <a:pt x="10245" y="438"/>
                    <a:pt x="10761" y="418"/>
                  </a:cubicBezTo>
                  <a:cubicBezTo>
                    <a:pt x="10937" y="418"/>
                    <a:pt x="10886" y="117"/>
                    <a:pt x="10736" y="117"/>
                  </a:cubicBezTo>
                  <a:cubicBezTo>
                    <a:pt x="9580" y="47"/>
                    <a:pt x="8412" y="26"/>
                    <a:pt x="7244" y="26"/>
                  </a:cubicBezTo>
                  <a:cubicBezTo>
                    <a:pt x="5906" y="26"/>
                    <a:pt x="4567" y="53"/>
                    <a:pt x="3242" y="67"/>
                  </a:cubicBezTo>
                  <a:cubicBezTo>
                    <a:pt x="2960" y="67"/>
                    <a:pt x="2512" y="1"/>
                    <a:pt x="2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0" name="Google Shape;11160;p11"/>
            <p:cNvSpPr/>
            <p:nvPr/>
          </p:nvSpPr>
          <p:spPr>
            <a:xfrm>
              <a:off x="6441975" y="1278000"/>
              <a:ext cx="42800" cy="51575"/>
            </a:xfrm>
            <a:custGeom>
              <a:rect b="b" l="l" r="r" t="t"/>
              <a:pathLst>
                <a:path extrusionOk="0" h="2063" w="1712">
                  <a:moveTo>
                    <a:pt x="405" y="1"/>
                  </a:moveTo>
                  <a:cubicBezTo>
                    <a:pt x="367" y="1"/>
                    <a:pt x="333" y="22"/>
                    <a:pt x="333" y="77"/>
                  </a:cubicBezTo>
                  <a:cubicBezTo>
                    <a:pt x="333" y="528"/>
                    <a:pt x="283" y="979"/>
                    <a:pt x="283" y="1456"/>
                  </a:cubicBezTo>
                  <a:cubicBezTo>
                    <a:pt x="283" y="1525"/>
                    <a:pt x="368" y="1619"/>
                    <a:pt x="445" y="1619"/>
                  </a:cubicBezTo>
                  <a:cubicBezTo>
                    <a:pt x="479" y="1619"/>
                    <a:pt x="511" y="1602"/>
                    <a:pt x="534" y="1556"/>
                  </a:cubicBezTo>
                  <a:cubicBezTo>
                    <a:pt x="634" y="1405"/>
                    <a:pt x="709" y="1255"/>
                    <a:pt x="860" y="1155"/>
                  </a:cubicBezTo>
                  <a:cubicBezTo>
                    <a:pt x="933" y="1106"/>
                    <a:pt x="1002" y="1081"/>
                    <a:pt x="1063" y="1081"/>
                  </a:cubicBezTo>
                  <a:cubicBezTo>
                    <a:pt x="1189" y="1081"/>
                    <a:pt x="1285" y="1186"/>
                    <a:pt x="1336" y="1405"/>
                  </a:cubicBezTo>
                  <a:cubicBezTo>
                    <a:pt x="1311" y="1506"/>
                    <a:pt x="1235" y="1581"/>
                    <a:pt x="1160" y="1631"/>
                  </a:cubicBezTo>
                  <a:cubicBezTo>
                    <a:pt x="1042" y="1705"/>
                    <a:pt x="802" y="1770"/>
                    <a:pt x="589" y="1770"/>
                  </a:cubicBezTo>
                  <a:cubicBezTo>
                    <a:pt x="440" y="1770"/>
                    <a:pt x="305" y="1738"/>
                    <a:pt x="233" y="1656"/>
                  </a:cubicBezTo>
                  <a:cubicBezTo>
                    <a:pt x="209" y="1638"/>
                    <a:pt x="182" y="1630"/>
                    <a:pt x="156" y="1630"/>
                  </a:cubicBezTo>
                  <a:cubicBezTo>
                    <a:pt x="74" y="1630"/>
                    <a:pt x="0" y="1711"/>
                    <a:pt x="58" y="1806"/>
                  </a:cubicBezTo>
                  <a:cubicBezTo>
                    <a:pt x="158" y="2007"/>
                    <a:pt x="347" y="2063"/>
                    <a:pt x="559" y="2063"/>
                  </a:cubicBezTo>
                  <a:cubicBezTo>
                    <a:pt x="665" y="2063"/>
                    <a:pt x="776" y="2049"/>
                    <a:pt x="885" y="2032"/>
                  </a:cubicBezTo>
                  <a:cubicBezTo>
                    <a:pt x="1235" y="2007"/>
                    <a:pt x="1586" y="1806"/>
                    <a:pt x="1662" y="1431"/>
                  </a:cubicBezTo>
                  <a:cubicBezTo>
                    <a:pt x="1712" y="1105"/>
                    <a:pt x="1511" y="854"/>
                    <a:pt x="1210" y="804"/>
                  </a:cubicBezTo>
                  <a:cubicBezTo>
                    <a:pt x="1154" y="789"/>
                    <a:pt x="1101" y="782"/>
                    <a:pt x="1049" y="782"/>
                  </a:cubicBezTo>
                  <a:cubicBezTo>
                    <a:pt x="846" y="782"/>
                    <a:pt x="679" y="890"/>
                    <a:pt x="559" y="1030"/>
                  </a:cubicBezTo>
                  <a:cubicBezTo>
                    <a:pt x="534" y="704"/>
                    <a:pt x="534" y="403"/>
                    <a:pt x="509" y="77"/>
                  </a:cubicBezTo>
                  <a:cubicBezTo>
                    <a:pt x="509" y="35"/>
                    <a:pt x="454" y="1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1" name="Google Shape;11161;p11"/>
            <p:cNvSpPr/>
            <p:nvPr/>
          </p:nvSpPr>
          <p:spPr>
            <a:xfrm>
              <a:off x="6481950" y="1268900"/>
              <a:ext cx="35400" cy="27425"/>
            </a:xfrm>
            <a:custGeom>
              <a:rect b="b" l="l" r="r" t="t"/>
              <a:pathLst>
                <a:path extrusionOk="0" h="1097" w="1416">
                  <a:moveTo>
                    <a:pt x="256" y="0"/>
                  </a:moveTo>
                  <a:cubicBezTo>
                    <a:pt x="175" y="0"/>
                    <a:pt x="97" y="47"/>
                    <a:pt x="37" y="165"/>
                  </a:cubicBezTo>
                  <a:cubicBezTo>
                    <a:pt x="1" y="221"/>
                    <a:pt x="86" y="303"/>
                    <a:pt x="153" y="303"/>
                  </a:cubicBezTo>
                  <a:cubicBezTo>
                    <a:pt x="177" y="303"/>
                    <a:pt x="200" y="292"/>
                    <a:pt x="213" y="266"/>
                  </a:cubicBezTo>
                  <a:cubicBezTo>
                    <a:pt x="228" y="250"/>
                    <a:pt x="242" y="244"/>
                    <a:pt x="253" y="244"/>
                  </a:cubicBezTo>
                  <a:cubicBezTo>
                    <a:pt x="338" y="244"/>
                    <a:pt x="338" y="592"/>
                    <a:pt x="338" y="592"/>
                  </a:cubicBezTo>
                  <a:cubicBezTo>
                    <a:pt x="338" y="667"/>
                    <a:pt x="338" y="717"/>
                    <a:pt x="363" y="792"/>
                  </a:cubicBezTo>
                  <a:cubicBezTo>
                    <a:pt x="413" y="917"/>
                    <a:pt x="489" y="1018"/>
                    <a:pt x="614" y="1068"/>
                  </a:cubicBezTo>
                  <a:cubicBezTo>
                    <a:pt x="667" y="1089"/>
                    <a:pt x="720" y="1097"/>
                    <a:pt x="773" y="1097"/>
                  </a:cubicBezTo>
                  <a:cubicBezTo>
                    <a:pt x="845" y="1097"/>
                    <a:pt x="917" y="1082"/>
                    <a:pt x="990" y="1068"/>
                  </a:cubicBezTo>
                  <a:cubicBezTo>
                    <a:pt x="1115" y="1043"/>
                    <a:pt x="1291" y="1043"/>
                    <a:pt x="1391" y="917"/>
                  </a:cubicBezTo>
                  <a:cubicBezTo>
                    <a:pt x="1416" y="892"/>
                    <a:pt x="1391" y="842"/>
                    <a:pt x="1366" y="792"/>
                  </a:cubicBezTo>
                  <a:cubicBezTo>
                    <a:pt x="1306" y="718"/>
                    <a:pt x="1230" y="696"/>
                    <a:pt x="1146" y="696"/>
                  </a:cubicBezTo>
                  <a:cubicBezTo>
                    <a:pt x="1088" y="696"/>
                    <a:pt x="1026" y="707"/>
                    <a:pt x="965" y="717"/>
                  </a:cubicBezTo>
                  <a:cubicBezTo>
                    <a:pt x="898" y="730"/>
                    <a:pt x="824" y="758"/>
                    <a:pt x="762" y="758"/>
                  </a:cubicBezTo>
                  <a:cubicBezTo>
                    <a:pt x="707" y="758"/>
                    <a:pt x="662" y="737"/>
                    <a:pt x="639" y="667"/>
                  </a:cubicBezTo>
                  <a:cubicBezTo>
                    <a:pt x="614" y="566"/>
                    <a:pt x="639" y="441"/>
                    <a:pt x="614" y="366"/>
                  </a:cubicBezTo>
                  <a:cubicBezTo>
                    <a:pt x="581" y="183"/>
                    <a:pt x="415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2" name="Google Shape;11162;p11"/>
            <p:cNvSpPr/>
            <p:nvPr/>
          </p:nvSpPr>
          <p:spPr>
            <a:xfrm>
              <a:off x="6523800" y="1310425"/>
              <a:ext cx="53075" cy="12150"/>
            </a:xfrm>
            <a:custGeom>
              <a:rect b="b" l="l" r="r" t="t"/>
              <a:pathLst>
                <a:path extrusionOk="0" h="486" w="2123">
                  <a:moveTo>
                    <a:pt x="1513" y="0"/>
                  </a:moveTo>
                  <a:cubicBezTo>
                    <a:pt x="1075" y="0"/>
                    <a:pt x="597" y="107"/>
                    <a:pt x="193" y="184"/>
                  </a:cubicBezTo>
                  <a:cubicBezTo>
                    <a:pt x="1" y="208"/>
                    <a:pt x="85" y="486"/>
                    <a:pt x="248" y="486"/>
                  </a:cubicBezTo>
                  <a:cubicBezTo>
                    <a:pt x="254" y="486"/>
                    <a:pt x="261" y="485"/>
                    <a:pt x="268" y="484"/>
                  </a:cubicBezTo>
                  <a:cubicBezTo>
                    <a:pt x="544" y="434"/>
                    <a:pt x="820" y="409"/>
                    <a:pt x="1095" y="384"/>
                  </a:cubicBezTo>
                  <a:cubicBezTo>
                    <a:pt x="1164" y="378"/>
                    <a:pt x="1235" y="376"/>
                    <a:pt x="1306" y="376"/>
                  </a:cubicBezTo>
                  <a:cubicBezTo>
                    <a:pt x="1378" y="376"/>
                    <a:pt x="1451" y="378"/>
                    <a:pt x="1525" y="378"/>
                  </a:cubicBezTo>
                  <a:cubicBezTo>
                    <a:pt x="1672" y="378"/>
                    <a:pt x="1822" y="372"/>
                    <a:pt x="1973" y="334"/>
                  </a:cubicBezTo>
                  <a:cubicBezTo>
                    <a:pt x="2123" y="284"/>
                    <a:pt x="2023" y="58"/>
                    <a:pt x="1897" y="33"/>
                  </a:cubicBezTo>
                  <a:cubicBezTo>
                    <a:pt x="1775" y="10"/>
                    <a:pt x="1646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3" name="Google Shape;11163;p11"/>
            <p:cNvSpPr/>
            <p:nvPr/>
          </p:nvSpPr>
          <p:spPr>
            <a:xfrm>
              <a:off x="6581250" y="1283075"/>
              <a:ext cx="36800" cy="48550"/>
            </a:xfrm>
            <a:custGeom>
              <a:rect b="b" l="l" r="r" t="t"/>
              <a:pathLst>
                <a:path extrusionOk="0" h="1942" w="1472">
                  <a:moveTo>
                    <a:pt x="128" y="0"/>
                  </a:moveTo>
                  <a:cubicBezTo>
                    <a:pt x="94" y="0"/>
                    <a:pt x="61" y="22"/>
                    <a:pt x="50" y="75"/>
                  </a:cubicBezTo>
                  <a:cubicBezTo>
                    <a:pt x="0" y="375"/>
                    <a:pt x="151" y="726"/>
                    <a:pt x="451" y="877"/>
                  </a:cubicBezTo>
                  <a:cubicBezTo>
                    <a:pt x="534" y="918"/>
                    <a:pt x="647" y="937"/>
                    <a:pt x="766" y="937"/>
                  </a:cubicBezTo>
                  <a:cubicBezTo>
                    <a:pt x="863" y="937"/>
                    <a:pt x="963" y="924"/>
                    <a:pt x="1053" y="902"/>
                  </a:cubicBezTo>
                  <a:lnTo>
                    <a:pt x="1053" y="902"/>
                  </a:lnTo>
                  <a:cubicBezTo>
                    <a:pt x="1028" y="952"/>
                    <a:pt x="1003" y="1002"/>
                    <a:pt x="1003" y="1052"/>
                  </a:cubicBezTo>
                  <a:cubicBezTo>
                    <a:pt x="928" y="1303"/>
                    <a:pt x="827" y="1553"/>
                    <a:pt x="827" y="1804"/>
                  </a:cubicBezTo>
                  <a:cubicBezTo>
                    <a:pt x="827" y="1859"/>
                    <a:pt x="895" y="1942"/>
                    <a:pt x="961" y="1942"/>
                  </a:cubicBezTo>
                  <a:cubicBezTo>
                    <a:pt x="984" y="1942"/>
                    <a:pt x="1008" y="1931"/>
                    <a:pt x="1028" y="1904"/>
                  </a:cubicBezTo>
                  <a:cubicBezTo>
                    <a:pt x="1153" y="1679"/>
                    <a:pt x="1178" y="1428"/>
                    <a:pt x="1253" y="1177"/>
                  </a:cubicBezTo>
                  <a:cubicBezTo>
                    <a:pt x="1304" y="902"/>
                    <a:pt x="1379" y="626"/>
                    <a:pt x="1454" y="350"/>
                  </a:cubicBezTo>
                  <a:cubicBezTo>
                    <a:pt x="1472" y="262"/>
                    <a:pt x="1377" y="173"/>
                    <a:pt x="1302" y="173"/>
                  </a:cubicBezTo>
                  <a:cubicBezTo>
                    <a:pt x="1271" y="173"/>
                    <a:pt x="1243" y="188"/>
                    <a:pt x="1228" y="225"/>
                  </a:cubicBezTo>
                  <a:cubicBezTo>
                    <a:pt x="1203" y="325"/>
                    <a:pt x="1203" y="400"/>
                    <a:pt x="1178" y="476"/>
                  </a:cubicBezTo>
                  <a:lnTo>
                    <a:pt x="1153" y="476"/>
                  </a:lnTo>
                  <a:cubicBezTo>
                    <a:pt x="991" y="499"/>
                    <a:pt x="872" y="629"/>
                    <a:pt x="697" y="629"/>
                  </a:cubicBezTo>
                  <a:cubicBezTo>
                    <a:pt x="682" y="629"/>
                    <a:pt x="667" y="628"/>
                    <a:pt x="652" y="626"/>
                  </a:cubicBezTo>
                  <a:cubicBezTo>
                    <a:pt x="376" y="576"/>
                    <a:pt x="226" y="350"/>
                    <a:pt x="226" y="100"/>
                  </a:cubicBezTo>
                  <a:cubicBezTo>
                    <a:pt x="226" y="42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4" name="Google Shape;11164;p11"/>
            <p:cNvSpPr/>
            <p:nvPr/>
          </p:nvSpPr>
          <p:spPr>
            <a:xfrm>
              <a:off x="6626975" y="1299300"/>
              <a:ext cx="36375" cy="29225"/>
            </a:xfrm>
            <a:custGeom>
              <a:rect b="b" l="l" r="r" t="t"/>
              <a:pathLst>
                <a:path extrusionOk="0" h="1169" w="1455">
                  <a:moveTo>
                    <a:pt x="1032" y="0"/>
                  </a:moveTo>
                  <a:cubicBezTo>
                    <a:pt x="633" y="0"/>
                    <a:pt x="264" y="199"/>
                    <a:pt x="51" y="553"/>
                  </a:cubicBezTo>
                  <a:cubicBezTo>
                    <a:pt x="1" y="604"/>
                    <a:pt x="26" y="679"/>
                    <a:pt x="51" y="729"/>
                  </a:cubicBezTo>
                  <a:cubicBezTo>
                    <a:pt x="139" y="852"/>
                    <a:pt x="276" y="913"/>
                    <a:pt x="419" y="913"/>
                  </a:cubicBezTo>
                  <a:cubicBezTo>
                    <a:pt x="480" y="913"/>
                    <a:pt x="542" y="902"/>
                    <a:pt x="602" y="879"/>
                  </a:cubicBezTo>
                  <a:cubicBezTo>
                    <a:pt x="803" y="829"/>
                    <a:pt x="928" y="704"/>
                    <a:pt x="1079" y="579"/>
                  </a:cubicBezTo>
                  <a:cubicBezTo>
                    <a:pt x="1079" y="754"/>
                    <a:pt x="1079" y="954"/>
                    <a:pt x="1154" y="1080"/>
                  </a:cubicBezTo>
                  <a:cubicBezTo>
                    <a:pt x="1182" y="1136"/>
                    <a:pt x="1234" y="1169"/>
                    <a:pt x="1283" y="1169"/>
                  </a:cubicBezTo>
                  <a:cubicBezTo>
                    <a:pt x="1321" y="1169"/>
                    <a:pt x="1357" y="1149"/>
                    <a:pt x="1379" y="1105"/>
                  </a:cubicBezTo>
                  <a:cubicBezTo>
                    <a:pt x="1455" y="879"/>
                    <a:pt x="1379" y="579"/>
                    <a:pt x="1379" y="353"/>
                  </a:cubicBezTo>
                  <a:cubicBezTo>
                    <a:pt x="1357" y="263"/>
                    <a:pt x="1294" y="174"/>
                    <a:pt x="1192" y="174"/>
                  </a:cubicBezTo>
                  <a:cubicBezTo>
                    <a:pt x="1180" y="174"/>
                    <a:pt x="1167" y="175"/>
                    <a:pt x="1154" y="178"/>
                  </a:cubicBezTo>
                  <a:cubicBezTo>
                    <a:pt x="1003" y="228"/>
                    <a:pt x="878" y="353"/>
                    <a:pt x="728" y="453"/>
                  </a:cubicBezTo>
                  <a:cubicBezTo>
                    <a:pt x="659" y="522"/>
                    <a:pt x="507" y="632"/>
                    <a:pt x="386" y="632"/>
                  </a:cubicBezTo>
                  <a:cubicBezTo>
                    <a:pt x="374" y="632"/>
                    <a:pt x="363" y="631"/>
                    <a:pt x="352" y="629"/>
                  </a:cubicBezTo>
                  <a:cubicBezTo>
                    <a:pt x="527" y="353"/>
                    <a:pt x="803" y="203"/>
                    <a:pt x="1129" y="178"/>
                  </a:cubicBezTo>
                  <a:cubicBezTo>
                    <a:pt x="1229" y="152"/>
                    <a:pt x="1179" y="2"/>
                    <a:pt x="1104" y="2"/>
                  </a:cubicBezTo>
                  <a:cubicBezTo>
                    <a:pt x="1080" y="1"/>
                    <a:pt x="1056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5" name="Google Shape;11165;p11"/>
            <p:cNvSpPr/>
            <p:nvPr/>
          </p:nvSpPr>
          <p:spPr>
            <a:xfrm>
              <a:off x="6673350" y="1296825"/>
              <a:ext cx="38875" cy="34700"/>
            </a:xfrm>
            <a:custGeom>
              <a:rect b="b" l="l" r="r" t="t"/>
              <a:pathLst>
                <a:path extrusionOk="0" h="1388" w="1555">
                  <a:moveTo>
                    <a:pt x="1028" y="1"/>
                  </a:moveTo>
                  <a:cubicBezTo>
                    <a:pt x="552" y="1"/>
                    <a:pt x="1" y="402"/>
                    <a:pt x="101" y="953"/>
                  </a:cubicBezTo>
                  <a:cubicBezTo>
                    <a:pt x="151" y="1229"/>
                    <a:pt x="351" y="1354"/>
                    <a:pt x="602" y="1379"/>
                  </a:cubicBezTo>
                  <a:cubicBezTo>
                    <a:pt x="655" y="1384"/>
                    <a:pt x="715" y="1387"/>
                    <a:pt x="776" y="1387"/>
                  </a:cubicBezTo>
                  <a:cubicBezTo>
                    <a:pt x="1033" y="1387"/>
                    <a:pt x="1338" y="1336"/>
                    <a:pt x="1479" y="1154"/>
                  </a:cubicBezTo>
                  <a:cubicBezTo>
                    <a:pt x="1554" y="1079"/>
                    <a:pt x="1479" y="953"/>
                    <a:pt x="1404" y="953"/>
                  </a:cubicBezTo>
                  <a:cubicBezTo>
                    <a:pt x="1396" y="952"/>
                    <a:pt x="1387" y="952"/>
                    <a:pt x="1376" y="952"/>
                  </a:cubicBezTo>
                  <a:cubicBezTo>
                    <a:pt x="1232" y="952"/>
                    <a:pt x="901" y="1049"/>
                    <a:pt x="665" y="1049"/>
                  </a:cubicBezTo>
                  <a:cubicBezTo>
                    <a:pt x="514" y="1049"/>
                    <a:pt x="402" y="1009"/>
                    <a:pt x="402" y="878"/>
                  </a:cubicBezTo>
                  <a:cubicBezTo>
                    <a:pt x="402" y="552"/>
                    <a:pt x="777" y="277"/>
                    <a:pt x="1078" y="226"/>
                  </a:cubicBezTo>
                  <a:cubicBezTo>
                    <a:pt x="1204" y="201"/>
                    <a:pt x="11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6" name="Google Shape;11166;p11"/>
            <p:cNvSpPr/>
            <p:nvPr/>
          </p:nvSpPr>
          <p:spPr>
            <a:xfrm>
              <a:off x="6295525" y="1342575"/>
              <a:ext cx="356550" cy="21250"/>
            </a:xfrm>
            <a:custGeom>
              <a:rect b="b" l="l" r="r" t="t"/>
              <a:pathLst>
                <a:path extrusionOk="0" h="850" w="14262">
                  <a:moveTo>
                    <a:pt x="126" y="0"/>
                  </a:moveTo>
                  <a:cubicBezTo>
                    <a:pt x="1" y="0"/>
                    <a:pt x="26" y="201"/>
                    <a:pt x="126" y="201"/>
                  </a:cubicBezTo>
                  <a:cubicBezTo>
                    <a:pt x="2507" y="477"/>
                    <a:pt x="4913" y="602"/>
                    <a:pt x="7319" y="702"/>
                  </a:cubicBezTo>
                  <a:cubicBezTo>
                    <a:pt x="8744" y="750"/>
                    <a:pt x="10221" y="849"/>
                    <a:pt x="11676" y="849"/>
                  </a:cubicBezTo>
                  <a:cubicBezTo>
                    <a:pt x="12499" y="849"/>
                    <a:pt x="13315" y="818"/>
                    <a:pt x="14111" y="727"/>
                  </a:cubicBezTo>
                  <a:cubicBezTo>
                    <a:pt x="14261" y="702"/>
                    <a:pt x="14236" y="502"/>
                    <a:pt x="14111" y="477"/>
                  </a:cubicBezTo>
                  <a:cubicBezTo>
                    <a:pt x="13055" y="385"/>
                    <a:pt x="11983" y="367"/>
                    <a:pt x="10909" y="367"/>
                  </a:cubicBezTo>
                  <a:cubicBezTo>
                    <a:pt x="10204" y="367"/>
                    <a:pt x="9497" y="374"/>
                    <a:pt x="8794" y="374"/>
                  </a:cubicBezTo>
                  <a:cubicBezTo>
                    <a:pt x="8233" y="374"/>
                    <a:pt x="7673" y="369"/>
                    <a:pt x="7119" y="351"/>
                  </a:cubicBezTo>
                  <a:cubicBezTo>
                    <a:pt x="4788" y="251"/>
                    <a:pt x="2457" y="101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7" name="Google Shape;11167;p11"/>
            <p:cNvSpPr/>
            <p:nvPr/>
          </p:nvSpPr>
          <p:spPr>
            <a:xfrm>
              <a:off x="6402675" y="1373100"/>
              <a:ext cx="75050" cy="40425"/>
            </a:xfrm>
            <a:custGeom>
              <a:rect b="b" l="l" r="r" t="t"/>
              <a:pathLst>
                <a:path extrusionOk="0" h="1617" w="3002">
                  <a:moveTo>
                    <a:pt x="1148" y="1"/>
                  </a:moveTo>
                  <a:cubicBezTo>
                    <a:pt x="943" y="1"/>
                    <a:pt x="707" y="104"/>
                    <a:pt x="552" y="208"/>
                  </a:cubicBezTo>
                  <a:cubicBezTo>
                    <a:pt x="444" y="273"/>
                    <a:pt x="522" y="449"/>
                    <a:pt x="625" y="449"/>
                  </a:cubicBezTo>
                  <a:cubicBezTo>
                    <a:pt x="642" y="449"/>
                    <a:pt x="660" y="444"/>
                    <a:pt x="677" y="434"/>
                  </a:cubicBezTo>
                  <a:cubicBezTo>
                    <a:pt x="746" y="385"/>
                    <a:pt x="811" y="359"/>
                    <a:pt x="871" y="359"/>
                  </a:cubicBezTo>
                  <a:cubicBezTo>
                    <a:pt x="966" y="359"/>
                    <a:pt x="1052" y="422"/>
                    <a:pt x="1128" y="559"/>
                  </a:cubicBezTo>
                  <a:cubicBezTo>
                    <a:pt x="1028" y="634"/>
                    <a:pt x="903" y="709"/>
                    <a:pt x="777" y="784"/>
                  </a:cubicBezTo>
                  <a:cubicBezTo>
                    <a:pt x="577" y="885"/>
                    <a:pt x="376" y="960"/>
                    <a:pt x="176" y="1010"/>
                  </a:cubicBezTo>
                  <a:cubicBezTo>
                    <a:pt x="0" y="1060"/>
                    <a:pt x="126" y="1286"/>
                    <a:pt x="226" y="1311"/>
                  </a:cubicBezTo>
                  <a:cubicBezTo>
                    <a:pt x="752" y="1436"/>
                    <a:pt x="1304" y="1536"/>
                    <a:pt x="1830" y="1586"/>
                  </a:cubicBezTo>
                  <a:cubicBezTo>
                    <a:pt x="1989" y="1597"/>
                    <a:pt x="2144" y="1617"/>
                    <a:pt x="2293" y="1617"/>
                  </a:cubicBezTo>
                  <a:cubicBezTo>
                    <a:pt x="2494" y="1617"/>
                    <a:pt x="2684" y="1580"/>
                    <a:pt x="2858" y="1436"/>
                  </a:cubicBezTo>
                  <a:cubicBezTo>
                    <a:pt x="3002" y="1333"/>
                    <a:pt x="2858" y="1128"/>
                    <a:pt x="2719" y="1128"/>
                  </a:cubicBezTo>
                  <a:cubicBezTo>
                    <a:pt x="2689" y="1128"/>
                    <a:pt x="2659" y="1138"/>
                    <a:pt x="2632" y="1160"/>
                  </a:cubicBezTo>
                  <a:cubicBezTo>
                    <a:pt x="2483" y="1267"/>
                    <a:pt x="2292" y="1301"/>
                    <a:pt x="2092" y="1301"/>
                  </a:cubicBezTo>
                  <a:cubicBezTo>
                    <a:pt x="1822" y="1301"/>
                    <a:pt x="1534" y="1239"/>
                    <a:pt x="1304" y="1211"/>
                  </a:cubicBezTo>
                  <a:cubicBezTo>
                    <a:pt x="1153" y="1185"/>
                    <a:pt x="1003" y="1160"/>
                    <a:pt x="853" y="1135"/>
                  </a:cubicBezTo>
                  <a:cubicBezTo>
                    <a:pt x="1228" y="985"/>
                    <a:pt x="1655" y="709"/>
                    <a:pt x="1554" y="358"/>
                  </a:cubicBezTo>
                  <a:cubicBezTo>
                    <a:pt x="1506" y="92"/>
                    <a:pt x="1340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8" name="Google Shape;11168;p11"/>
            <p:cNvSpPr/>
            <p:nvPr/>
          </p:nvSpPr>
          <p:spPr>
            <a:xfrm>
              <a:off x="6485375" y="1381475"/>
              <a:ext cx="44375" cy="32650"/>
            </a:xfrm>
            <a:custGeom>
              <a:rect b="b" l="l" r="r" t="t"/>
              <a:pathLst>
                <a:path extrusionOk="0" h="1306" w="1775">
                  <a:moveTo>
                    <a:pt x="978" y="0"/>
                  </a:moveTo>
                  <a:cubicBezTo>
                    <a:pt x="822" y="0"/>
                    <a:pt x="663" y="65"/>
                    <a:pt x="527" y="174"/>
                  </a:cubicBezTo>
                  <a:cubicBezTo>
                    <a:pt x="301" y="349"/>
                    <a:pt x="1" y="650"/>
                    <a:pt x="201" y="926"/>
                  </a:cubicBezTo>
                  <a:cubicBezTo>
                    <a:pt x="288" y="1070"/>
                    <a:pt x="440" y="1123"/>
                    <a:pt x="602" y="1123"/>
                  </a:cubicBezTo>
                  <a:cubicBezTo>
                    <a:pt x="722" y="1123"/>
                    <a:pt x="846" y="1094"/>
                    <a:pt x="953" y="1051"/>
                  </a:cubicBezTo>
                  <a:cubicBezTo>
                    <a:pt x="1078" y="1001"/>
                    <a:pt x="1204" y="951"/>
                    <a:pt x="1304" y="850"/>
                  </a:cubicBezTo>
                  <a:cubicBezTo>
                    <a:pt x="1304" y="1051"/>
                    <a:pt x="1379" y="1201"/>
                    <a:pt x="1580" y="1302"/>
                  </a:cubicBezTo>
                  <a:cubicBezTo>
                    <a:pt x="1590" y="1304"/>
                    <a:pt x="1601" y="1305"/>
                    <a:pt x="1611" y="1305"/>
                  </a:cubicBezTo>
                  <a:cubicBezTo>
                    <a:pt x="1699" y="1305"/>
                    <a:pt x="1775" y="1216"/>
                    <a:pt x="1730" y="1126"/>
                  </a:cubicBezTo>
                  <a:cubicBezTo>
                    <a:pt x="1605" y="876"/>
                    <a:pt x="1580" y="675"/>
                    <a:pt x="1655" y="374"/>
                  </a:cubicBezTo>
                  <a:cubicBezTo>
                    <a:pt x="1672" y="272"/>
                    <a:pt x="1573" y="170"/>
                    <a:pt x="1493" y="170"/>
                  </a:cubicBezTo>
                  <a:cubicBezTo>
                    <a:pt x="1454" y="170"/>
                    <a:pt x="1420" y="193"/>
                    <a:pt x="1404" y="249"/>
                  </a:cubicBezTo>
                  <a:cubicBezTo>
                    <a:pt x="1304" y="575"/>
                    <a:pt x="953" y="825"/>
                    <a:pt x="602" y="825"/>
                  </a:cubicBezTo>
                  <a:cubicBezTo>
                    <a:pt x="502" y="825"/>
                    <a:pt x="402" y="825"/>
                    <a:pt x="477" y="675"/>
                  </a:cubicBezTo>
                  <a:cubicBezTo>
                    <a:pt x="502" y="600"/>
                    <a:pt x="602" y="525"/>
                    <a:pt x="652" y="475"/>
                  </a:cubicBezTo>
                  <a:cubicBezTo>
                    <a:pt x="759" y="350"/>
                    <a:pt x="905" y="237"/>
                    <a:pt x="1070" y="237"/>
                  </a:cubicBezTo>
                  <a:cubicBezTo>
                    <a:pt x="1137" y="237"/>
                    <a:pt x="1207" y="256"/>
                    <a:pt x="1279" y="299"/>
                  </a:cubicBezTo>
                  <a:cubicBezTo>
                    <a:pt x="1296" y="312"/>
                    <a:pt x="1312" y="318"/>
                    <a:pt x="1326" y="318"/>
                  </a:cubicBezTo>
                  <a:cubicBezTo>
                    <a:pt x="1393" y="318"/>
                    <a:pt x="1416" y="190"/>
                    <a:pt x="1354" y="149"/>
                  </a:cubicBezTo>
                  <a:cubicBezTo>
                    <a:pt x="1240" y="46"/>
                    <a:pt x="1110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69" name="Google Shape;11169;p11"/>
          <p:cNvGrpSpPr/>
          <p:nvPr/>
        </p:nvGrpSpPr>
        <p:grpSpPr>
          <a:xfrm rot="1514788">
            <a:off x="5041770" y="1187651"/>
            <a:ext cx="1376274" cy="908487"/>
            <a:chOff x="5248525" y="821375"/>
            <a:chExt cx="1082824" cy="694544"/>
          </a:xfrm>
        </p:grpSpPr>
        <p:sp>
          <p:nvSpPr>
            <p:cNvPr id="11170" name="Google Shape;11170;p11"/>
            <p:cNvSpPr/>
            <p:nvPr/>
          </p:nvSpPr>
          <p:spPr>
            <a:xfrm>
              <a:off x="5386964" y="1033865"/>
              <a:ext cx="843217" cy="475585"/>
            </a:xfrm>
            <a:custGeom>
              <a:rect b="b" l="l" r="r" t="t"/>
              <a:pathLst>
                <a:path extrusionOk="0" h="14027" w="24870">
                  <a:moveTo>
                    <a:pt x="2110" y="1"/>
                  </a:moveTo>
                  <a:lnTo>
                    <a:pt x="172" y="5463"/>
                  </a:lnTo>
                  <a:lnTo>
                    <a:pt x="0" y="5941"/>
                  </a:lnTo>
                  <a:lnTo>
                    <a:pt x="22760" y="14026"/>
                  </a:lnTo>
                  <a:lnTo>
                    <a:pt x="22995" y="13368"/>
                  </a:lnTo>
                  <a:lnTo>
                    <a:pt x="24870" y="8086"/>
                  </a:lnTo>
                  <a:lnTo>
                    <a:pt x="2110" y="1"/>
                  </a:lnTo>
                  <a:close/>
                </a:path>
              </a:pathLst>
            </a:custGeom>
            <a:solidFill>
              <a:srgbClr val="028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1" name="Google Shape;11171;p11"/>
            <p:cNvSpPr/>
            <p:nvPr/>
          </p:nvSpPr>
          <p:spPr>
            <a:xfrm>
              <a:off x="5455115" y="824528"/>
              <a:ext cx="851795" cy="486876"/>
            </a:xfrm>
            <a:custGeom>
              <a:rect b="b" l="l" r="r" t="t"/>
              <a:pathLst>
                <a:path extrusionOk="0" h="14360" w="25123">
                  <a:moveTo>
                    <a:pt x="2209" y="0"/>
                  </a:moveTo>
                  <a:lnTo>
                    <a:pt x="0" y="6220"/>
                  </a:lnTo>
                  <a:lnTo>
                    <a:pt x="22914" y="14359"/>
                  </a:lnTo>
                  <a:lnTo>
                    <a:pt x="25122" y="814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00AF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2" name="Google Shape;11172;p11"/>
            <p:cNvSpPr/>
            <p:nvPr/>
          </p:nvSpPr>
          <p:spPr>
            <a:xfrm>
              <a:off x="5343564" y="832157"/>
              <a:ext cx="980431" cy="665352"/>
            </a:xfrm>
            <a:custGeom>
              <a:rect b="b" l="l" r="r" t="t"/>
              <a:pathLst>
                <a:path extrusionOk="0" h="19624" w="28917">
                  <a:moveTo>
                    <a:pt x="3858" y="0"/>
                  </a:moveTo>
                  <a:lnTo>
                    <a:pt x="0" y="10853"/>
                  </a:lnTo>
                  <a:cubicBezTo>
                    <a:pt x="36" y="10889"/>
                    <a:pt x="72" y="10916"/>
                    <a:pt x="118" y="10934"/>
                  </a:cubicBezTo>
                  <a:lnTo>
                    <a:pt x="1452" y="11412"/>
                  </a:lnTo>
                  <a:lnTo>
                    <a:pt x="3390" y="5950"/>
                  </a:lnTo>
                  <a:lnTo>
                    <a:pt x="5328" y="496"/>
                  </a:lnTo>
                  <a:lnTo>
                    <a:pt x="3994" y="27"/>
                  </a:lnTo>
                  <a:cubicBezTo>
                    <a:pt x="3948" y="18"/>
                    <a:pt x="3903" y="9"/>
                    <a:pt x="3858" y="0"/>
                  </a:cubicBezTo>
                  <a:close/>
                  <a:moveTo>
                    <a:pt x="28061" y="8681"/>
                  </a:moveTo>
                  <a:lnTo>
                    <a:pt x="26150" y="14035"/>
                  </a:lnTo>
                  <a:lnTo>
                    <a:pt x="24275" y="19317"/>
                  </a:lnTo>
                  <a:lnTo>
                    <a:pt x="25140" y="19624"/>
                  </a:lnTo>
                  <a:lnTo>
                    <a:pt x="28917" y="8978"/>
                  </a:lnTo>
                  <a:lnTo>
                    <a:pt x="28061" y="8681"/>
                  </a:ln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3" name="Google Shape;11173;p11"/>
            <p:cNvSpPr/>
            <p:nvPr/>
          </p:nvSpPr>
          <p:spPr>
            <a:xfrm>
              <a:off x="5248525" y="830292"/>
              <a:ext cx="225875" cy="369870"/>
            </a:xfrm>
            <a:custGeom>
              <a:rect b="b" l="l" r="r" t="t"/>
              <a:pathLst>
                <a:path extrusionOk="0" h="10909" w="6662">
                  <a:moveTo>
                    <a:pt x="5792" y="0"/>
                  </a:moveTo>
                  <a:cubicBezTo>
                    <a:pt x="3890" y="0"/>
                    <a:pt x="2470" y="856"/>
                    <a:pt x="1550" y="2561"/>
                  </a:cubicBezTo>
                  <a:cubicBezTo>
                    <a:pt x="1019" y="3553"/>
                    <a:pt x="640" y="4607"/>
                    <a:pt x="424" y="5743"/>
                  </a:cubicBezTo>
                  <a:cubicBezTo>
                    <a:pt x="0" y="7934"/>
                    <a:pt x="802" y="9655"/>
                    <a:pt x="2803" y="10908"/>
                  </a:cubicBezTo>
                  <a:lnTo>
                    <a:pt x="6661" y="55"/>
                  </a:lnTo>
                  <a:cubicBezTo>
                    <a:pt x="6361" y="18"/>
                    <a:pt x="6071" y="0"/>
                    <a:pt x="5792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4" name="Google Shape;11174;p11"/>
            <p:cNvSpPr/>
            <p:nvPr/>
          </p:nvSpPr>
          <p:spPr>
            <a:xfrm>
              <a:off x="5250356" y="821375"/>
              <a:ext cx="1080993" cy="694544"/>
            </a:xfrm>
            <a:custGeom>
              <a:rect b="b" l="l" r="r" t="t"/>
              <a:pathLst>
                <a:path extrusionOk="0" h="20485" w="31883">
                  <a:moveTo>
                    <a:pt x="30903" y="9238"/>
                  </a:moveTo>
                  <a:lnTo>
                    <a:pt x="31425" y="9422"/>
                  </a:lnTo>
                  <a:lnTo>
                    <a:pt x="31425" y="9422"/>
                  </a:lnTo>
                  <a:cubicBezTo>
                    <a:pt x="31154" y="10260"/>
                    <a:pt x="30869" y="11089"/>
                    <a:pt x="30584" y="11910"/>
                  </a:cubicBezTo>
                  <a:cubicBezTo>
                    <a:pt x="30287" y="12803"/>
                    <a:pt x="29971" y="13686"/>
                    <a:pt x="29656" y="14578"/>
                  </a:cubicBezTo>
                  <a:lnTo>
                    <a:pt x="28700" y="17238"/>
                  </a:lnTo>
                  <a:cubicBezTo>
                    <a:pt x="28398" y="18060"/>
                    <a:pt x="28088" y="18875"/>
                    <a:pt x="27770" y="19697"/>
                  </a:cubicBezTo>
                  <a:lnTo>
                    <a:pt x="27770" y="19697"/>
                  </a:lnTo>
                  <a:lnTo>
                    <a:pt x="27262" y="19517"/>
                  </a:lnTo>
                  <a:lnTo>
                    <a:pt x="27262" y="19517"/>
                  </a:lnTo>
                  <a:cubicBezTo>
                    <a:pt x="27552" y="18623"/>
                    <a:pt x="27856" y="17736"/>
                    <a:pt x="28160" y="16841"/>
                  </a:cubicBezTo>
                  <a:cubicBezTo>
                    <a:pt x="28493" y="15894"/>
                    <a:pt x="28818" y="14948"/>
                    <a:pt x="29160" y="14002"/>
                  </a:cubicBezTo>
                  <a:cubicBezTo>
                    <a:pt x="29503" y="13055"/>
                    <a:pt x="29836" y="12109"/>
                    <a:pt x="30179" y="11171"/>
                  </a:cubicBezTo>
                  <a:cubicBezTo>
                    <a:pt x="30419" y="10523"/>
                    <a:pt x="30660" y="9880"/>
                    <a:pt x="30903" y="9238"/>
                  </a:cubicBezTo>
                  <a:close/>
                  <a:moveTo>
                    <a:pt x="5751" y="373"/>
                  </a:moveTo>
                  <a:cubicBezTo>
                    <a:pt x="6073" y="381"/>
                    <a:pt x="6404" y="417"/>
                    <a:pt x="6717" y="470"/>
                  </a:cubicBezTo>
                  <a:lnTo>
                    <a:pt x="6717" y="470"/>
                  </a:lnTo>
                  <a:cubicBezTo>
                    <a:pt x="6935" y="557"/>
                    <a:pt x="7145" y="636"/>
                    <a:pt x="7355" y="724"/>
                  </a:cubicBezTo>
                  <a:cubicBezTo>
                    <a:pt x="7581" y="814"/>
                    <a:pt x="7797" y="904"/>
                    <a:pt x="8013" y="994"/>
                  </a:cubicBezTo>
                  <a:cubicBezTo>
                    <a:pt x="8013" y="994"/>
                    <a:pt x="8013" y="1003"/>
                    <a:pt x="8013" y="1003"/>
                  </a:cubicBezTo>
                  <a:cubicBezTo>
                    <a:pt x="8033" y="1009"/>
                    <a:pt x="8052" y="1011"/>
                    <a:pt x="8071" y="1011"/>
                  </a:cubicBezTo>
                  <a:cubicBezTo>
                    <a:pt x="8152" y="1011"/>
                    <a:pt x="8228" y="966"/>
                    <a:pt x="8257" y="886"/>
                  </a:cubicBezTo>
                  <a:lnTo>
                    <a:pt x="8257" y="877"/>
                  </a:lnTo>
                  <a:lnTo>
                    <a:pt x="8414" y="444"/>
                  </a:lnTo>
                  <a:lnTo>
                    <a:pt x="8414" y="444"/>
                  </a:lnTo>
                  <a:cubicBezTo>
                    <a:pt x="10263" y="1072"/>
                    <a:pt x="12104" y="1701"/>
                    <a:pt x="13945" y="2347"/>
                  </a:cubicBezTo>
                  <a:cubicBezTo>
                    <a:pt x="15847" y="3005"/>
                    <a:pt x="17749" y="3672"/>
                    <a:pt x="19641" y="4339"/>
                  </a:cubicBezTo>
                  <a:lnTo>
                    <a:pt x="22490" y="5348"/>
                  </a:lnTo>
                  <a:lnTo>
                    <a:pt x="25329" y="6367"/>
                  </a:lnTo>
                  <a:cubicBezTo>
                    <a:pt x="27160" y="7029"/>
                    <a:pt x="28991" y="7701"/>
                    <a:pt x="30814" y="8396"/>
                  </a:cubicBezTo>
                  <a:lnTo>
                    <a:pt x="30814" y="8396"/>
                  </a:lnTo>
                  <a:cubicBezTo>
                    <a:pt x="30764" y="8551"/>
                    <a:pt x="30714" y="8705"/>
                    <a:pt x="30664" y="8859"/>
                  </a:cubicBezTo>
                  <a:lnTo>
                    <a:pt x="30664" y="8859"/>
                  </a:lnTo>
                  <a:cubicBezTo>
                    <a:pt x="30645" y="8878"/>
                    <a:pt x="30630" y="8901"/>
                    <a:pt x="30620" y="8927"/>
                  </a:cubicBezTo>
                  <a:cubicBezTo>
                    <a:pt x="30610" y="8958"/>
                    <a:pt x="30607" y="8990"/>
                    <a:pt x="30611" y="9019"/>
                  </a:cubicBezTo>
                  <a:lnTo>
                    <a:pt x="30611" y="9019"/>
                  </a:lnTo>
                  <a:cubicBezTo>
                    <a:pt x="30384" y="9706"/>
                    <a:pt x="30151" y="10391"/>
                    <a:pt x="29917" y="11072"/>
                  </a:cubicBezTo>
                  <a:cubicBezTo>
                    <a:pt x="29602" y="12027"/>
                    <a:pt x="29259" y="12974"/>
                    <a:pt x="28926" y="13920"/>
                  </a:cubicBezTo>
                  <a:cubicBezTo>
                    <a:pt x="28592" y="14867"/>
                    <a:pt x="28250" y="15804"/>
                    <a:pt x="27907" y="16751"/>
                  </a:cubicBezTo>
                  <a:cubicBezTo>
                    <a:pt x="27557" y="17694"/>
                    <a:pt x="27216" y="18628"/>
                    <a:pt x="26847" y="19562"/>
                  </a:cubicBezTo>
                  <a:lnTo>
                    <a:pt x="26847" y="19562"/>
                  </a:lnTo>
                  <a:cubicBezTo>
                    <a:pt x="26846" y="19565"/>
                    <a:pt x="26845" y="19569"/>
                    <a:pt x="26844" y="19572"/>
                  </a:cubicBezTo>
                  <a:lnTo>
                    <a:pt x="26841" y="19578"/>
                  </a:lnTo>
                  <a:lnTo>
                    <a:pt x="26841" y="19578"/>
                  </a:lnTo>
                  <a:cubicBezTo>
                    <a:pt x="26840" y="19580"/>
                    <a:pt x="26838" y="19581"/>
                    <a:pt x="26835" y="19581"/>
                  </a:cubicBezTo>
                  <a:cubicBezTo>
                    <a:pt x="26832" y="19592"/>
                    <a:pt x="26830" y="19603"/>
                    <a:pt x="26829" y="19614"/>
                  </a:cubicBezTo>
                  <a:lnTo>
                    <a:pt x="26829" y="19614"/>
                  </a:lnTo>
                  <a:lnTo>
                    <a:pt x="26673" y="20051"/>
                  </a:lnTo>
                  <a:lnTo>
                    <a:pt x="26673" y="20051"/>
                  </a:lnTo>
                  <a:cubicBezTo>
                    <a:pt x="24831" y="19414"/>
                    <a:pt x="22989" y="18785"/>
                    <a:pt x="21147" y="18148"/>
                  </a:cubicBezTo>
                  <a:lnTo>
                    <a:pt x="15450" y="16147"/>
                  </a:lnTo>
                  <a:lnTo>
                    <a:pt x="9753" y="14137"/>
                  </a:lnTo>
                  <a:cubicBezTo>
                    <a:pt x="7921" y="13474"/>
                    <a:pt x="6090" y="12811"/>
                    <a:pt x="4274" y="12091"/>
                  </a:cubicBezTo>
                  <a:lnTo>
                    <a:pt x="4274" y="12091"/>
                  </a:lnTo>
                  <a:lnTo>
                    <a:pt x="4381" y="11793"/>
                  </a:lnTo>
                  <a:cubicBezTo>
                    <a:pt x="4417" y="11694"/>
                    <a:pt x="4363" y="11586"/>
                    <a:pt x="4264" y="11550"/>
                  </a:cubicBezTo>
                  <a:cubicBezTo>
                    <a:pt x="3813" y="11397"/>
                    <a:pt x="3371" y="11252"/>
                    <a:pt x="2921" y="11099"/>
                  </a:cubicBezTo>
                  <a:lnTo>
                    <a:pt x="2921" y="11099"/>
                  </a:lnTo>
                  <a:lnTo>
                    <a:pt x="2957" y="11108"/>
                  </a:lnTo>
                  <a:cubicBezTo>
                    <a:pt x="2398" y="10784"/>
                    <a:pt x="1884" y="10378"/>
                    <a:pt x="1460" y="9891"/>
                  </a:cubicBezTo>
                  <a:cubicBezTo>
                    <a:pt x="1046" y="9404"/>
                    <a:pt x="739" y="8828"/>
                    <a:pt x="595" y="8215"/>
                  </a:cubicBezTo>
                  <a:cubicBezTo>
                    <a:pt x="442" y="7602"/>
                    <a:pt x="451" y="6962"/>
                    <a:pt x="550" y="6331"/>
                  </a:cubicBezTo>
                  <a:cubicBezTo>
                    <a:pt x="604" y="6015"/>
                    <a:pt x="685" y="5700"/>
                    <a:pt x="766" y="5393"/>
                  </a:cubicBezTo>
                  <a:cubicBezTo>
                    <a:pt x="856" y="5078"/>
                    <a:pt x="956" y="4771"/>
                    <a:pt x="1055" y="4465"/>
                  </a:cubicBezTo>
                  <a:cubicBezTo>
                    <a:pt x="1514" y="3266"/>
                    <a:pt x="2010" y="2022"/>
                    <a:pt x="3029" y="1211"/>
                  </a:cubicBezTo>
                  <a:cubicBezTo>
                    <a:pt x="3534" y="814"/>
                    <a:pt x="4147" y="562"/>
                    <a:pt x="4787" y="454"/>
                  </a:cubicBezTo>
                  <a:cubicBezTo>
                    <a:pt x="5102" y="391"/>
                    <a:pt x="5426" y="373"/>
                    <a:pt x="5751" y="373"/>
                  </a:cubicBezTo>
                  <a:close/>
                  <a:moveTo>
                    <a:pt x="8302" y="1"/>
                  </a:moveTo>
                  <a:cubicBezTo>
                    <a:pt x="8223" y="1"/>
                    <a:pt x="8150" y="51"/>
                    <a:pt x="8122" y="129"/>
                  </a:cubicBezTo>
                  <a:lnTo>
                    <a:pt x="8113" y="129"/>
                  </a:lnTo>
                  <a:lnTo>
                    <a:pt x="7956" y="581"/>
                  </a:lnTo>
                  <a:lnTo>
                    <a:pt x="7956" y="581"/>
                  </a:lnTo>
                  <a:cubicBezTo>
                    <a:pt x="7792" y="532"/>
                    <a:pt x="7628" y="479"/>
                    <a:pt x="7464" y="427"/>
                  </a:cubicBezTo>
                  <a:cubicBezTo>
                    <a:pt x="7238" y="363"/>
                    <a:pt x="7013" y="291"/>
                    <a:pt x="6788" y="219"/>
                  </a:cubicBezTo>
                  <a:lnTo>
                    <a:pt x="6779" y="219"/>
                  </a:lnTo>
                  <a:cubicBezTo>
                    <a:pt x="6779" y="210"/>
                    <a:pt x="6770" y="210"/>
                    <a:pt x="6761" y="210"/>
                  </a:cubicBezTo>
                  <a:cubicBezTo>
                    <a:pt x="6451" y="177"/>
                    <a:pt x="6140" y="157"/>
                    <a:pt x="5828" y="157"/>
                  </a:cubicBezTo>
                  <a:cubicBezTo>
                    <a:pt x="5468" y="157"/>
                    <a:pt x="5108" y="183"/>
                    <a:pt x="4750" y="246"/>
                  </a:cubicBezTo>
                  <a:cubicBezTo>
                    <a:pt x="4083" y="363"/>
                    <a:pt x="3434" y="616"/>
                    <a:pt x="2876" y="994"/>
                  </a:cubicBezTo>
                  <a:cubicBezTo>
                    <a:pt x="2299" y="1373"/>
                    <a:pt x="1821" y="1887"/>
                    <a:pt x="1442" y="2464"/>
                  </a:cubicBezTo>
                  <a:cubicBezTo>
                    <a:pt x="1253" y="2752"/>
                    <a:pt x="1100" y="3050"/>
                    <a:pt x="956" y="3347"/>
                  </a:cubicBezTo>
                  <a:cubicBezTo>
                    <a:pt x="802" y="3654"/>
                    <a:pt x="676" y="3969"/>
                    <a:pt x="568" y="4294"/>
                  </a:cubicBezTo>
                  <a:cubicBezTo>
                    <a:pt x="343" y="4934"/>
                    <a:pt x="171" y="5583"/>
                    <a:pt x="81" y="6268"/>
                  </a:cubicBezTo>
                  <a:cubicBezTo>
                    <a:pt x="0" y="6944"/>
                    <a:pt x="27" y="7647"/>
                    <a:pt x="225" y="8314"/>
                  </a:cubicBezTo>
                  <a:cubicBezTo>
                    <a:pt x="406" y="8981"/>
                    <a:pt x="766" y="9594"/>
                    <a:pt x="1208" y="10108"/>
                  </a:cubicBezTo>
                  <a:cubicBezTo>
                    <a:pt x="1659" y="10630"/>
                    <a:pt x="2209" y="11045"/>
                    <a:pt x="2776" y="11397"/>
                  </a:cubicBezTo>
                  <a:cubicBezTo>
                    <a:pt x="2785" y="11406"/>
                    <a:pt x="2794" y="11415"/>
                    <a:pt x="2803" y="11415"/>
                  </a:cubicBezTo>
                  <a:lnTo>
                    <a:pt x="2812" y="11415"/>
                  </a:lnTo>
                  <a:cubicBezTo>
                    <a:pt x="3194" y="11555"/>
                    <a:pt x="3575" y="11695"/>
                    <a:pt x="3957" y="11841"/>
                  </a:cubicBezTo>
                  <a:lnTo>
                    <a:pt x="3957" y="11841"/>
                  </a:lnTo>
                  <a:lnTo>
                    <a:pt x="3849" y="12136"/>
                  </a:lnTo>
                  <a:lnTo>
                    <a:pt x="3840" y="12154"/>
                  </a:lnTo>
                  <a:cubicBezTo>
                    <a:pt x="3813" y="12253"/>
                    <a:pt x="3867" y="12361"/>
                    <a:pt x="3966" y="12388"/>
                  </a:cubicBezTo>
                  <a:cubicBezTo>
                    <a:pt x="5886" y="12992"/>
                    <a:pt x="7788" y="13650"/>
                    <a:pt x="9690" y="14317"/>
                  </a:cubicBezTo>
                  <a:lnTo>
                    <a:pt x="15378" y="16345"/>
                  </a:lnTo>
                  <a:lnTo>
                    <a:pt x="21057" y="18400"/>
                  </a:lnTo>
                  <a:cubicBezTo>
                    <a:pt x="22950" y="19076"/>
                    <a:pt x="24833" y="19779"/>
                    <a:pt x="26726" y="20473"/>
                  </a:cubicBezTo>
                  <a:cubicBezTo>
                    <a:pt x="26747" y="20481"/>
                    <a:pt x="26769" y="20485"/>
                    <a:pt x="26791" y="20485"/>
                  </a:cubicBezTo>
                  <a:cubicBezTo>
                    <a:pt x="26871" y="20485"/>
                    <a:pt x="26950" y="20435"/>
                    <a:pt x="26979" y="20356"/>
                  </a:cubicBezTo>
                  <a:lnTo>
                    <a:pt x="27142" y="19880"/>
                  </a:lnTo>
                  <a:lnTo>
                    <a:pt x="27142" y="19880"/>
                  </a:lnTo>
                  <a:lnTo>
                    <a:pt x="27817" y="20122"/>
                  </a:lnTo>
                  <a:lnTo>
                    <a:pt x="27835" y="20131"/>
                  </a:lnTo>
                  <a:cubicBezTo>
                    <a:pt x="27852" y="20136"/>
                    <a:pt x="27869" y="20138"/>
                    <a:pt x="27886" y="20138"/>
                  </a:cubicBezTo>
                  <a:cubicBezTo>
                    <a:pt x="27967" y="20138"/>
                    <a:pt x="28040" y="20087"/>
                    <a:pt x="28069" y="20005"/>
                  </a:cubicBezTo>
                  <a:cubicBezTo>
                    <a:pt x="28358" y="19112"/>
                    <a:pt x="28655" y="18220"/>
                    <a:pt x="28962" y="17328"/>
                  </a:cubicBezTo>
                  <a:lnTo>
                    <a:pt x="29890" y="14660"/>
                  </a:lnTo>
                  <a:cubicBezTo>
                    <a:pt x="30215" y="13776"/>
                    <a:pt x="30530" y="12893"/>
                    <a:pt x="30855" y="12009"/>
                  </a:cubicBezTo>
                  <a:cubicBezTo>
                    <a:pt x="31179" y="11126"/>
                    <a:pt x="31504" y="10243"/>
                    <a:pt x="31846" y="9368"/>
                  </a:cubicBezTo>
                  <a:cubicBezTo>
                    <a:pt x="31846" y="9368"/>
                    <a:pt x="31846" y="9359"/>
                    <a:pt x="31846" y="9359"/>
                  </a:cubicBezTo>
                  <a:cubicBezTo>
                    <a:pt x="31882" y="9260"/>
                    <a:pt x="31837" y="9152"/>
                    <a:pt x="31738" y="9116"/>
                  </a:cubicBezTo>
                  <a:lnTo>
                    <a:pt x="31729" y="9116"/>
                  </a:lnTo>
                  <a:lnTo>
                    <a:pt x="31043" y="8870"/>
                  </a:lnTo>
                  <a:lnTo>
                    <a:pt x="31043" y="8870"/>
                  </a:lnTo>
                  <a:cubicBezTo>
                    <a:pt x="31109" y="8697"/>
                    <a:pt x="31176" y="8523"/>
                    <a:pt x="31242" y="8350"/>
                  </a:cubicBezTo>
                  <a:cubicBezTo>
                    <a:pt x="31242" y="8350"/>
                    <a:pt x="31242" y="8341"/>
                    <a:pt x="31242" y="8341"/>
                  </a:cubicBezTo>
                  <a:cubicBezTo>
                    <a:pt x="31278" y="8242"/>
                    <a:pt x="31224" y="8133"/>
                    <a:pt x="31125" y="8097"/>
                  </a:cubicBezTo>
                  <a:cubicBezTo>
                    <a:pt x="29214" y="7466"/>
                    <a:pt x="27303" y="6817"/>
                    <a:pt x="25410" y="6150"/>
                  </a:cubicBezTo>
                  <a:lnTo>
                    <a:pt x="22562" y="5150"/>
                  </a:lnTo>
                  <a:lnTo>
                    <a:pt x="19714" y="4131"/>
                  </a:lnTo>
                  <a:cubicBezTo>
                    <a:pt x="17821" y="3455"/>
                    <a:pt x="15928" y="2779"/>
                    <a:pt x="14035" y="2085"/>
                  </a:cubicBezTo>
                  <a:cubicBezTo>
                    <a:pt x="12142" y="1409"/>
                    <a:pt x="10258" y="706"/>
                    <a:pt x="8365" y="12"/>
                  </a:cubicBezTo>
                  <a:cubicBezTo>
                    <a:pt x="8344" y="4"/>
                    <a:pt x="8323" y="1"/>
                    <a:pt x="8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5" name="Google Shape;11175;p11"/>
            <p:cNvSpPr/>
            <p:nvPr/>
          </p:nvSpPr>
          <p:spPr>
            <a:xfrm>
              <a:off x="5385438" y="842193"/>
              <a:ext cx="146402" cy="383398"/>
            </a:xfrm>
            <a:custGeom>
              <a:rect b="b" l="l" r="r" t="t"/>
              <a:pathLst>
                <a:path extrusionOk="0" h="11308" w="4318">
                  <a:moveTo>
                    <a:pt x="4098" y="1"/>
                  </a:moveTo>
                  <a:cubicBezTo>
                    <a:pt x="4017" y="1"/>
                    <a:pt x="3941" y="57"/>
                    <a:pt x="3912" y="137"/>
                  </a:cubicBezTo>
                  <a:cubicBezTo>
                    <a:pt x="3624" y="1057"/>
                    <a:pt x="3299" y="1967"/>
                    <a:pt x="2984" y="2877"/>
                  </a:cubicBezTo>
                  <a:lnTo>
                    <a:pt x="2001" y="5609"/>
                  </a:lnTo>
                  <a:lnTo>
                    <a:pt x="1028" y="8331"/>
                  </a:lnTo>
                  <a:cubicBezTo>
                    <a:pt x="703" y="9241"/>
                    <a:pt x="361" y="10143"/>
                    <a:pt x="36" y="11053"/>
                  </a:cubicBezTo>
                  <a:cubicBezTo>
                    <a:pt x="0" y="11152"/>
                    <a:pt x="54" y="11269"/>
                    <a:pt x="154" y="11296"/>
                  </a:cubicBezTo>
                  <a:cubicBezTo>
                    <a:pt x="174" y="11304"/>
                    <a:pt x="196" y="11308"/>
                    <a:pt x="217" y="11308"/>
                  </a:cubicBezTo>
                  <a:cubicBezTo>
                    <a:pt x="295" y="11308"/>
                    <a:pt x="368" y="11257"/>
                    <a:pt x="397" y="11179"/>
                  </a:cubicBezTo>
                  <a:cubicBezTo>
                    <a:pt x="712" y="10269"/>
                    <a:pt x="1028" y="9358"/>
                    <a:pt x="1343" y="8448"/>
                  </a:cubicBezTo>
                  <a:lnTo>
                    <a:pt x="2308" y="5717"/>
                  </a:lnTo>
                  <a:lnTo>
                    <a:pt x="3272" y="2985"/>
                  </a:lnTo>
                  <a:cubicBezTo>
                    <a:pt x="3597" y="2075"/>
                    <a:pt x="3921" y="1165"/>
                    <a:pt x="4273" y="263"/>
                  </a:cubicBezTo>
                  <a:cubicBezTo>
                    <a:pt x="4282" y="263"/>
                    <a:pt x="4282" y="254"/>
                    <a:pt x="4282" y="254"/>
                  </a:cubicBezTo>
                  <a:cubicBezTo>
                    <a:pt x="4318" y="155"/>
                    <a:pt x="4255" y="47"/>
                    <a:pt x="4156" y="11"/>
                  </a:cubicBezTo>
                  <a:cubicBezTo>
                    <a:pt x="4136" y="4"/>
                    <a:pt x="4117" y="1"/>
                    <a:pt x="40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76" name="Google Shape;11176;p11"/>
          <p:cNvGrpSpPr/>
          <p:nvPr/>
        </p:nvGrpSpPr>
        <p:grpSpPr>
          <a:xfrm flipH="1">
            <a:off x="719922" y="934457"/>
            <a:ext cx="3253287" cy="176025"/>
            <a:chOff x="4345425" y="2175475"/>
            <a:chExt cx="800750" cy="176025"/>
          </a:xfrm>
        </p:grpSpPr>
        <p:sp>
          <p:nvSpPr>
            <p:cNvPr id="11177" name="Google Shape;11177;p1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8" name="Google Shape;11178;p1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79" name="Google Shape;11179;p11"/>
          <p:cNvGrpSpPr/>
          <p:nvPr/>
        </p:nvGrpSpPr>
        <p:grpSpPr>
          <a:xfrm flipH="1">
            <a:off x="719986" y="1396579"/>
            <a:ext cx="2997127" cy="176025"/>
            <a:chOff x="4345425" y="2175475"/>
            <a:chExt cx="800750" cy="176025"/>
          </a:xfrm>
        </p:grpSpPr>
        <p:sp>
          <p:nvSpPr>
            <p:cNvPr id="11180" name="Google Shape;11180;p1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1" name="Google Shape;11181;p1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185" name="Shape 11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86" name="Google Shape;11186;p12"/>
          <p:cNvGrpSpPr/>
          <p:nvPr/>
        </p:nvGrpSpPr>
        <p:grpSpPr>
          <a:xfrm>
            <a:off x="5868998" y="536800"/>
            <a:ext cx="3275148" cy="176025"/>
            <a:chOff x="4345425" y="2175475"/>
            <a:chExt cx="800750" cy="176025"/>
          </a:xfrm>
        </p:grpSpPr>
        <p:sp>
          <p:nvSpPr>
            <p:cNvPr id="11187" name="Google Shape;11187;p12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8" name="Google Shape;11188;p12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89" name="Google Shape;11189;p12"/>
          <p:cNvSpPr txBox="1"/>
          <p:nvPr>
            <p:ph type="title"/>
          </p:nvPr>
        </p:nvSpPr>
        <p:spPr>
          <a:xfrm>
            <a:off x="5273700" y="156525"/>
            <a:ext cx="38703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.remove() in Python</a:t>
            </a:r>
            <a:endParaRPr/>
          </a:p>
        </p:txBody>
      </p:sp>
      <p:grpSp>
        <p:nvGrpSpPr>
          <p:cNvPr id="11190" name="Google Shape;11190;p12"/>
          <p:cNvGrpSpPr/>
          <p:nvPr/>
        </p:nvGrpSpPr>
        <p:grpSpPr>
          <a:xfrm>
            <a:off x="3699209" y="3489861"/>
            <a:ext cx="1745583" cy="230173"/>
            <a:chOff x="1394800" y="3522000"/>
            <a:chExt cx="1048650" cy="138275"/>
          </a:xfrm>
        </p:grpSpPr>
        <p:sp>
          <p:nvSpPr>
            <p:cNvPr id="11191" name="Google Shape;11191;p12"/>
            <p:cNvSpPr/>
            <p:nvPr/>
          </p:nvSpPr>
          <p:spPr>
            <a:xfrm>
              <a:off x="1394800" y="3522000"/>
              <a:ext cx="1048650" cy="125000"/>
            </a:xfrm>
            <a:custGeom>
              <a:rect b="b" l="l" r="r" t="t"/>
              <a:pathLst>
                <a:path extrusionOk="0" h="5000" w="41946">
                  <a:moveTo>
                    <a:pt x="39862" y="375"/>
                  </a:moveTo>
                  <a:cubicBezTo>
                    <a:pt x="39752" y="375"/>
                    <a:pt x="39641" y="393"/>
                    <a:pt x="39545" y="429"/>
                  </a:cubicBezTo>
                  <a:cubicBezTo>
                    <a:pt x="38422" y="860"/>
                    <a:pt x="37231" y="1220"/>
                    <a:pt x="36143" y="1737"/>
                  </a:cubicBezTo>
                  <a:cubicBezTo>
                    <a:pt x="35848" y="1880"/>
                    <a:pt x="35723" y="1951"/>
                    <a:pt x="35630" y="1951"/>
                  </a:cubicBezTo>
                  <a:cubicBezTo>
                    <a:pt x="35516" y="1951"/>
                    <a:pt x="35452" y="1837"/>
                    <a:pt x="35173" y="1598"/>
                  </a:cubicBezTo>
                  <a:cubicBezTo>
                    <a:pt x="34984" y="1431"/>
                    <a:pt x="34785" y="1277"/>
                    <a:pt x="34571" y="1141"/>
                  </a:cubicBezTo>
                  <a:lnTo>
                    <a:pt x="34571" y="1141"/>
                  </a:lnTo>
                  <a:cubicBezTo>
                    <a:pt x="34760" y="1337"/>
                    <a:pt x="34920" y="1576"/>
                    <a:pt x="35020" y="1741"/>
                  </a:cubicBezTo>
                  <a:cubicBezTo>
                    <a:pt x="35131" y="1926"/>
                    <a:pt x="35491" y="2693"/>
                    <a:pt x="35038" y="2721"/>
                  </a:cubicBezTo>
                  <a:cubicBezTo>
                    <a:pt x="34856" y="2736"/>
                    <a:pt x="34678" y="2739"/>
                    <a:pt x="34500" y="2739"/>
                  </a:cubicBezTo>
                  <a:cubicBezTo>
                    <a:pt x="34336" y="2739"/>
                    <a:pt x="34171" y="2736"/>
                    <a:pt x="34008" y="2725"/>
                  </a:cubicBezTo>
                  <a:lnTo>
                    <a:pt x="34008" y="2725"/>
                  </a:lnTo>
                  <a:cubicBezTo>
                    <a:pt x="34282" y="3003"/>
                    <a:pt x="34556" y="3274"/>
                    <a:pt x="34974" y="3420"/>
                  </a:cubicBezTo>
                  <a:cubicBezTo>
                    <a:pt x="35244" y="3516"/>
                    <a:pt x="35509" y="3559"/>
                    <a:pt x="35766" y="3559"/>
                  </a:cubicBezTo>
                  <a:cubicBezTo>
                    <a:pt x="36322" y="3559"/>
                    <a:pt x="36853" y="3370"/>
                    <a:pt x="37410" y="3164"/>
                  </a:cubicBezTo>
                  <a:cubicBezTo>
                    <a:pt x="38547" y="2736"/>
                    <a:pt x="39677" y="2290"/>
                    <a:pt x="40811" y="1851"/>
                  </a:cubicBezTo>
                  <a:cubicBezTo>
                    <a:pt x="41945" y="1416"/>
                    <a:pt x="40747" y="375"/>
                    <a:pt x="39862" y="375"/>
                  </a:cubicBezTo>
                  <a:close/>
                  <a:moveTo>
                    <a:pt x="1498" y="1719"/>
                  </a:moveTo>
                  <a:cubicBezTo>
                    <a:pt x="1242" y="1894"/>
                    <a:pt x="996" y="2076"/>
                    <a:pt x="761" y="2265"/>
                  </a:cubicBezTo>
                  <a:cubicBezTo>
                    <a:pt x="1" y="2874"/>
                    <a:pt x="1103" y="3669"/>
                    <a:pt x="1926" y="3669"/>
                  </a:cubicBezTo>
                  <a:cubicBezTo>
                    <a:pt x="2130" y="3669"/>
                    <a:pt x="2311" y="3623"/>
                    <a:pt x="2451" y="3513"/>
                  </a:cubicBezTo>
                  <a:cubicBezTo>
                    <a:pt x="2618" y="3381"/>
                    <a:pt x="2793" y="3242"/>
                    <a:pt x="2975" y="3106"/>
                  </a:cubicBezTo>
                  <a:cubicBezTo>
                    <a:pt x="2436" y="3031"/>
                    <a:pt x="1502" y="2211"/>
                    <a:pt x="1498" y="1719"/>
                  </a:cubicBezTo>
                  <a:close/>
                  <a:moveTo>
                    <a:pt x="6376" y="1"/>
                  </a:moveTo>
                  <a:cubicBezTo>
                    <a:pt x="5271" y="1"/>
                    <a:pt x="4137" y="310"/>
                    <a:pt x="3064" y="814"/>
                  </a:cubicBezTo>
                  <a:cubicBezTo>
                    <a:pt x="3998" y="475"/>
                    <a:pt x="4989" y="264"/>
                    <a:pt x="5977" y="264"/>
                  </a:cubicBezTo>
                  <a:cubicBezTo>
                    <a:pt x="6366" y="264"/>
                    <a:pt x="6755" y="297"/>
                    <a:pt x="7136" y="368"/>
                  </a:cubicBezTo>
                  <a:cubicBezTo>
                    <a:pt x="7849" y="500"/>
                    <a:pt x="8519" y="789"/>
                    <a:pt x="9090" y="1242"/>
                  </a:cubicBezTo>
                  <a:cubicBezTo>
                    <a:pt x="9771" y="1780"/>
                    <a:pt x="10310" y="2889"/>
                    <a:pt x="11236" y="3003"/>
                  </a:cubicBezTo>
                  <a:cubicBezTo>
                    <a:pt x="11843" y="3082"/>
                    <a:pt x="13137" y="4686"/>
                    <a:pt x="12449" y="4686"/>
                  </a:cubicBezTo>
                  <a:cubicBezTo>
                    <a:pt x="12428" y="4686"/>
                    <a:pt x="12403" y="4686"/>
                    <a:pt x="12378" y="4683"/>
                  </a:cubicBezTo>
                  <a:cubicBezTo>
                    <a:pt x="10777" y="4479"/>
                    <a:pt x="10120" y="3574"/>
                    <a:pt x="9033" y="2557"/>
                  </a:cubicBezTo>
                  <a:cubicBezTo>
                    <a:pt x="8787" y="2329"/>
                    <a:pt x="8501" y="2168"/>
                    <a:pt x="8191" y="2061"/>
                  </a:cubicBezTo>
                  <a:lnTo>
                    <a:pt x="8191" y="2061"/>
                  </a:lnTo>
                  <a:cubicBezTo>
                    <a:pt x="8366" y="2204"/>
                    <a:pt x="8534" y="2372"/>
                    <a:pt x="8698" y="2571"/>
                  </a:cubicBezTo>
                  <a:cubicBezTo>
                    <a:pt x="9742" y="3855"/>
                    <a:pt x="10719" y="4903"/>
                    <a:pt x="12481" y="4903"/>
                  </a:cubicBezTo>
                  <a:cubicBezTo>
                    <a:pt x="12528" y="4903"/>
                    <a:pt x="12574" y="4903"/>
                    <a:pt x="12620" y="4900"/>
                  </a:cubicBezTo>
                  <a:cubicBezTo>
                    <a:pt x="14603" y="4843"/>
                    <a:pt x="15879" y="3509"/>
                    <a:pt x="17384" y="2415"/>
                  </a:cubicBezTo>
                  <a:cubicBezTo>
                    <a:pt x="17687" y="2193"/>
                    <a:pt x="17983" y="2001"/>
                    <a:pt x="18268" y="1862"/>
                  </a:cubicBezTo>
                  <a:lnTo>
                    <a:pt x="18268" y="1862"/>
                  </a:lnTo>
                  <a:cubicBezTo>
                    <a:pt x="18140" y="1880"/>
                    <a:pt x="17997" y="1923"/>
                    <a:pt x="17826" y="2001"/>
                  </a:cubicBezTo>
                  <a:cubicBezTo>
                    <a:pt x="17259" y="2261"/>
                    <a:pt x="16703" y="2860"/>
                    <a:pt x="16157" y="3188"/>
                  </a:cubicBezTo>
                  <a:cubicBezTo>
                    <a:pt x="15630" y="3502"/>
                    <a:pt x="15081" y="3763"/>
                    <a:pt x="14521" y="4008"/>
                  </a:cubicBezTo>
                  <a:cubicBezTo>
                    <a:pt x="14381" y="4069"/>
                    <a:pt x="14125" y="4158"/>
                    <a:pt x="13914" y="4158"/>
                  </a:cubicBezTo>
                  <a:cubicBezTo>
                    <a:pt x="13740" y="4158"/>
                    <a:pt x="13593" y="4097"/>
                    <a:pt x="13565" y="3908"/>
                  </a:cubicBezTo>
                  <a:cubicBezTo>
                    <a:pt x="13501" y="3506"/>
                    <a:pt x="14389" y="3103"/>
                    <a:pt x="14663" y="2985"/>
                  </a:cubicBezTo>
                  <a:cubicBezTo>
                    <a:pt x="16246" y="2293"/>
                    <a:pt x="17441" y="703"/>
                    <a:pt x="19241" y="493"/>
                  </a:cubicBezTo>
                  <a:cubicBezTo>
                    <a:pt x="19366" y="478"/>
                    <a:pt x="19495" y="468"/>
                    <a:pt x="19623" y="468"/>
                  </a:cubicBezTo>
                  <a:cubicBezTo>
                    <a:pt x="20097" y="468"/>
                    <a:pt x="20582" y="585"/>
                    <a:pt x="20936" y="921"/>
                  </a:cubicBezTo>
                  <a:cubicBezTo>
                    <a:pt x="21221" y="1195"/>
                    <a:pt x="21278" y="1566"/>
                    <a:pt x="21535" y="1859"/>
                  </a:cubicBezTo>
                  <a:cubicBezTo>
                    <a:pt x="21848" y="2211"/>
                    <a:pt x="22233" y="2346"/>
                    <a:pt x="22672" y="2504"/>
                  </a:cubicBezTo>
                  <a:cubicBezTo>
                    <a:pt x="23003" y="2621"/>
                    <a:pt x="22255" y="3313"/>
                    <a:pt x="21563" y="3620"/>
                  </a:cubicBezTo>
                  <a:cubicBezTo>
                    <a:pt x="21749" y="3773"/>
                    <a:pt x="21945" y="3919"/>
                    <a:pt x="22159" y="4055"/>
                  </a:cubicBezTo>
                  <a:cubicBezTo>
                    <a:pt x="23121" y="4661"/>
                    <a:pt x="24266" y="4986"/>
                    <a:pt x="25407" y="4999"/>
                  </a:cubicBezTo>
                  <a:cubicBezTo>
                    <a:pt x="24968" y="4464"/>
                    <a:pt x="24783" y="3694"/>
                    <a:pt x="25393" y="3541"/>
                  </a:cubicBezTo>
                  <a:cubicBezTo>
                    <a:pt x="26395" y="3288"/>
                    <a:pt x="27272" y="2835"/>
                    <a:pt x="28034" y="2137"/>
                  </a:cubicBezTo>
                  <a:cubicBezTo>
                    <a:pt x="28666" y="1555"/>
                    <a:pt x="29183" y="960"/>
                    <a:pt x="30024" y="689"/>
                  </a:cubicBezTo>
                  <a:cubicBezTo>
                    <a:pt x="30085" y="671"/>
                    <a:pt x="30146" y="664"/>
                    <a:pt x="30206" y="664"/>
                  </a:cubicBezTo>
                  <a:cubicBezTo>
                    <a:pt x="30723" y="664"/>
                    <a:pt x="31291" y="1302"/>
                    <a:pt x="31433" y="1865"/>
                  </a:cubicBezTo>
                  <a:cubicBezTo>
                    <a:pt x="31647" y="1812"/>
                    <a:pt x="31864" y="1787"/>
                    <a:pt x="32082" y="1787"/>
                  </a:cubicBezTo>
                  <a:lnTo>
                    <a:pt x="32193" y="1787"/>
                  </a:lnTo>
                  <a:cubicBezTo>
                    <a:pt x="32175" y="1762"/>
                    <a:pt x="32160" y="1737"/>
                    <a:pt x="32142" y="1712"/>
                  </a:cubicBezTo>
                  <a:cubicBezTo>
                    <a:pt x="32071" y="1591"/>
                    <a:pt x="31697" y="725"/>
                    <a:pt x="32078" y="725"/>
                  </a:cubicBezTo>
                  <a:cubicBezTo>
                    <a:pt x="32093" y="725"/>
                    <a:pt x="32111" y="725"/>
                    <a:pt x="32125" y="728"/>
                  </a:cubicBezTo>
                  <a:cubicBezTo>
                    <a:pt x="32545" y="792"/>
                    <a:pt x="32963" y="824"/>
                    <a:pt x="33380" y="824"/>
                  </a:cubicBezTo>
                  <a:cubicBezTo>
                    <a:pt x="33559" y="824"/>
                    <a:pt x="33740" y="817"/>
                    <a:pt x="33918" y="806"/>
                  </a:cubicBezTo>
                  <a:lnTo>
                    <a:pt x="33947" y="806"/>
                  </a:lnTo>
                  <a:cubicBezTo>
                    <a:pt x="33195" y="457"/>
                    <a:pt x="32356" y="271"/>
                    <a:pt x="31522" y="271"/>
                  </a:cubicBezTo>
                  <a:cubicBezTo>
                    <a:pt x="30919" y="271"/>
                    <a:pt x="30320" y="368"/>
                    <a:pt x="29754" y="575"/>
                  </a:cubicBezTo>
                  <a:cubicBezTo>
                    <a:pt x="27928" y="1242"/>
                    <a:pt x="27186" y="3406"/>
                    <a:pt x="25090" y="3491"/>
                  </a:cubicBezTo>
                  <a:cubicBezTo>
                    <a:pt x="25044" y="3495"/>
                    <a:pt x="24996" y="3495"/>
                    <a:pt x="24950" y="3495"/>
                  </a:cubicBezTo>
                  <a:cubicBezTo>
                    <a:pt x="22857" y="3495"/>
                    <a:pt x="22544" y="1462"/>
                    <a:pt x="20967" y="542"/>
                  </a:cubicBezTo>
                  <a:cubicBezTo>
                    <a:pt x="20340" y="175"/>
                    <a:pt x="19641" y="11"/>
                    <a:pt x="18938" y="11"/>
                  </a:cubicBezTo>
                  <a:cubicBezTo>
                    <a:pt x="18072" y="11"/>
                    <a:pt x="17202" y="257"/>
                    <a:pt x="16446" y="671"/>
                  </a:cubicBezTo>
                  <a:cubicBezTo>
                    <a:pt x="15515" y="1177"/>
                    <a:pt x="14781" y="1966"/>
                    <a:pt x="13918" y="2568"/>
                  </a:cubicBezTo>
                  <a:cubicBezTo>
                    <a:pt x="13369" y="2950"/>
                    <a:pt x="12941" y="3224"/>
                    <a:pt x="12352" y="3224"/>
                  </a:cubicBezTo>
                  <a:cubicBezTo>
                    <a:pt x="12210" y="3224"/>
                    <a:pt x="12057" y="3210"/>
                    <a:pt x="11889" y="3174"/>
                  </a:cubicBezTo>
                  <a:cubicBezTo>
                    <a:pt x="11090" y="3003"/>
                    <a:pt x="11012" y="2667"/>
                    <a:pt x="10534" y="2061"/>
                  </a:cubicBezTo>
                  <a:cubicBezTo>
                    <a:pt x="9365" y="589"/>
                    <a:pt x="7899" y="1"/>
                    <a:pt x="6376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2" name="Google Shape;11192;p12"/>
            <p:cNvSpPr/>
            <p:nvPr/>
          </p:nvSpPr>
          <p:spPr>
            <a:xfrm>
              <a:off x="1432150" y="3542325"/>
              <a:ext cx="167450" cy="57425"/>
            </a:xfrm>
            <a:custGeom>
              <a:rect b="b" l="l" r="r" t="t"/>
              <a:pathLst>
                <a:path extrusionOk="0" h="2297" w="6698">
                  <a:moveTo>
                    <a:pt x="1570" y="1"/>
                  </a:moveTo>
                  <a:lnTo>
                    <a:pt x="1570" y="1"/>
                  </a:lnTo>
                  <a:cubicBezTo>
                    <a:pt x="1278" y="108"/>
                    <a:pt x="989" y="228"/>
                    <a:pt x="707" y="361"/>
                  </a:cubicBezTo>
                  <a:cubicBezTo>
                    <a:pt x="682" y="368"/>
                    <a:pt x="657" y="378"/>
                    <a:pt x="636" y="393"/>
                  </a:cubicBezTo>
                  <a:cubicBezTo>
                    <a:pt x="482" y="468"/>
                    <a:pt x="329" y="542"/>
                    <a:pt x="176" y="625"/>
                  </a:cubicBezTo>
                  <a:cubicBezTo>
                    <a:pt x="54" y="689"/>
                    <a:pt x="1" y="789"/>
                    <a:pt x="4" y="906"/>
                  </a:cubicBezTo>
                  <a:cubicBezTo>
                    <a:pt x="500" y="564"/>
                    <a:pt x="1028" y="257"/>
                    <a:pt x="1570" y="1"/>
                  </a:cubicBezTo>
                  <a:close/>
                  <a:moveTo>
                    <a:pt x="5093" y="685"/>
                  </a:moveTo>
                  <a:cubicBezTo>
                    <a:pt x="3862" y="685"/>
                    <a:pt x="2557" y="1480"/>
                    <a:pt x="1481" y="2293"/>
                  </a:cubicBezTo>
                  <a:cubicBezTo>
                    <a:pt x="1505" y="2297"/>
                    <a:pt x="1530" y="2297"/>
                    <a:pt x="1556" y="2297"/>
                  </a:cubicBezTo>
                  <a:cubicBezTo>
                    <a:pt x="1588" y="2297"/>
                    <a:pt x="1616" y="2293"/>
                    <a:pt x="1645" y="2286"/>
                  </a:cubicBezTo>
                  <a:cubicBezTo>
                    <a:pt x="1984" y="2204"/>
                    <a:pt x="2009" y="2186"/>
                    <a:pt x="2254" y="1983"/>
                  </a:cubicBezTo>
                  <a:cubicBezTo>
                    <a:pt x="3232" y="1530"/>
                    <a:pt x="4497" y="1092"/>
                    <a:pt x="5631" y="1092"/>
                  </a:cubicBezTo>
                  <a:cubicBezTo>
                    <a:pt x="6006" y="1092"/>
                    <a:pt x="6365" y="1138"/>
                    <a:pt x="6697" y="1248"/>
                  </a:cubicBezTo>
                  <a:cubicBezTo>
                    <a:pt x="6199" y="849"/>
                    <a:pt x="5653" y="685"/>
                    <a:pt x="5093" y="685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3" name="Google Shape;11193;p12"/>
            <p:cNvSpPr/>
            <p:nvPr/>
          </p:nvSpPr>
          <p:spPr>
            <a:xfrm>
              <a:off x="1432250" y="3528600"/>
              <a:ext cx="291000" cy="110575"/>
            </a:xfrm>
            <a:custGeom>
              <a:rect b="b" l="l" r="r" t="t"/>
              <a:pathLst>
                <a:path extrusionOk="0" h="4423" w="11640">
                  <a:moveTo>
                    <a:pt x="4479" y="0"/>
                  </a:moveTo>
                  <a:cubicBezTo>
                    <a:pt x="3491" y="0"/>
                    <a:pt x="2500" y="211"/>
                    <a:pt x="1566" y="550"/>
                  </a:cubicBezTo>
                  <a:cubicBezTo>
                    <a:pt x="1024" y="806"/>
                    <a:pt x="496" y="1113"/>
                    <a:pt x="0" y="1455"/>
                  </a:cubicBezTo>
                  <a:cubicBezTo>
                    <a:pt x="4" y="1947"/>
                    <a:pt x="938" y="2767"/>
                    <a:pt x="1477" y="2842"/>
                  </a:cubicBezTo>
                  <a:cubicBezTo>
                    <a:pt x="2553" y="2029"/>
                    <a:pt x="3858" y="1234"/>
                    <a:pt x="5089" y="1234"/>
                  </a:cubicBezTo>
                  <a:cubicBezTo>
                    <a:pt x="5649" y="1234"/>
                    <a:pt x="6195" y="1398"/>
                    <a:pt x="6693" y="1797"/>
                  </a:cubicBezTo>
                  <a:cubicBezTo>
                    <a:pt x="7003" y="1904"/>
                    <a:pt x="7289" y="2065"/>
                    <a:pt x="7535" y="2293"/>
                  </a:cubicBezTo>
                  <a:cubicBezTo>
                    <a:pt x="8622" y="3310"/>
                    <a:pt x="9279" y="4215"/>
                    <a:pt x="10880" y="4419"/>
                  </a:cubicBezTo>
                  <a:cubicBezTo>
                    <a:pt x="10905" y="4422"/>
                    <a:pt x="10930" y="4422"/>
                    <a:pt x="10951" y="4422"/>
                  </a:cubicBezTo>
                  <a:cubicBezTo>
                    <a:pt x="11639" y="4422"/>
                    <a:pt x="10345" y="2818"/>
                    <a:pt x="9738" y="2739"/>
                  </a:cubicBezTo>
                  <a:cubicBezTo>
                    <a:pt x="8812" y="2625"/>
                    <a:pt x="8273" y="1516"/>
                    <a:pt x="7592" y="978"/>
                  </a:cubicBezTo>
                  <a:cubicBezTo>
                    <a:pt x="7021" y="525"/>
                    <a:pt x="6351" y="236"/>
                    <a:pt x="5638" y="104"/>
                  </a:cubicBezTo>
                  <a:cubicBezTo>
                    <a:pt x="5257" y="33"/>
                    <a:pt x="4868" y="0"/>
                    <a:pt x="4479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4" name="Google Shape;11194;p12"/>
            <p:cNvSpPr/>
            <p:nvPr/>
          </p:nvSpPr>
          <p:spPr>
            <a:xfrm>
              <a:off x="1851500" y="3562750"/>
              <a:ext cx="82400" cy="53425"/>
            </a:xfrm>
            <a:custGeom>
              <a:rect b="b" l="l" r="r" t="t"/>
              <a:pathLst>
                <a:path extrusionOk="0" h="2137" w="3296">
                  <a:moveTo>
                    <a:pt x="881" y="0"/>
                  </a:moveTo>
                  <a:cubicBezTo>
                    <a:pt x="596" y="0"/>
                    <a:pt x="300" y="86"/>
                    <a:pt x="0" y="232"/>
                  </a:cubicBezTo>
                  <a:cubicBezTo>
                    <a:pt x="36" y="229"/>
                    <a:pt x="68" y="224"/>
                    <a:pt x="104" y="224"/>
                  </a:cubicBezTo>
                  <a:cubicBezTo>
                    <a:pt x="667" y="224"/>
                    <a:pt x="817" y="852"/>
                    <a:pt x="1259" y="1369"/>
                  </a:cubicBezTo>
                  <a:cubicBezTo>
                    <a:pt x="1594" y="1758"/>
                    <a:pt x="2097" y="1940"/>
                    <a:pt x="2564" y="2107"/>
                  </a:cubicBezTo>
                  <a:cubicBezTo>
                    <a:pt x="2614" y="2125"/>
                    <a:pt x="2671" y="2136"/>
                    <a:pt x="2735" y="2136"/>
                  </a:cubicBezTo>
                  <a:cubicBezTo>
                    <a:pt x="2899" y="2136"/>
                    <a:pt x="3096" y="2079"/>
                    <a:pt x="3295" y="1990"/>
                  </a:cubicBezTo>
                  <a:cubicBezTo>
                    <a:pt x="2920" y="1669"/>
                    <a:pt x="2599" y="1302"/>
                    <a:pt x="2293" y="881"/>
                  </a:cubicBezTo>
                  <a:cubicBezTo>
                    <a:pt x="1833" y="250"/>
                    <a:pt x="1366" y="0"/>
                    <a:pt x="881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5" name="Google Shape;11195;p12"/>
            <p:cNvSpPr/>
            <p:nvPr/>
          </p:nvSpPr>
          <p:spPr>
            <a:xfrm>
              <a:off x="1732300" y="3533675"/>
              <a:ext cx="237600" cy="92300"/>
            </a:xfrm>
            <a:custGeom>
              <a:rect b="b" l="l" r="r" t="t"/>
              <a:pathLst>
                <a:path extrusionOk="0" h="3692" w="9504">
                  <a:moveTo>
                    <a:pt x="6123" y="1"/>
                  </a:moveTo>
                  <a:cubicBezTo>
                    <a:pt x="5995" y="1"/>
                    <a:pt x="5866" y="11"/>
                    <a:pt x="5741" y="26"/>
                  </a:cubicBezTo>
                  <a:cubicBezTo>
                    <a:pt x="3941" y="236"/>
                    <a:pt x="2746" y="1826"/>
                    <a:pt x="1163" y="2518"/>
                  </a:cubicBezTo>
                  <a:cubicBezTo>
                    <a:pt x="889" y="2636"/>
                    <a:pt x="1" y="3039"/>
                    <a:pt x="65" y="3441"/>
                  </a:cubicBezTo>
                  <a:cubicBezTo>
                    <a:pt x="93" y="3630"/>
                    <a:pt x="240" y="3691"/>
                    <a:pt x="414" y="3691"/>
                  </a:cubicBezTo>
                  <a:cubicBezTo>
                    <a:pt x="625" y="3691"/>
                    <a:pt x="881" y="3602"/>
                    <a:pt x="1021" y="3541"/>
                  </a:cubicBezTo>
                  <a:cubicBezTo>
                    <a:pt x="1581" y="3296"/>
                    <a:pt x="2130" y="3035"/>
                    <a:pt x="2657" y="2721"/>
                  </a:cubicBezTo>
                  <a:cubicBezTo>
                    <a:pt x="3203" y="2393"/>
                    <a:pt x="3759" y="1794"/>
                    <a:pt x="4326" y="1534"/>
                  </a:cubicBezTo>
                  <a:cubicBezTo>
                    <a:pt x="4497" y="1456"/>
                    <a:pt x="4640" y="1413"/>
                    <a:pt x="4768" y="1395"/>
                  </a:cubicBezTo>
                  <a:cubicBezTo>
                    <a:pt x="5068" y="1249"/>
                    <a:pt x="5364" y="1163"/>
                    <a:pt x="5649" y="1163"/>
                  </a:cubicBezTo>
                  <a:cubicBezTo>
                    <a:pt x="6134" y="1163"/>
                    <a:pt x="6601" y="1413"/>
                    <a:pt x="7061" y="2044"/>
                  </a:cubicBezTo>
                  <a:cubicBezTo>
                    <a:pt x="7367" y="2465"/>
                    <a:pt x="7688" y="2832"/>
                    <a:pt x="8063" y="3153"/>
                  </a:cubicBezTo>
                  <a:cubicBezTo>
                    <a:pt x="8755" y="2846"/>
                    <a:pt x="9503" y="2154"/>
                    <a:pt x="9172" y="2037"/>
                  </a:cubicBezTo>
                  <a:cubicBezTo>
                    <a:pt x="8733" y="1879"/>
                    <a:pt x="8348" y="1744"/>
                    <a:pt x="8035" y="1392"/>
                  </a:cubicBezTo>
                  <a:cubicBezTo>
                    <a:pt x="7778" y="1099"/>
                    <a:pt x="7721" y="728"/>
                    <a:pt x="7436" y="454"/>
                  </a:cubicBezTo>
                  <a:cubicBezTo>
                    <a:pt x="7082" y="118"/>
                    <a:pt x="6597" y="1"/>
                    <a:pt x="6123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6" name="Google Shape;11196;p12"/>
            <p:cNvSpPr/>
            <p:nvPr/>
          </p:nvSpPr>
          <p:spPr>
            <a:xfrm>
              <a:off x="2029975" y="3568625"/>
              <a:ext cx="152875" cy="91650"/>
            </a:xfrm>
            <a:custGeom>
              <a:rect b="b" l="l" r="r" t="t"/>
              <a:pathLst>
                <a:path extrusionOk="0" h="3666" w="6115">
                  <a:moveTo>
                    <a:pt x="6026" y="0"/>
                  </a:moveTo>
                  <a:lnTo>
                    <a:pt x="6026" y="0"/>
                  </a:lnTo>
                  <a:cubicBezTo>
                    <a:pt x="5730" y="79"/>
                    <a:pt x="5441" y="203"/>
                    <a:pt x="5185" y="374"/>
                  </a:cubicBezTo>
                  <a:cubicBezTo>
                    <a:pt x="4329" y="942"/>
                    <a:pt x="3812" y="1880"/>
                    <a:pt x="2920" y="2415"/>
                  </a:cubicBezTo>
                  <a:cubicBezTo>
                    <a:pt x="2346" y="2757"/>
                    <a:pt x="1701" y="2956"/>
                    <a:pt x="1049" y="3060"/>
                  </a:cubicBezTo>
                  <a:cubicBezTo>
                    <a:pt x="731" y="3110"/>
                    <a:pt x="410" y="3134"/>
                    <a:pt x="89" y="3134"/>
                  </a:cubicBezTo>
                  <a:lnTo>
                    <a:pt x="0" y="3134"/>
                  </a:lnTo>
                  <a:cubicBezTo>
                    <a:pt x="249" y="3438"/>
                    <a:pt x="581" y="3666"/>
                    <a:pt x="895" y="3666"/>
                  </a:cubicBezTo>
                  <a:cubicBezTo>
                    <a:pt x="945" y="3666"/>
                    <a:pt x="995" y="3659"/>
                    <a:pt x="1041" y="3648"/>
                  </a:cubicBezTo>
                  <a:cubicBezTo>
                    <a:pt x="1954" y="3417"/>
                    <a:pt x="2835" y="3027"/>
                    <a:pt x="3583" y="2454"/>
                  </a:cubicBezTo>
                  <a:cubicBezTo>
                    <a:pt x="4283" y="1919"/>
                    <a:pt x="4814" y="1074"/>
                    <a:pt x="5677" y="795"/>
                  </a:cubicBezTo>
                  <a:cubicBezTo>
                    <a:pt x="6037" y="678"/>
                    <a:pt x="6115" y="357"/>
                    <a:pt x="6026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7" name="Google Shape;11197;p12"/>
            <p:cNvSpPr/>
            <p:nvPr/>
          </p:nvSpPr>
          <p:spPr>
            <a:xfrm>
              <a:off x="2014350" y="3538575"/>
              <a:ext cx="166275" cy="108425"/>
            </a:xfrm>
            <a:custGeom>
              <a:rect b="b" l="l" r="r" t="t"/>
              <a:pathLst>
                <a:path extrusionOk="0" h="4337" w="6651">
                  <a:moveTo>
                    <a:pt x="5424" y="1"/>
                  </a:moveTo>
                  <a:cubicBezTo>
                    <a:pt x="5364" y="1"/>
                    <a:pt x="5303" y="8"/>
                    <a:pt x="5242" y="26"/>
                  </a:cubicBezTo>
                  <a:cubicBezTo>
                    <a:pt x="4401" y="297"/>
                    <a:pt x="3884" y="892"/>
                    <a:pt x="3252" y="1474"/>
                  </a:cubicBezTo>
                  <a:cubicBezTo>
                    <a:pt x="2490" y="2172"/>
                    <a:pt x="1613" y="2625"/>
                    <a:pt x="611" y="2878"/>
                  </a:cubicBezTo>
                  <a:cubicBezTo>
                    <a:pt x="1" y="3031"/>
                    <a:pt x="186" y="3801"/>
                    <a:pt x="625" y="4336"/>
                  </a:cubicBezTo>
                  <a:lnTo>
                    <a:pt x="714" y="4336"/>
                  </a:lnTo>
                  <a:cubicBezTo>
                    <a:pt x="1035" y="4336"/>
                    <a:pt x="1356" y="4312"/>
                    <a:pt x="1674" y="4262"/>
                  </a:cubicBezTo>
                  <a:cubicBezTo>
                    <a:pt x="2326" y="4158"/>
                    <a:pt x="2971" y="3959"/>
                    <a:pt x="3545" y="3617"/>
                  </a:cubicBezTo>
                  <a:cubicBezTo>
                    <a:pt x="4437" y="3082"/>
                    <a:pt x="4954" y="2144"/>
                    <a:pt x="5810" y="1576"/>
                  </a:cubicBezTo>
                  <a:cubicBezTo>
                    <a:pt x="6066" y="1405"/>
                    <a:pt x="6355" y="1281"/>
                    <a:pt x="6651" y="1202"/>
                  </a:cubicBezTo>
                  <a:cubicBezTo>
                    <a:pt x="6509" y="639"/>
                    <a:pt x="5941" y="1"/>
                    <a:pt x="5424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8" name="Google Shape;11198;p12"/>
            <p:cNvSpPr/>
            <p:nvPr/>
          </p:nvSpPr>
          <p:spPr>
            <a:xfrm>
              <a:off x="2199600" y="3542125"/>
              <a:ext cx="59475" cy="48000"/>
            </a:xfrm>
            <a:custGeom>
              <a:rect b="b" l="l" r="r" t="t"/>
              <a:pathLst>
                <a:path extrusionOk="0" h="1920" w="2379">
                  <a:moveTo>
                    <a:pt x="1755" y="1"/>
                  </a:moveTo>
                  <a:cubicBezTo>
                    <a:pt x="1897" y="65"/>
                    <a:pt x="2033" y="137"/>
                    <a:pt x="2168" y="212"/>
                  </a:cubicBezTo>
                  <a:cubicBezTo>
                    <a:pt x="2239" y="251"/>
                    <a:pt x="2308" y="294"/>
                    <a:pt x="2379" y="336"/>
                  </a:cubicBezTo>
                  <a:cubicBezTo>
                    <a:pt x="2193" y="147"/>
                    <a:pt x="1979" y="1"/>
                    <a:pt x="1759" y="1"/>
                  </a:cubicBezTo>
                  <a:close/>
                  <a:moveTo>
                    <a:pt x="1" y="982"/>
                  </a:moveTo>
                  <a:cubicBezTo>
                    <a:pt x="243" y="1367"/>
                    <a:pt x="589" y="1770"/>
                    <a:pt x="1052" y="1838"/>
                  </a:cubicBezTo>
                  <a:cubicBezTo>
                    <a:pt x="1306" y="1877"/>
                    <a:pt x="1559" y="1905"/>
                    <a:pt x="1816" y="1920"/>
                  </a:cubicBezTo>
                  <a:cubicBezTo>
                    <a:pt x="1640" y="1745"/>
                    <a:pt x="1466" y="1567"/>
                    <a:pt x="1252" y="1413"/>
                  </a:cubicBezTo>
                  <a:cubicBezTo>
                    <a:pt x="878" y="1139"/>
                    <a:pt x="442" y="1003"/>
                    <a:pt x="1" y="982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9" name="Google Shape;11199;p12"/>
            <p:cNvSpPr/>
            <p:nvPr/>
          </p:nvSpPr>
          <p:spPr>
            <a:xfrm>
              <a:off x="2187225" y="3540100"/>
              <a:ext cx="94850" cy="50400"/>
            </a:xfrm>
            <a:custGeom>
              <a:rect b="b" l="l" r="r" t="t"/>
              <a:pathLst>
                <a:path extrusionOk="0" h="2016" w="3794">
                  <a:moveTo>
                    <a:pt x="381" y="1"/>
                  </a:moveTo>
                  <a:cubicBezTo>
                    <a:pt x="0" y="1"/>
                    <a:pt x="374" y="867"/>
                    <a:pt x="445" y="988"/>
                  </a:cubicBezTo>
                  <a:cubicBezTo>
                    <a:pt x="463" y="1013"/>
                    <a:pt x="478" y="1038"/>
                    <a:pt x="496" y="1063"/>
                  </a:cubicBezTo>
                  <a:cubicBezTo>
                    <a:pt x="937" y="1084"/>
                    <a:pt x="1373" y="1220"/>
                    <a:pt x="1747" y="1494"/>
                  </a:cubicBezTo>
                  <a:cubicBezTo>
                    <a:pt x="1961" y="1648"/>
                    <a:pt x="2135" y="1826"/>
                    <a:pt x="2311" y="2001"/>
                  </a:cubicBezTo>
                  <a:cubicBezTo>
                    <a:pt x="2474" y="2012"/>
                    <a:pt x="2639" y="2015"/>
                    <a:pt x="2803" y="2015"/>
                  </a:cubicBezTo>
                  <a:cubicBezTo>
                    <a:pt x="2981" y="2015"/>
                    <a:pt x="3159" y="2012"/>
                    <a:pt x="3341" y="1997"/>
                  </a:cubicBezTo>
                  <a:cubicBezTo>
                    <a:pt x="3794" y="1969"/>
                    <a:pt x="3434" y="1202"/>
                    <a:pt x="3323" y="1017"/>
                  </a:cubicBezTo>
                  <a:cubicBezTo>
                    <a:pt x="3223" y="852"/>
                    <a:pt x="3063" y="613"/>
                    <a:pt x="2874" y="417"/>
                  </a:cubicBezTo>
                  <a:cubicBezTo>
                    <a:pt x="2803" y="375"/>
                    <a:pt x="2734" y="332"/>
                    <a:pt x="2663" y="293"/>
                  </a:cubicBezTo>
                  <a:cubicBezTo>
                    <a:pt x="2528" y="218"/>
                    <a:pt x="2392" y="146"/>
                    <a:pt x="2250" y="82"/>
                  </a:cubicBezTo>
                  <a:lnTo>
                    <a:pt x="2221" y="82"/>
                  </a:lnTo>
                  <a:cubicBezTo>
                    <a:pt x="2043" y="93"/>
                    <a:pt x="1862" y="100"/>
                    <a:pt x="1683" y="100"/>
                  </a:cubicBezTo>
                  <a:cubicBezTo>
                    <a:pt x="1266" y="100"/>
                    <a:pt x="848" y="68"/>
                    <a:pt x="428" y="4"/>
                  </a:cubicBezTo>
                  <a:cubicBezTo>
                    <a:pt x="414" y="1"/>
                    <a:pt x="396" y="1"/>
                    <a:pt x="38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1200" name="Google Shape;11200;p12"/>
          <p:cNvPicPr preferRelativeResize="0"/>
          <p:nvPr/>
        </p:nvPicPr>
        <p:blipFill rotWithShape="1">
          <a:blip r:embed="rId3">
            <a:alphaModFix/>
          </a:blip>
          <a:srcRect b="0" l="0" r="37960" t="0"/>
          <a:stretch/>
        </p:blipFill>
        <p:spPr>
          <a:xfrm>
            <a:off x="166788" y="1486125"/>
            <a:ext cx="8810424" cy="1879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04" name="Shape 11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05" name="Google Shape;11205;p13"/>
          <p:cNvGrpSpPr/>
          <p:nvPr/>
        </p:nvGrpSpPr>
        <p:grpSpPr>
          <a:xfrm>
            <a:off x="5868998" y="536800"/>
            <a:ext cx="3275148" cy="176025"/>
            <a:chOff x="4345425" y="2175475"/>
            <a:chExt cx="800750" cy="176025"/>
          </a:xfrm>
        </p:grpSpPr>
        <p:sp>
          <p:nvSpPr>
            <p:cNvPr id="11206" name="Google Shape;11206;p1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7" name="Google Shape;11207;p1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08" name="Google Shape;11208;p13"/>
          <p:cNvSpPr txBox="1"/>
          <p:nvPr>
            <p:ph type="title"/>
          </p:nvPr>
        </p:nvSpPr>
        <p:spPr>
          <a:xfrm>
            <a:off x="4095775" y="156525"/>
            <a:ext cx="50481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.remove() in Python: Answer</a:t>
            </a:r>
            <a:endParaRPr/>
          </a:p>
        </p:txBody>
      </p:sp>
      <p:grpSp>
        <p:nvGrpSpPr>
          <p:cNvPr id="11209" name="Google Shape;11209;p13"/>
          <p:cNvGrpSpPr/>
          <p:nvPr/>
        </p:nvGrpSpPr>
        <p:grpSpPr>
          <a:xfrm>
            <a:off x="3699209" y="4454811"/>
            <a:ext cx="1745583" cy="230173"/>
            <a:chOff x="1394800" y="3522000"/>
            <a:chExt cx="1048650" cy="138275"/>
          </a:xfrm>
        </p:grpSpPr>
        <p:sp>
          <p:nvSpPr>
            <p:cNvPr id="11210" name="Google Shape;11210;p13"/>
            <p:cNvSpPr/>
            <p:nvPr/>
          </p:nvSpPr>
          <p:spPr>
            <a:xfrm>
              <a:off x="1394800" y="3522000"/>
              <a:ext cx="1048650" cy="125000"/>
            </a:xfrm>
            <a:custGeom>
              <a:rect b="b" l="l" r="r" t="t"/>
              <a:pathLst>
                <a:path extrusionOk="0" h="5000" w="41946">
                  <a:moveTo>
                    <a:pt x="39862" y="375"/>
                  </a:moveTo>
                  <a:cubicBezTo>
                    <a:pt x="39752" y="375"/>
                    <a:pt x="39641" y="393"/>
                    <a:pt x="39545" y="429"/>
                  </a:cubicBezTo>
                  <a:cubicBezTo>
                    <a:pt x="38422" y="860"/>
                    <a:pt x="37231" y="1220"/>
                    <a:pt x="36143" y="1737"/>
                  </a:cubicBezTo>
                  <a:cubicBezTo>
                    <a:pt x="35848" y="1880"/>
                    <a:pt x="35723" y="1951"/>
                    <a:pt x="35630" y="1951"/>
                  </a:cubicBezTo>
                  <a:cubicBezTo>
                    <a:pt x="35516" y="1951"/>
                    <a:pt x="35452" y="1837"/>
                    <a:pt x="35173" y="1598"/>
                  </a:cubicBezTo>
                  <a:cubicBezTo>
                    <a:pt x="34984" y="1431"/>
                    <a:pt x="34785" y="1277"/>
                    <a:pt x="34571" y="1141"/>
                  </a:cubicBezTo>
                  <a:lnTo>
                    <a:pt x="34571" y="1141"/>
                  </a:lnTo>
                  <a:cubicBezTo>
                    <a:pt x="34760" y="1337"/>
                    <a:pt x="34920" y="1576"/>
                    <a:pt x="35020" y="1741"/>
                  </a:cubicBezTo>
                  <a:cubicBezTo>
                    <a:pt x="35131" y="1926"/>
                    <a:pt x="35491" y="2693"/>
                    <a:pt x="35038" y="2721"/>
                  </a:cubicBezTo>
                  <a:cubicBezTo>
                    <a:pt x="34856" y="2736"/>
                    <a:pt x="34678" y="2739"/>
                    <a:pt x="34500" y="2739"/>
                  </a:cubicBezTo>
                  <a:cubicBezTo>
                    <a:pt x="34336" y="2739"/>
                    <a:pt x="34171" y="2736"/>
                    <a:pt x="34008" y="2725"/>
                  </a:cubicBezTo>
                  <a:lnTo>
                    <a:pt x="34008" y="2725"/>
                  </a:lnTo>
                  <a:cubicBezTo>
                    <a:pt x="34282" y="3003"/>
                    <a:pt x="34556" y="3274"/>
                    <a:pt x="34974" y="3420"/>
                  </a:cubicBezTo>
                  <a:cubicBezTo>
                    <a:pt x="35244" y="3516"/>
                    <a:pt x="35509" y="3559"/>
                    <a:pt x="35766" y="3559"/>
                  </a:cubicBezTo>
                  <a:cubicBezTo>
                    <a:pt x="36322" y="3559"/>
                    <a:pt x="36853" y="3370"/>
                    <a:pt x="37410" y="3164"/>
                  </a:cubicBezTo>
                  <a:cubicBezTo>
                    <a:pt x="38547" y="2736"/>
                    <a:pt x="39677" y="2290"/>
                    <a:pt x="40811" y="1851"/>
                  </a:cubicBezTo>
                  <a:cubicBezTo>
                    <a:pt x="41945" y="1416"/>
                    <a:pt x="40747" y="375"/>
                    <a:pt x="39862" y="375"/>
                  </a:cubicBezTo>
                  <a:close/>
                  <a:moveTo>
                    <a:pt x="1498" y="1719"/>
                  </a:moveTo>
                  <a:cubicBezTo>
                    <a:pt x="1242" y="1894"/>
                    <a:pt x="996" y="2076"/>
                    <a:pt x="761" y="2265"/>
                  </a:cubicBezTo>
                  <a:cubicBezTo>
                    <a:pt x="1" y="2874"/>
                    <a:pt x="1103" y="3669"/>
                    <a:pt x="1926" y="3669"/>
                  </a:cubicBezTo>
                  <a:cubicBezTo>
                    <a:pt x="2130" y="3669"/>
                    <a:pt x="2311" y="3623"/>
                    <a:pt x="2451" y="3513"/>
                  </a:cubicBezTo>
                  <a:cubicBezTo>
                    <a:pt x="2618" y="3381"/>
                    <a:pt x="2793" y="3242"/>
                    <a:pt x="2975" y="3106"/>
                  </a:cubicBezTo>
                  <a:cubicBezTo>
                    <a:pt x="2436" y="3031"/>
                    <a:pt x="1502" y="2211"/>
                    <a:pt x="1498" y="1719"/>
                  </a:cubicBezTo>
                  <a:close/>
                  <a:moveTo>
                    <a:pt x="6376" y="1"/>
                  </a:moveTo>
                  <a:cubicBezTo>
                    <a:pt x="5271" y="1"/>
                    <a:pt x="4137" y="310"/>
                    <a:pt x="3064" y="814"/>
                  </a:cubicBezTo>
                  <a:cubicBezTo>
                    <a:pt x="3998" y="475"/>
                    <a:pt x="4989" y="264"/>
                    <a:pt x="5977" y="264"/>
                  </a:cubicBezTo>
                  <a:cubicBezTo>
                    <a:pt x="6366" y="264"/>
                    <a:pt x="6755" y="297"/>
                    <a:pt x="7136" y="368"/>
                  </a:cubicBezTo>
                  <a:cubicBezTo>
                    <a:pt x="7849" y="500"/>
                    <a:pt x="8519" y="789"/>
                    <a:pt x="9090" y="1242"/>
                  </a:cubicBezTo>
                  <a:cubicBezTo>
                    <a:pt x="9771" y="1780"/>
                    <a:pt x="10310" y="2889"/>
                    <a:pt x="11236" y="3003"/>
                  </a:cubicBezTo>
                  <a:cubicBezTo>
                    <a:pt x="11843" y="3082"/>
                    <a:pt x="13137" y="4686"/>
                    <a:pt x="12449" y="4686"/>
                  </a:cubicBezTo>
                  <a:cubicBezTo>
                    <a:pt x="12428" y="4686"/>
                    <a:pt x="12403" y="4686"/>
                    <a:pt x="12378" y="4683"/>
                  </a:cubicBezTo>
                  <a:cubicBezTo>
                    <a:pt x="10777" y="4479"/>
                    <a:pt x="10120" y="3574"/>
                    <a:pt x="9033" y="2557"/>
                  </a:cubicBezTo>
                  <a:cubicBezTo>
                    <a:pt x="8787" y="2329"/>
                    <a:pt x="8501" y="2168"/>
                    <a:pt x="8191" y="2061"/>
                  </a:cubicBezTo>
                  <a:lnTo>
                    <a:pt x="8191" y="2061"/>
                  </a:lnTo>
                  <a:cubicBezTo>
                    <a:pt x="8366" y="2204"/>
                    <a:pt x="8534" y="2372"/>
                    <a:pt x="8698" y="2571"/>
                  </a:cubicBezTo>
                  <a:cubicBezTo>
                    <a:pt x="9742" y="3855"/>
                    <a:pt x="10719" y="4903"/>
                    <a:pt x="12481" y="4903"/>
                  </a:cubicBezTo>
                  <a:cubicBezTo>
                    <a:pt x="12528" y="4903"/>
                    <a:pt x="12574" y="4903"/>
                    <a:pt x="12620" y="4900"/>
                  </a:cubicBezTo>
                  <a:cubicBezTo>
                    <a:pt x="14603" y="4843"/>
                    <a:pt x="15879" y="3509"/>
                    <a:pt x="17384" y="2415"/>
                  </a:cubicBezTo>
                  <a:cubicBezTo>
                    <a:pt x="17687" y="2193"/>
                    <a:pt x="17983" y="2001"/>
                    <a:pt x="18268" y="1862"/>
                  </a:cubicBezTo>
                  <a:lnTo>
                    <a:pt x="18268" y="1862"/>
                  </a:lnTo>
                  <a:cubicBezTo>
                    <a:pt x="18140" y="1880"/>
                    <a:pt x="17997" y="1923"/>
                    <a:pt x="17826" y="2001"/>
                  </a:cubicBezTo>
                  <a:cubicBezTo>
                    <a:pt x="17259" y="2261"/>
                    <a:pt x="16703" y="2860"/>
                    <a:pt x="16157" y="3188"/>
                  </a:cubicBezTo>
                  <a:cubicBezTo>
                    <a:pt x="15630" y="3502"/>
                    <a:pt x="15081" y="3763"/>
                    <a:pt x="14521" y="4008"/>
                  </a:cubicBezTo>
                  <a:cubicBezTo>
                    <a:pt x="14381" y="4069"/>
                    <a:pt x="14125" y="4158"/>
                    <a:pt x="13914" y="4158"/>
                  </a:cubicBezTo>
                  <a:cubicBezTo>
                    <a:pt x="13740" y="4158"/>
                    <a:pt x="13593" y="4097"/>
                    <a:pt x="13565" y="3908"/>
                  </a:cubicBezTo>
                  <a:cubicBezTo>
                    <a:pt x="13501" y="3506"/>
                    <a:pt x="14389" y="3103"/>
                    <a:pt x="14663" y="2985"/>
                  </a:cubicBezTo>
                  <a:cubicBezTo>
                    <a:pt x="16246" y="2293"/>
                    <a:pt x="17441" y="703"/>
                    <a:pt x="19241" y="493"/>
                  </a:cubicBezTo>
                  <a:cubicBezTo>
                    <a:pt x="19366" y="478"/>
                    <a:pt x="19495" y="468"/>
                    <a:pt x="19623" y="468"/>
                  </a:cubicBezTo>
                  <a:cubicBezTo>
                    <a:pt x="20097" y="468"/>
                    <a:pt x="20582" y="585"/>
                    <a:pt x="20936" y="921"/>
                  </a:cubicBezTo>
                  <a:cubicBezTo>
                    <a:pt x="21221" y="1195"/>
                    <a:pt x="21278" y="1566"/>
                    <a:pt x="21535" y="1859"/>
                  </a:cubicBezTo>
                  <a:cubicBezTo>
                    <a:pt x="21848" y="2211"/>
                    <a:pt x="22233" y="2346"/>
                    <a:pt x="22672" y="2504"/>
                  </a:cubicBezTo>
                  <a:cubicBezTo>
                    <a:pt x="23003" y="2621"/>
                    <a:pt x="22255" y="3313"/>
                    <a:pt x="21563" y="3620"/>
                  </a:cubicBezTo>
                  <a:cubicBezTo>
                    <a:pt x="21749" y="3773"/>
                    <a:pt x="21945" y="3919"/>
                    <a:pt x="22159" y="4055"/>
                  </a:cubicBezTo>
                  <a:cubicBezTo>
                    <a:pt x="23121" y="4661"/>
                    <a:pt x="24266" y="4986"/>
                    <a:pt x="25407" y="4999"/>
                  </a:cubicBezTo>
                  <a:cubicBezTo>
                    <a:pt x="24968" y="4464"/>
                    <a:pt x="24783" y="3694"/>
                    <a:pt x="25393" y="3541"/>
                  </a:cubicBezTo>
                  <a:cubicBezTo>
                    <a:pt x="26395" y="3288"/>
                    <a:pt x="27272" y="2835"/>
                    <a:pt x="28034" y="2137"/>
                  </a:cubicBezTo>
                  <a:cubicBezTo>
                    <a:pt x="28666" y="1555"/>
                    <a:pt x="29183" y="960"/>
                    <a:pt x="30024" y="689"/>
                  </a:cubicBezTo>
                  <a:cubicBezTo>
                    <a:pt x="30085" y="671"/>
                    <a:pt x="30146" y="664"/>
                    <a:pt x="30206" y="664"/>
                  </a:cubicBezTo>
                  <a:cubicBezTo>
                    <a:pt x="30723" y="664"/>
                    <a:pt x="31291" y="1302"/>
                    <a:pt x="31433" y="1865"/>
                  </a:cubicBezTo>
                  <a:cubicBezTo>
                    <a:pt x="31647" y="1812"/>
                    <a:pt x="31864" y="1787"/>
                    <a:pt x="32082" y="1787"/>
                  </a:cubicBezTo>
                  <a:lnTo>
                    <a:pt x="32193" y="1787"/>
                  </a:lnTo>
                  <a:cubicBezTo>
                    <a:pt x="32175" y="1762"/>
                    <a:pt x="32160" y="1737"/>
                    <a:pt x="32142" y="1712"/>
                  </a:cubicBezTo>
                  <a:cubicBezTo>
                    <a:pt x="32071" y="1591"/>
                    <a:pt x="31697" y="725"/>
                    <a:pt x="32078" y="725"/>
                  </a:cubicBezTo>
                  <a:cubicBezTo>
                    <a:pt x="32093" y="725"/>
                    <a:pt x="32111" y="725"/>
                    <a:pt x="32125" y="728"/>
                  </a:cubicBezTo>
                  <a:cubicBezTo>
                    <a:pt x="32545" y="792"/>
                    <a:pt x="32963" y="824"/>
                    <a:pt x="33380" y="824"/>
                  </a:cubicBezTo>
                  <a:cubicBezTo>
                    <a:pt x="33559" y="824"/>
                    <a:pt x="33740" y="817"/>
                    <a:pt x="33918" y="806"/>
                  </a:cubicBezTo>
                  <a:lnTo>
                    <a:pt x="33947" y="806"/>
                  </a:lnTo>
                  <a:cubicBezTo>
                    <a:pt x="33195" y="457"/>
                    <a:pt x="32356" y="271"/>
                    <a:pt x="31522" y="271"/>
                  </a:cubicBezTo>
                  <a:cubicBezTo>
                    <a:pt x="30919" y="271"/>
                    <a:pt x="30320" y="368"/>
                    <a:pt x="29754" y="575"/>
                  </a:cubicBezTo>
                  <a:cubicBezTo>
                    <a:pt x="27928" y="1242"/>
                    <a:pt x="27186" y="3406"/>
                    <a:pt x="25090" y="3491"/>
                  </a:cubicBezTo>
                  <a:cubicBezTo>
                    <a:pt x="25044" y="3495"/>
                    <a:pt x="24996" y="3495"/>
                    <a:pt x="24950" y="3495"/>
                  </a:cubicBezTo>
                  <a:cubicBezTo>
                    <a:pt x="22857" y="3495"/>
                    <a:pt x="22544" y="1462"/>
                    <a:pt x="20967" y="542"/>
                  </a:cubicBezTo>
                  <a:cubicBezTo>
                    <a:pt x="20340" y="175"/>
                    <a:pt x="19641" y="11"/>
                    <a:pt x="18938" y="11"/>
                  </a:cubicBezTo>
                  <a:cubicBezTo>
                    <a:pt x="18072" y="11"/>
                    <a:pt x="17202" y="257"/>
                    <a:pt x="16446" y="671"/>
                  </a:cubicBezTo>
                  <a:cubicBezTo>
                    <a:pt x="15515" y="1177"/>
                    <a:pt x="14781" y="1966"/>
                    <a:pt x="13918" y="2568"/>
                  </a:cubicBezTo>
                  <a:cubicBezTo>
                    <a:pt x="13369" y="2950"/>
                    <a:pt x="12941" y="3224"/>
                    <a:pt x="12352" y="3224"/>
                  </a:cubicBezTo>
                  <a:cubicBezTo>
                    <a:pt x="12210" y="3224"/>
                    <a:pt x="12057" y="3210"/>
                    <a:pt x="11889" y="3174"/>
                  </a:cubicBezTo>
                  <a:cubicBezTo>
                    <a:pt x="11090" y="3003"/>
                    <a:pt x="11012" y="2667"/>
                    <a:pt x="10534" y="2061"/>
                  </a:cubicBezTo>
                  <a:cubicBezTo>
                    <a:pt x="9365" y="589"/>
                    <a:pt x="7899" y="1"/>
                    <a:pt x="6376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1" name="Google Shape;11211;p13"/>
            <p:cNvSpPr/>
            <p:nvPr/>
          </p:nvSpPr>
          <p:spPr>
            <a:xfrm>
              <a:off x="1432150" y="3542325"/>
              <a:ext cx="167450" cy="57425"/>
            </a:xfrm>
            <a:custGeom>
              <a:rect b="b" l="l" r="r" t="t"/>
              <a:pathLst>
                <a:path extrusionOk="0" h="2297" w="6698">
                  <a:moveTo>
                    <a:pt x="1570" y="1"/>
                  </a:moveTo>
                  <a:lnTo>
                    <a:pt x="1570" y="1"/>
                  </a:lnTo>
                  <a:cubicBezTo>
                    <a:pt x="1278" y="108"/>
                    <a:pt x="989" y="228"/>
                    <a:pt x="707" y="361"/>
                  </a:cubicBezTo>
                  <a:cubicBezTo>
                    <a:pt x="682" y="368"/>
                    <a:pt x="657" y="378"/>
                    <a:pt x="636" y="393"/>
                  </a:cubicBezTo>
                  <a:cubicBezTo>
                    <a:pt x="482" y="468"/>
                    <a:pt x="329" y="542"/>
                    <a:pt x="176" y="625"/>
                  </a:cubicBezTo>
                  <a:cubicBezTo>
                    <a:pt x="54" y="689"/>
                    <a:pt x="1" y="789"/>
                    <a:pt x="4" y="906"/>
                  </a:cubicBezTo>
                  <a:cubicBezTo>
                    <a:pt x="500" y="564"/>
                    <a:pt x="1028" y="257"/>
                    <a:pt x="1570" y="1"/>
                  </a:cubicBezTo>
                  <a:close/>
                  <a:moveTo>
                    <a:pt x="5093" y="685"/>
                  </a:moveTo>
                  <a:cubicBezTo>
                    <a:pt x="3862" y="685"/>
                    <a:pt x="2557" y="1480"/>
                    <a:pt x="1481" y="2293"/>
                  </a:cubicBezTo>
                  <a:cubicBezTo>
                    <a:pt x="1505" y="2297"/>
                    <a:pt x="1530" y="2297"/>
                    <a:pt x="1556" y="2297"/>
                  </a:cubicBezTo>
                  <a:cubicBezTo>
                    <a:pt x="1588" y="2297"/>
                    <a:pt x="1616" y="2293"/>
                    <a:pt x="1645" y="2286"/>
                  </a:cubicBezTo>
                  <a:cubicBezTo>
                    <a:pt x="1984" y="2204"/>
                    <a:pt x="2009" y="2186"/>
                    <a:pt x="2254" y="1983"/>
                  </a:cubicBezTo>
                  <a:cubicBezTo>
                    <a:pt x="3232" y="1530"/>
                    <a:pt x="4497" y="1092"/>
                    <a:pt x="5631" y="1092"/>
                  </a:cubicBezTo>
                  <a:cubicBezTo>
                    <a:pt x="6006" y="1092"/>
                    <a:pt x="6365" y="1138"/>
                    <a:pt x="6697" y="1248"/>
                  </a:cubicBezTo>
                  <a:cubicBezTo>
                    <a:pt x="6199" y="849"/>
                    <a:pt x="5653" y="685"/>
                    <a:pt x="5093" y="685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2" name="Google Shape;11212;p13"/>
            <p:cNvSpPr/>
            <p:nvPr/>
          </p:nvSpPr>
          <p:spPr>
            <a:xfrm>
              <a:off x="1432250" y="3528600"/>
              <a:ext cx="291000" cy="110575"/>
            </a:xfrm>
            <a:custGeom>
              <a:rect b="b" l="l" r="r" t="t"/>
              <a:pathLst>
                <a:path extrusionOk="0" h="4423" w="11640">
                  <a:moveTo>
                    <a:pt x="4479" y="0"/>
                  </a:moveTo>
                  <a:cubicBezTo>
                    <a:pt x="3491" y="0"/>
                    <a:pt x="2500" y="211"/>
                    <a:pt x="1566" y="550"/>
                  </a:cubicBezTo>
                  <a:cubicBezTo>
                    <a:pt x="1024" y="806"/>
                    <a:pt x="496" y="1113"/>
                    <a:pt x="0" y="1455"/>
                  </a:cubicBezTo>
                  <a:cubicBezTo>
                    <a:pt x="4" y="1947"/>
                    <a:pt x="938" y="2767"/>
                    <a:pt x="1477" y="2842"/>
                  </a:cubicBezTo>
                  <a:cubicBezTo>
                    <a:pt x="2553" y="2029"/>
                    <a:pt x="3858" y="1234"/>
                    <a:pt x="5089" y="1234"/>
                  </a:cubicBezTo>
                  <a:cubicBezTo>
                    <a:pt x="5649" y="1234"/>
                    <a:pt x="6195" y="1398"/>
                    <a:pt x="6693" y="1797"/>
                  </a:cubicBezTo>
                  <a:cubicBezTo>
                    <a:pt x="7003" y="1904"/>
                    <a:pt x="7289" y="2065"/>
                    <a:pt x="7535" y="2293"/>
                  </a:cubicBezTo>
                  <a:cubicBezTo>
                    <a:pt x="8622" y="3310"/>
                    <a:pt x="9279" y="4215"/>
                    <a:pt x="10880" y="4419"/>
                  </a:cubicBezTo>
                  <a:cubicBezTo>
                    <a:pt x="10905" y="4422"/>
                    <a:pt x="10930" y="4422"/>
                    <a:pt x="10951" y="4422"/>
                  </a:cubicBezTo>
                  <a:cubicBezTo>
                    <a:pt x="11639" y="4422"/>
                    <a:pt x="10345" y="2818"/>
                    <a:pt x="9738" y="2739"/>
                  </a:cubicBezTo>
                  <a:cubicBezTo>
                    <a:pt x="8812" y="2625"/>
                    <a:pt x="8273" y="1516"/>
                    <a:pt x="7592" y="978"/>
                  </a:cubicBezTo>
                  <a:cubicBezTo>
                    <a:pt x="7021" y="525"/>
                    <a:pt x="6351" y="236"/>
                    <a:pt x="5638" y="104"/>
                  </a:cubicBezTo>
                  <a:cubicBezTo>
                    <a:pt x="5257" y="33"/>
                    <a:pt x="4868" y="0"/>
                    <a:pt x="4479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3" name="Google Shape;11213;p13"/>
            <p:cNvSpPr/>
            <p:nvPr/>
          </p:nvSpPr>
          <p:spPr>
            <a:xfrm>
              <a:off x="1851500" y="3562750"/>
              <a:ext cx="82400" cy="53425"/>
            </a:xfrm>
            <a:custGeom>
              <a:rect b="b" l="l" r="r" t="t"/>
              <a:pathLst>
                <a:path extrusionOk="0" h="2137" w="3296">
                  <a:moveTo>
                    <a:pt x="881" y="0"/>
                  </a:moveTo>
                  <a:cubicBezTo>
                    <a:pt x="596" y="0"/>
                    <a:pt x="300" y="86"/>
                    <a:pt x="0" y="232"/>
                  </a:cubicBezTo>
                  <a:cubicBezTo>
                    <a:pt x="36" y="229"/>
                    <a:pt x="68" y="224"/>
                    <a:pt x="104" y="224"/>
                  </a:cubicBezTo>
                  <a:cubicBezTo>
                    <a:pt x="667" y="224"/>
                    <a:pt x="817" y="852"/>
                    <a:pt x="1259" y="1369"/>
                  </a:cubicBezTo>
                  <a:cubicBezTo>
                    <a:pt x="1594" y="1758"/>
                    <a:pt x="2097" y="1940"/>
                    <a:pt x="2564" y="2107"/>
                  </a:cubicBezTo>
                  <a:cubicBezTo>
                    <a:pt x="2614" y="2125"/>
                    <a:pt x="2671" y="2136"/>
                    <a:pt x="2735" y="2136"/>
                  </a:cubicBezTo>
                  <a:cubicBezTo>
                    <a:pt x="2899" y="2136"/>
                    <a:pt x="3096" y="2079"/>
                    <a:pt x="3295" y="1990"/>
                  </a:cubicBezTo>
                  <a:cubicBezTo>
                    <a:pt x="2920" y="1669"/>
                    <a:pt x="2599" y="1302"/>
                    <a:pt x="2293" y="881"/>
                  </a:cubicBezTo>
                  <a:cubicBezTo>
                    <a:pt x="1833" y="250"/>
                    <a:pt x="1366" y="0"/>
                    <a:pt x="881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4" name="Google Shape;11214;p13"/>
            <p:cNvSpPr/>
            <p:nvPr/>
          </p:nvSpPr>
          <p:spPr>
            <a:xfrm>
              <a:off x="1732300" y="3533675"/>
              <a:ext cx="237600" cy="92300"/>
            </a:xfrm>
            <a:custGeom>
              <a:rect b="b" l="l" r="r" t="t"/>
              <a:pathLst>
                <a:path extrusionOk="0" h="3692" w="9504">
                  <a:moveTo>
                    <a:pt x="6123" y="1"/>
                  </a:moveTo>
                  <a:cubicBezTo>
                    <a:pt x="5995" y="1"/>
                    <a:pt x="5866" y="11"/>
                    <a:pt x="5741" y="26"/>
                  </a:cubicBezTo>
                  <a:cubicBezTo>
                    <a:pt x="3941" y="236"/>
                    <a:pt x="2746" y="1826"/>
                    <a:pt x="1163" y="2518"/>
                  </a:cubicBezTo>
                  <a:cubicBezTo>
                    <a:pt x="889" y="2636"/>
                    <a:pt x="1" y="3039"/>
                    <a:pt x="65" y="3441"/>
                  </a:cubicBezTo>
                  <a:cubicBezTo>
                    <a:pt x="93" y="3630"/>
                    <a:pt x="240" y="3691"/>
                    <a:pt x="414" y="3691"/>
                  </a:cubicBezTo>
                  <a:cubicBezTo>
                    <a:pt x="625" y="3691"/>
                    <a:pt x="881" y="3602"/>
                    <a:pt x="1021" y="3541"/>
                  </a:cubicBezTo>
                  <a:cubicBezTo>
                    <a:pt x="1581" y="3296"/>
                    <a:pt x="2130" y="3035"/>
                    <a:pt x="2657" y="2721"/>
                  </a:cubicBezTo>
                  <a:cubicBezTo>
                    <a:pt x="3203" y="2393"/>
                    <a:pt x="3759" y="1794"/>
                    <a:pt x="4326" y="1534"/>
                  </a:cubicBezTo>
                  <a:cubicBezTo>
                    <a:pt x="4497" y="1456"/>
                    <a:pt x="4640" y="1413"/>
                    <a:pt x="4768" y="1395"/>
                  </a:cubicBezTo>
                  <a:cubicBezTo>
                    <a:pt x="5068" y="1249"/>
                    <a:pt x="5364" y="1163"/>
                    <a:pt x="5649" y="1163"/>
                  </a:cubicBezTo>
                  <a:cubicBezTo>
                    <a:pt x="6134" y="1163"/>
                    <a:pt x="6601" y="1413"/>
                    <a:pt x="7061" y="2044"/>
                  </a:cubicBezTo>
                  <a:cubicBezTo>
                    <a:pt x="7367" y="2465"/>
                    <a:pt x="7688" y="2832"/>
                    <a:pt x="8063" y="3153"/>
                  </a:cubicBezTo>
                  <a:cubicBezTo>
                    <a:pt x="8755" y="2846"/>
                    <a:pt x="9503" y="2154"/>
                    <a:pt x="9172" y="2037"/>
                  </a:cubicBezTo>
                  <a:cubicBezTo>
                    <a:pt x="8733" y="1879"/>
                    <a:pt x="8348" y="1744"/>
                    <a:pt x="8035" y="1392"/>
                  </a:cubicBezTo>
                  <a:cubicBezTo>
                    <a:pt x="7778" y="1099"/>
                    <a:pt x="7721" y="728"/>
                    <a:pt x="7436" y="454"/>
                  </a:cubicBezTo>
                  <a:cubicBezTo>
                    <a:pt x="7082" y="118"/>
                    <a:pt x="6597" y="1"/>
                    <a:pt x="6123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5" name="Google Shape;11215;p13"/>
            <p:cNvSpPr/>
            <p:nvPr/>
          </p:nvSpPr>
          <p:spPr>
            <a:xfrm>
              <a:off x="2029975" y="3568625"/>
              <a:ext cx="152875" cy="91650"/>
            </a:xfrm>
            <a:custGeom>
              <a:rect b="b" l="l" r="r" t="t"/>
              <a:pathLst>
                <a:path extrusionOk="0" h="3666" w="6115">
                  <a:moveTo>
                    <a:pt x="6026" y="0"/>
                  </a:moveTo>
                  <a:lnTo>
                    <a:pt x="6026" y="0"/>
                  </a:lnTo>
                  <a:cubicBezTo>
                    <a:pt x="5730" y="79"/>
                    <a:pt x="5441" y="203"/>
                    <a:pt x="5185" y="374"/>
                  </a:cubicBezTo>
                  <a:cubicBezTo>
                    <a:pt x="4329" y="942"/>
                    <a:pt x="3812" y="1880"/>
                    <a:pt x="2920" y="2415"/>
                  </a:cubicBezTo>
                  <a:cubicBezTo>
                    <a:pt x="2346" y="2757"/>
                    <a:pt x="1701" y="2956"/>
                    <a:pt x="1049" y="3060"/>
                  </a:cubicBezTo>
                  <a:cubicBezTo>
                    <a:pt x="731" y="3110"/>
                    <a:pt x="410" y="3134"/>
                    <a:pt x="89" y="3134"/>
                  </a:cubicBezTo>
                  <a:lnTo>
                    <a:pt x="0" y="3134"/>
                  </a:lnTo>
                  <a:cubicBezTo>
                    <a:pt x="249" y="3438"/>
                    <a:pt x="581" y="3666"/>
                    <a:pt x="895" y="3666"/>
                  </a:cubicBezTo>
                  <a:cubicBezTo>
                    <a:pt x="945" y="3666"/>
                    <a:pt x="995" y="3659"/>
                    <a:pt x="1041" y="3648"/>
                  </a:cubicBezTo>
                  <a:cubicBezTo>
                    <a:pt x="1954" y="3417"/>
                    <a:pt x="2835" y="3027"/>
                    <a:pt x="3583" y="2454"/>
                  </a:cubicBezTo>
                  <a:cubicBezTo>
                    <a:pt x="4283" y="1919"/>
                    <a:pt x="4814" y="1074"/>
                    <a:pt x="5677" y="795"/>
                  </a:cubicBezTo>
                  <a:cubicBezTo>
                    <a:pt x="6037" y="678"/>
                    <a:pt x="6115" y="357"/>
                    <a:pt x="6026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6" name="Google Shape;11216;p13"/>
            <p:cNvSpPr/>
            <p:nvPr/>
          </p:nvSpPr>
          <p:spPr>
            <a:xfrm>
              <a:off x="2014350" y="3538575"/>
              <a:ext cx="166275" cy="108425"/>
            </a:xfrm>
            <a:custGeom>
              <a:rect b="b" l="l" r="r" t="t"/>
              <a:pathLst>
                <a:path extrusionOk="0" h="4337" w="6651">
                  <a:moveTo>
                    <a:pt x="5424" y="1"/>
                  </a:moveTo>
                  <a:cubicBezTo>
                    <a:pt x="5364" y="1"/>
                    <a:pt x="5303" y="8"/>
                    <a:pt x="5242" y="26"/>
                  </a:cubicBezTo>
                  <a:cubicBezTo>
                    <a:pt x="4401" y="297"/>
                    <a:pt x="3884" y="892"/>
                    <a:pt x="3252" y="1474"/>
                  </a:cubicBezTo>
                  <a:cubicBezTo>
                    <a:pt x="2490" y="2172"/>
                    <a:pt x="1613" y="2625"/>
                    <a:pt x="611" y="2878"/>
                  </a:cubicBezTo>
                  <a:cubicBezTo>
                    <a:pt x="1" y="3031"/>
                    <a:pt x="186" y="3801"/>
                    <a:pt x="625" y="4336"/>
                  </a:cubicBezTo>
                  <a:lnTo>
                    <a:pt x="714" y="4336"/>
                  </a:lnTo>
                  <a:cubicBezTo>
                    <a:pt x="1035" y="4336"/>
                    <a:pt x="1356" y="4312"/>
                    <a:pt x="1674" y="4262"/>
                  </a:cubicBezTo>
                  <a:cubicBezTo>
                    <a:pt x="2326" y="4158"/>
                    <a:pt x="2971" y="3959"/>
                    <a:pt x="3545" y="3617"/>
                  </a:cubicBezTo>
                  <a:cubicBezTo>
                    <a:pt x="4437" y="3082"/>
                    <a:pt x="4954" y="2144"/>
                    <a:pt x="5810" y="1576"/>
                  </a:cubicBezTo>
                  <a:cubicBezTo>
                    <a:pt x="6066" y="1405"/>
                    <a:pt x="6355" y="1281"/>
                    <a:pt x="6651" y="1202"/>
                  </a:cubicBezTo>
                  <a:cubicBezTo>
                    <a:pt x="6509" y="639"/>
                    <a:pt x="5941" y="1"/>
                    <a:pt x="5424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7" name="Google Shape;11217;p13"/>
            <p:cNvSpPr/>
            <p:nvPr/>
          </p:nvSpPr>
          <p:spPr>
            <a:xfrm>
              <a:off x="2199600" y="3542125"/>
              <a:ext cx="59475" cy="48000"/>
            </a:xfrm>
            <a:custGeom>
              <a:rect b="b" l="l" r="r" t="t"/>
              <a:pathLst>
                <a:path extrusionOk="0" h="1920" w="2379">
                  <a:moveTo>
                    <a:pt x="1755" y="1"/>
                  </a:moveTo>
                  <a:cubicBezTo>
                    <a:pt x="1897" y="65"/>
                    <a:pt x="2033" y="137"/>
                    <a:pt x="2168" y="212"/>
                  </a:cubicBezTo>
                  <a:cubicBezTo>
                    <a:pt x="2239" y="251"/>
                    <a:pt x="2308" y="294"/>
                    <a:pt x="2379" y="336"/>
                  </a:cubicBezTo>
                  <a:cubicBezTo>
                    <a:pt x="2193" y="147"/>
                    <a:pt x="1979" y="1"/>
                    <a:pt x="1759" y="1"/>
                  </a:cubicBezTo>
                  <a:close/>
                  <a:moveTo>
                    <a:pt x="1" y="982"/>
                  </a:moveTo>
                  <a:cubicBezTo>
                    <a:pt x="243" y="1367"/>
                    <a:pt x="589" y="1770"/>
                    <a:pt x="1052" y="1838"/>
                  </a:cubicBezTo>
                  <a:cubicBezTo>
                    <a:pt x="1306" y="1877"/>
                    <a:pt x="1559" y="1905"/>
                    <a:pt x="1816" y="1920"/>
                  </a:cubicBezTo>
                  <a:cubicBezTo>
                    <a:pt x="1640" y="1745"/>
                    <a:pt x="1466" y="1567"/>
                    <a:pt x="1252" y="1413"/>
                  </a:cubicBezTo>
                  <a:cubicBezTo>
                    <a:pt x="878" y="1139"/>
                    <a:pt x="442" y="1003"/>
                    <a:pt x="1" y="982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8" name="Google Shape;11218;p13"/>
            <p:cNvSpPr/>
            <p:nvPr/>
          </p:nvSpPr>
          <p:spPr>
            <a:xfrm>
              <a:off x="2187225" y="3540100"/>
              <a:ext cx="94850" cy="50400"/>
            </a:xfrm>
            <a:custGeom>
              <a:rect b="b" l="l" r="r" t="t"/>
              <a:pathLst>
                <a:path extrusionOk="0" h="2016" w="3794">
                  <a:moveTo>
                    <a:pt x="381" y="1"/>
                  </a:moveTo>
                  <a:cubicBezTo>
                    <a:pt x="0" y="1"/>
                    <a:pt x="374" y="867"/>
                    <a:pt x="445" y="988"/>
                  </a:cubicBezTo>
                  <a:cubicBezTo>
                    <a:pt x="463" y="1013"/>
                    <a:pt x="478" y="1038"/>
                    <a:pt x="496" y="1063"/>
                  </a:cubicBezTo>
                  <a:cubicBezTo>
                    <a:pt x="937" y="1084"/>
                    <a:pt x="1373" y="1220"/>
                    <a:pt x="1747" y="1494"/>
                  </a:cubicBezTo>
                  <a:cubicBezTo>
                    <a:pt x="1961" y="1648"/>
                    <a:pt x="2135" y="1826"/>
                    <a:pt x="2311" y="2001"/>
                  </a:cubicBezTo>
                  <a:cubicBezTo>
                    <a:pt x="2474" y="2012"/>
                    <a:pt x="2639" y="2015"/>
                    <a:pt x="2803" y="2015"/>
                  </a:cubicBezTo>
                  <a:cubicBezTo>
                    <a:pt x="2981" y="2015"/>
                    <a:pt x="3159" y="2012"/>
                    <a:pt x="3341" y="1997"/>
                  </a:cubicBezTo>
                  <a:cubicBezTo>
                    <a:pt x="3794" y="1969"/>
                    <a:pt x="3434" y="1202"/>
                    <a:pt x="3323" y="1017"/>
                  </a:cubicBezTo>
                  <a:cubicBezTo>
                    <a:pt x="3223" y="852"/>
                    <a:pt x="3063" y="613"/>
                    <a:pt x="2874" y="417"/>
                  </a:cubicBezTo>
                  <a:cubicBezTo>
                    <a:pt x="2803" y="375"/>
                    <a:pt x="2734" y="332"/>
                    <a:pt x="2663" y="293"/>
                  </a:cubicBezTo>
                  <a:cubicBezTo>
                    <a:pt x="2528" y="218"/>
                    <a:pt x="2392" y="146"/>
                    <a:pt x="2250" y="82"/>
                  </a:cubicBezTo>
                  <a:lnTo>
                    <a:pt x="2221" y="82"/>
                  </a:lnTo>
                  <a:cubicBezTo>
                    <a:pt x="2043" y="93"/>
                    <a:pt x="1862" y="100"/>
                    <a:pt x="1683" y="100"/>
                  </a:cubicBezTo>
                  <a:cubicBezTo>
                    <a:pt x="1266" y="100"/>
                    <a:pt x="848" y="68"/>
                    <a:pt x="428" y="4"/>
                  </a:cubicBezTo>
                  <a:cubicBezTo>
                    <a:pt x="414" y="1"/>
                    <a:pt x="396" y="1"/>
                    <a:pt x="38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1219" name="Google Shape;11219;p13"/>
          <p:cNvPicPr preferRelativeResize="0"/>
          <p:nvPr/>
        </p:nvPicPr>
        <p:blipFill rotWithShape="1">
          <a:blip r:embed="rId3">
            <a:alphaModFix/>
          </a:blip>
          <a:srcRect b="0" l="0" r="37960" t="0"/>
          <a:stretch/>
        </p:blipFill>
        <p:spPr>
          <a:xfrm>
            <a:off x="166788" y="865225"/>
            <a:ext cx="8810424" cy="1879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20" name="Google Shape;11220;p13"/>
          <p:cNvPicPr preferRelativeResize="0"/>
          <p:nvPr/>
        </p:nvPicPr>
        <p:blipFill rotWithShape="1">
          <a:blip r:embed="rId3">
            <a:alphaModFix/>
          </a:blip>
          <a:srcRect b="66530" l="63544" r="0" t="0"/>
          <a:stretch/>
        </p:blipFill>
        <p:spPr>
          <a:xfrm>
            <a:off x="1120050" y="3224350"/>
            <a:ext cx="6903900" cy="838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24" name="Shape 1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25" name="Google Shape;11225;p14"/>
          <p:cNvGrpSpPr/>
          <p:nvPr/>
        </p:nvGrpSpPr>
        <p:grpSpPr>
          <a:xfrm>
            <a:off x="5868998" y="536800"/>
            <a:ext cx="3275148" cy="176025"/>
            <a:chOff x="4345425" y="2175475"/>
            <a:chExt cx="800750" cy="176025"/>
          </a:xfrm>
        </p:grpSpPr>
        <p:sp>
          <p:nvSpPr>
            <p:cNvPr id="11226" name="Google Shape;11226;p14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7" name="Google Shape;11227;p14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28" name="Google Shape;11228;p14"/>
          <p:cNvSpPr txBox="1"/>
          <p:nvPr>
            <p:ph type="title"/>
          </p:nvPr>
        </p:nvSpPr>
        <p:spPr>
          <a:xfrm>
            <a:off x="5273700" y="156525"/>
            <a:ext cx="38703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.pop() in Python</a:t>
            </a:r>
            <a:endParaRPr/>
          </a:p>
        </p:txBody>
      </p:sp>
      <p:grpSp>
        <p:nvGrpSpPr>
          <p:cNvPr id="11229" name="Google Shape;11229;p14"/>
          <p:cNvGrpSpPr/>
          <p:nvPr/>
        </p:nvGrpSpPr>
        <p:grpSpPr>
          <a:xfrm>
            <a:off x="3699209" y="3489861"/>
            <a:ext cx="1745583" cy="230173"/>
            <a:chOff x="1394800" y="3522000"/>
            <a:chExt cx="1048650" cy="138275"/>
          </a:xfrm>
        </p:grpSpPr>
        <p:sp>
          <p:nvSpPr>
            <p:cNvPr id="11230" name="Google Shape;11230;p14"/>
            <p:cNvSpPr/>
            <p:nvPr/>
          </p:nvSpPr>
          <p:spPr>
            <a:xfrm>
              <a:off x="1394800" y="3522000"/>
              <a:ext cx="1048650" cy="125000"/>
            </a:xfrm>
            <a:custGeom>
              <a:rect b="b" l="l" r="r" t="t"/>
              <a:pathLst>
                <a:path extrusionOk="0" h="5000" w="41946">
                  <a:moveTo>
                    <a:pt x="39862" y="375"/>
                  </a:moveTo>
                  <a:cubicBezTo>
                    <a:pt x="39752" y="375"/>
                    <a:pt x="39641" y="393"/>
                    <a:pt x="39545" y="429"/>
                  </a:cubicBezTo>
                  <a:cubicBezTo>
                    <a:pt x="38422" y="860"/>
                    <a:pt x="37231" y="1220"/>
                    <a:pt x="36143" y="1737"/>
                  </a:cubicBezTo>
                  <a:cubicBezTo>
                    <a:pt x="35848" y="1880"/>
                    <a:pt x="35723" y="1951"/>
                    <a:pt x="35630" y="1951"/>
                  </a:cubicBezTo>
                  <a:cubicBezTo>
                    <a:pt x="35516" y="1951"/>
                    <a:pt x="35452" y="1837"/>
                    <a:pt x="35173" y="1598"/>
                  </a:cubicBezTo>
                  <a:cubicBezTo>
                    <a:pt x="34984" y="1431"/>
                    <a:pt x="34785" y="1277"/>
                    <a:pt x="34571" y="1141"/>
                  </a:cubicBezTo>
                  <a:lnTo>
                    <a:pt x="34571" y="1141"/>
                  </a:lnTo>
                  <a:cubicBezTo>
                    <a:pt x="34760" y="1337"/>
                    <a:pt x="34920" y="1576"/>
                    <a:pt x="35020" y="1741"/>
                  </a:cubicBezTo>
                  <a:cubicBezTo>
                    <a:pt x="35131" y="1926"/>
                    <a:pt x="35491" y="2693"/>
                    <a:pt x="35038" y="2721"/>
                  </a:cubicBezTo>
                  <a:cubicBezTo>
                    <a:pt x="34856" y="2736"/>
                    <a:pt x="34678" y="2739"/>
                    <a:pt x="34500" y="2739"/>
                  </a:cubicBezTo>
                  <a:cubicBezTo>
                    <a:pt x="34336" y="2739"/>
                    <a:pt x="34171" y="2736"/>
                    <a:pt x="34008" y="2725"/>
                  </a:cubicBezTo>
                  <a:lnTo>
                    <a:pt x="34008" y="2725"/>
                  </a:lnTo>
                  <a:cubicBezTo>
                    <a:pt x="34282" y="3003"/>
                    <a:pt x="34556" y="3274"/>
                    <a:pt x="34974" y="3420"/>
                  </a:cubicBezTo>
                  <a:cubicBezTo>
                    <a:pt x="35244" y="3516"/>
                    <a:pt x="35509" y="3559"/>
                    <a:pt x="35766" y="3559"/>
                  </a:cubicBezTo>
                  <a:cubicBezTo>
                    <a:pt x="36322" y="3559"/>
                    <a:pt x="36853" y="3370"/>
                    <a:pt x="37410" y="3164"/>
                  </a:cubicBezTo>
                  <a:cubicBezTo>
                    <a:pt x="38547" y="2736"/>
                    <a:pt x="39677" y="2290"/>
                    <a:pt x="40811" y="1851"/>
                  </a:cubicBezTo>
                  <a:cubicBezTo>
                    <a:pt x="41945" y="1416"/>
                    <a:pt x="40747" y="375"/>
                    <a:pt x="39862" y="375"/>
                  </a:cubicBezTo>
                  <a:close/>
                  <a:moveTo>
                    <a:pt x="1498" y="1719"/>
                  </a:moveTo>
                  <a:cubicBezTo>
                    <a:pt x="1242" y="1894"/>
                    <a:pt x="996" y="2076"/>
                    <a:pt x="761" y="2265"/>
                  </a:cubicBezTo>
                  <a:cubicBezTo>
                    <a:pt x="1" y="2874"/>
                    <a:pt x="1103" y="3669"/>
                    <a:pt x="1926" y="3669"/>
                  </a:cubicBezTo>
                  <a:cubicBezTo>
                    <a:pt x="2130" y="3669"/>
                    <a:pt x="2311" y="3623"/>
                    <a:pt x="2451" y="3513"/>
                  </a:cubicBezTo>
                  <a:cubicBezTo>
                    <a:pt x="2618" y="3381"/>
                    <a:pt x="2793" y="3242"/>
                    <a:pt x="2975" y="3106"/>
                  </a:cubicBezTo>
                  <a:cubicBezTo>
                    <a:pt x="2436" y="3031"/>
                    <a:pt x="1502" y="2211"/>
                    <a:pt x="1498" y="1719"/>
                  </a:cubicBezTo>
                  <a:close/>
                  <a:moveTo>
                    <a:pt x="6376" y="1"/>
                  </a:moveTo>
                  <a:cubicBezTo>
                    <a:pt x="5271" y="1"/>
                    <a:pt x="4137" y="310"/>
                    <a:pt x="3064" y="814"/>
                  </a:cubicBezTo>
                  <a:cubicBezTo>
                    <a:pt x="3998" y="475"/>
                    <a:pt x="4989" y="264"/>
                    <a:pt x="5977" y="264"/>
                  </a:cubicBezTo>
                  <a:cubicBezTo>
                    <a:pt x="6366" y="264"/>
                    <a:pt x="6755" y="297"/>
                    <a:pt x="7136" y="368"/>
                  </a:cubicBezTo>
                  <a:cubicBezTo>
                    <a:pt x="7849" y="500"/>
                    <a:pt x="8519" y="789"/>
                    <a:pt x="9090" y="1242"/>
                  </a:cubicBezTo>
                  <a:cubicBezTo>
                    <a:pt x="9771" y="1780"/>
                    <a:pt x="10310" y="2889"/>
                    <a:pt x="11236" y="3003"/>
                  </a:cubicBezTo>
                  <a:cubicBezTo>
                    <a:pt x="11843" y="3082"/>
                    <a:pt x="13137" y="4686"/>
                    <a:pt x="12449" y="4686"/>
                  </a:cubicBezTo>
                  <a:cubicBezTo>
                    <a:pt x="12428" y="4686"/>
                    <a:pt x="12403" y="4686"/>
                    <a:pt x="12378" y="4683"/>
                  </a:cubicBezTo>
                  <a:cubicBezTo>
                    <a:pt x="10777" y="4479"/>
                    <a:pt x="10120" y="3574"/>
                    <a:pt x="9033" y="2557"/>
                  </a:cubicBezTo>
                  <a:cubicBezTo>
                    <a:pt x="8787" y="2329"/>
                    <a:pt x="8501" y="2168"/>
                    <a:pt x="8191" y="2061"/>
                  </a:cubicBezTo>
                  <a:lnTo>
                    <a:pt x="8191" y="2061"/>
                  </a:lnTo>
                  <a:cubicBezTo>
                    <a:pt x="8366" y="2204"/>
                    <a:pt x="8534" y="2372"/>
                    <a:pt x="8698" y="2571"/>
                  </a:cubicBezTo>
                  <a:cubicBezTo>
                    <a:pt x="9742" y="3855"/>
                    <a:pt x="10719" y="4903"/>
                    <a:pt x="12481" y="4903"/>
                  </a:cubicBezTo>
                  <a:cubicBezTo>
                    <a:pt x="12528" y="4903"/>
                    <a:pt x="12574" y="4903"/>
                    <a:pt x="12620" y="4900"/>
                  </a:cubicBezTo>
                  <a:cubicBezTo>
                    <a:pt x="14603" y="4843"/>
                    <a:pt x="15879" y="3509"/>
                    <a:pt x="17384" y="2415"/>
                  </a:cubicBezTo>
                  <a:cubicBezTo>
                    <a:pt x="17687" y="2193"/>
                    <a:pt x="17983" y="2001"/>
                    <a:pt x="18268" y="1862"/>
                  </a:cubicBezTo>
                  <a:lnTo>
                    <a:pt x="18268" y="1862"/>
                  </a:lnTo>
                  <a:cubicBezTo>
                    <a:pt x="18140" y="1880"/>
                    <a:pt x="17997" y="1923"/>
                    <a:pt x="17826" y="2001"/>
                  </a:cubicBezTo>
                  <a:cubicBezTo>
                    <a:pt x="17259" y="2261"/>
                    <a:pt x="16703" y="2860"/>
                    <a:pt x="16157" y="3188"/>
                  </a:cubicBezTo>
                  <a:cubicBezTo>
                    <a:pt x="15630" y="3502"/>
                    <a:pt x="15081" y="3763"/>
                    <a:pt x="14521" y="4008"/>
                  </a:cubicBezTo>
                  <a:cubicBezTo>
                    <a:pt x="14381" y="4069"/>
                    <a:pt x="14125" y="4158"/>
                    <a:pt x="13914" y="4158"/>
                  </a:cubicBezTo>
                  <a:cubicBezTo>
                    <a:pt x="13740" y="4158"/>
                    <a:pt x="13593" y="4097"/>
                    <a:pt x="13565" y="3908"/>
                  </a:cubicBezTo>
                  <a:cubicBezTo>
                    <a:pt x="13501" y="3506"/>
                    <a:pt x="14389" y="3103"/>
                    <a:pt x="14663" y="2985"/>
                  </a:cubicBezTo>
                  <a:cubicBezTo>
                    <a:pt x="16246" y="2293"/>
                    <a:pt x="17441" y="703"/>
                    <a:pt x="19241" y="493"/>
                  </a:cubicBezTo>
                  <a:cubicBezTo>
                    <a:pt x="19366" y="478"/>
                    <a:pt x="19495" y="468"/>
                    <a:pt x="19623" y="468"/>
                  </a:cubicBezTo>
                  <a:cubicBezTo>
                    <a:pt x="20097" y="468"/>
                    <a:pt x="20582" y="585"/>
                    <a:pt x="20936" y="921"/>
                  </a:cubicBezTo>
                  <a:cubicBezTo>
                    <a:pt x="21221" y="1195"/>
                    <a:pt x="21278" y="1566"/>
                    <a:pt x="21535" y="1859"/>
                  </a:cubicBezTo>
                  <a:cubicBezTo>
                    <a:pt x="21848" y="2211"/>
                    <a:pt x="22233" y="2346"/>
                    <a:pt x="22672" y="2504"/>
                  </a:cubicBezTo>
                  <a:cubicBezTo>
                    <a:pt x="23003" y="2621"/>
                    <a:pt x="22255" y="3313"/>
                    <a:pt x="21563" y="3620"/>
                  </a:cubicBezTo>
                  <a:cubicBezTo>
                    <a:pt x="21749" y="3773"/>
                    <a:pt x="21945" y="3919"/>
                    <a:pt x="22159" y="4055"/>
                  </a:cubicBezTo>
                  <a:cubicBezTo>
                    <a:pt x="23121" y="4661"/>
                    <a:pt x="24266" y="4986"/>
                    <a:pt x="25407" y="4999"/>
                  </a:cubicBezTo>
                  <a:cubicBezTo>
                    <a:pt x="24968" y="4464"/>
                    <a:pt x="24783" y="3694"/>
                    <a:pt x="25393" y="3541"/>
                  </a:cubicBezTo>
                  <a:cubicBezTo>
                    <a:pt x="26395" y="3288"/>
                    <a:pt x="27272" y="2835"/>
                    <a:pt x="28034" y="2137"/>
                  </a:cubicBezTo>
                  <a:cubicBezTo>
                    <a:pt x="28666" y="1555"/>
                    <a:pt x="29183" y="960"/>
                    <a:pt x="30024" y="689"/>
                  </a:cubicBezTo>
                  <a:cubicBezTo>
                    <a:pt x="30085" y="671"/>
                    <a:pt x="30146" y="664"/>
                    <a:pt x="30206" y="664"/>
                  </a:cubicBezTo>
                  <a:cubicBezTo>
                    <a:pt x="30723" y="664"/>
                    <a:pt x="31291" y="1302"/>
                    <a:pt x="31433" y="1865"/>
                  </a:cubicBezTo>
                  <a:cubicBezTo>
                    <a:pt x="31647" y="1812"/>
                    <a:pt x="31864" y="1787"/>
                    <a:pt x="32082" y="1787"/>
                  </a:cubicBezTo>
                  <a:lnTo>
                    <a:pt x="32193" y="1787"/>
                  </a:lnTo>
                  <a:cubicBezTo>
                    <a:pt x="32175" y="1762"/>
                    <a:pt x="32160" y="1737"/>
                    <a:pt x="32142" y="1712"/>
                  </a:cubicBezTo>
                  <a:cubicBezTo>
                    <a:pt x="32071" y="1591"/>
                    <a:pt x="31697" y="725"/>
                    <a:pt x="32078" y="725"/>
                  </a:cubicBezTo>
                  <a:cubicBezTo>
                    <a:pt x="32093" y="725"/>
                    <a:pt x="32111" y="725"/>
                    <a:pt x="32125" y="728"/>
                  </a:cubicBezTo>
                  <a:cubicBezTo>
                    <a:pt x="32545" y="792"/>
                    <a:pt x="32963" y="824"/>
                    <a:pt x="33380" y="824"/>
                  </a:cubicBezTo>
                  <a:cubicBezTo>
                    <a:pt x="33559" y="824"/>
                    <a:pt x="33740" y="817"/>
                    <a:pt x="33918" y="806"/>
                  </a:cubicBezTo>
                  <a:lnTo>
                    <a:pt x="33947" y="806"/>
                  </a:lnTo>
                  <a:cubicBezTo>
                    <a:pt x="33195" y="457"/>
                    <a:pt x="32356" y="271"/>
                    <a:pt x="31522" y="271"/>
                  </a:cubicBezTo>
                  <a:cubicBezTo>
                    <a:pt x="30919" y="271"/>
                    <a:pt x="30320" y="368"/>
                    <a:pt x="29754" y="575"/>
                  </a:cubicBezTo>
                  <a:cubicBezTo>
                    <a:pt x="27928" y="1242"/>
                    <a:pt x="27186" y="3406"/>
                    <a:pt x="25090" y="3491"/>
                  </a:cubicBezTo>
                  <a:cubicBezTo>
                    <a:pt x="25044" y="3495"/>
                    <a:pt x="24996" y="3495"/>
                    <a:pt x="24950" y="3495"/>
                  </a:cubicBezTo>
                  <a:cubicBezTo>
                    <a:pt x="22857" y="3495"/>
                    <a:pt x="22544" y="1462"/>
                    <a:pt x="20967" y="542"/>
                  </a:cubicBezTo>
                  <a:cubicBezTo>
                    <a:pt x="20340" y="175"/>
                    <a:pt x="19641" y="11"/>
                    <a:pt x="18938" y="11"/>
                  </a:cubicBezTo>
                  <a:cubicBezTo>
                    <a:pt x="18072" y="11"/>
                    <a:pt x="17202" y="257"/>
                    <a:pt x="16446" y="671"/>
                  </a:cubicBezTo>
                  <a:cubicBezTo>
                    <a:pt x="15515" y="1177"/>
                    <a:pt x="14781" y="1966"/>
                    <a:pt x="13918" y="2568"/>
                  </a:cubicBezTo>
                  <a:cubicBezTo>
                    <a:pt x="13369" y="2950"/>
                    <a:pt x="12941" y="3224"/>
                    <a:pt x="12352" y="3224"/>
                  </a:cubicBezTo>
                  <a:cubicBezTo>
                    <a:pt x="12210" y="3224"/>
                    <a:pt x="12057" y="3210"/>
                    <a:pt x="11889" y="3174"/>
                  </a:cubicBezTo>
                  <a:cubicBezTo>
                    <a:pt x="11090" y="3003"/>
                    <a:pt x="11012" y="2667"/>
                    <a:pt x="10534" y="2061"/>
                  </a:cubicBezTo>
                  <a:cubicBezTo>
                    <a:pt x="9365" y="589"/>
                    <a:pt x="7899" y="1"/>
                    <a:pt x="6376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1" name="Google Shape;11231;p14"/>
            <p:cNvSpPr/>
            <p:nvPr/>
          </p:nvSpPr>
          <p:spPr>
            <a:xfrm>
              <a:off x="1432150" y="3542325"/>
              <a:ext cx="167450" cy="57425"/>
            </a:xfrm>
            <a:custGeom>
              <a:rect b="b" l="l" r="r" t="t"/>
              <a:pathLst>
                <a:path extrusionOk="0" h="2297" w="6698">
                  <a:moveTo>
                    <a:pt x="1570" y="1"/>
                  </a:moveTo>
                  <a:lnTo>
                    <a:pt x="1570" y="1"/>
                  </a:lnTo>
                  <a:cubicBezTo>
                    <a:pt x="1278" y="108"/>
                    <a:pt x="989" y="228"/>
                    <a:pt x="707" y="361"/>
                  </a:cubicBezTo>
                  <a:cubicBezTo>
                    <a:pt x="682" y="368"/>
                    <a:pt x="657" y="378"/>
                    <a:pt x="636" y="393"/>
                  </a:cubicBezTo>
                  <a:cubicBezTo>
                    <a:pt x="482" y="468"/>
                    <a:pt x="329" y="542"/>
                    <a:pt x="176" y="625"/>
                  </a:cubicBezTo>
                  <a:cubicBezTo>
                    <a:pt x="54" y="689"/>
                    <a:pt x="1" y="789"/>
                    <a:pt x="4" y="906"/>
                  </a:cubicBezTo>
                  <a:cubicBezTo>
                    <a:pt x="500" y="564"/>
                    <a:pt x="1028" y="257"/>
                    <a:pt x="1570" y="1"/>
                  </a:cubicBezTo>
                  <a:close/>
                  <a:moveTo>
                    <a:pt x="5093" y="685"/>
                  </a:moveTo>
                  <a:cubicBezTo>
                    <a:pt x="3862" y="685"/>
                    <a:pt x="2557" y="1480"/>
                    <a:pt x="1481" y="2293"/>
                  </a:cubicBezTo>
                  <a:cubicBezTo>
                    <a:pt x="1505" y="2297"/>
                    <a:pt x="1530" y="2297"/>
                    <a:pt x="1556" y="2297"/>
                  </a:cubicBezTo>
                  <a:cubicBezTo>
                    <a:pt x="1588" y="2297"/>
                    <a:pt x="1616" y="2293"/>
                    <a:pt x="1645" y="2286"/>
                  </a:cubicBezTo>
                  <a:cubicBezTo>
                    <a:pt x="1984" y="2204"/>
                    <a:pt x="2009" y="2186"/>
                    <a:pt x="2254" y="1983"/>
                  </a:cubicBezTo>
                  <a:cubicBezTo>
                    <a:pt x="3232" y="1530"/>
                    <a:pt x="4497" y="1092"/>
                    <a:pt x="5631" y="1092"/>
                  </a:cubicBezTo>
                  <a:cubicBezTo>
                    <a:pt x="6006" y="1092"/>
                    <a:pt x="6365" y="1138"/>
                    <a:pt x="6697" y="1248"/>
                  </a:cubicBezTo>
                  <a:cubicBezTo>
                    <a:pt x="6199" y="849"/>
                    <a:pt x="5653" y="685"/>
                    <a:pt x="5093" y="685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2" name="Google Shape;11232;p14"/>
            <p:cNvSpPr/>
            <p:nvPr/>
          </p:nvSpPr>
          <p:spPr>
            <a:xfrm>
              <a:off x="1432250" y="3528600"/>
              <a:ext cx="291000" cy="110575"/>
            </a:xfrm>
            <a:custGeom>
              <a:rect b="b" l="l" r="r" t="t"/>
              <a:pathLst>
                <a:path extrusionOk="0" h="4423" w="11640">
                  <a:moveTo>
                    <a:pt x="4479" y="0"/>
                  </a:moveTo>
                  <a:cubicBezTo>
                    <a:pt x="3491" y="0"/>
                    <a:pt x="2500" y="211"/>
                    <a:pt x="1566" y="550"/>
                  </a:cubicBezTo>
                  <a:cubicBezTo>
                    <a:pt x="1024" y="806"/>
                    <a:pt x="496" y="1113"/>
                    <a:pt x="0" y="1455"/>
                  </a:cubicBezTo>
                  <a:cubicBezTo>
                    <a:pt x="4" y="1947"/>
                    <a:pt x="938" y="2767"/>
                    <a:pt x="1477" y="2842"/>
                  </a:cubicBezTo>
                  <a:cubicBezTo>
                    <a:pt x="2553" y="2029"/>
                    <a:pt x="3858" y="1234"/>
                    <a:pt x="5089" y="1234"/>
                  </a:cubicBezTo>
                  <a:cubicBezTo>
                    <a:pt x="5649" y="1234"/>
                    <a:pt x="6195" y="1398"/>
                    <a:pt x="6693" y="1797"/>
                  </a:cubicBezTo>
                  <a:cubicBezTo>
                    <a:pt x="7003" y="1904"/>
                    <a:pt x="7289" y="2065"/>
                    <a:pt x="7535" y="2293"/>
                  </a:cubicBezTo>
                  <a:cubicBezTo>
                    <a:pt x="8622" y="3310"/>
                    <a:pt x="9279" y="4215"/>
                    <a:pt x="10880" y="4419"/>
                  </a:cubicBezTo>
                  <a:cubicBezTo>
                    <a:pt x="10905" y="4422"/>
                    <a:pt x="10930" y="4422"/>
                    <a:pt x="10951" y="4422"/>
                  </a:cubicBezTo>
                  <a:cubicBezTo>
                    <a:pt x="11639" y="4422"/>
                    <a:pt x="10345" y="2818"/>
                    <a:pt x="9738" y="2739"/>
                  </a:cubicBezTo>
                  <a:cubicBezTo>
                    <a:pt x="8812" y="2625"/>
                    <a:pt x="8273" y="1516"/>
                    <a:pt x="7592" y="978"/>
                  </a:cubicBezTo>
                  <a:cubicBezTo>
                    <a:pt x="7021" y="525"/>
                    <a:pt x="6351" y="236"/>
                    <a:pt x="5638" y="104"/>
                  </a:cubicBezTo>
                  <a:cubicBezTo>
                    <a:pt x="5257" y="33"/>
                    <a:pt x="4868" y="0"/>
                    <a:pt x="4479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3" name="Google Shape;11233;p14"/>
            <p:cNvSpPr/>
            <p:nvPr/>
          </p:nvSpPr>
          <p:spPr>
            <a:xfrm>
              <a:off x="1851500" y="3562750"/>
              <a:ext cx="82400" cy="53425"/>
            </a:xfrm>
            <a:custGeom>
              <a:rect b="b" l="l" r="r" t="t"/>
              <a:pathLst>
                <a:path extrusionOk="0" h="2137" w="3296">
                  <a:moveTo>
                    <a:pt x="881" y="0"/>
                  </a:moveTo>
                  <a:cubicBezTo>
                    <a:pt x="596" y="0"/>
                    <a:pt x="300" y="86"/>
                    <a:pt x="0" y="232"/>
                  </a:cubicBezTo>
                  <a:cubicBezTo>
                    <a:pt x="36" y="229"/>
                    <a:pt x="68" y="224"/>
                    <a:pt x="104" y="224"/>
                  </a:cubicBezTo>
                  <a:cubicBezTo>
                    <a:pt x="667" y="224"/>
                    <a:pt x="817" y="852"/>
                    <a:pt x="1259" y="1369"/>
                  </a:cubicBezTo>
                  <a:cubicBezTo>
                    <a:pt x="1594" y="1758"/>
                    <a:pt x="2097" y="1940"/>
                    <a:pt x="2564" y="2107"/>
                  </a:cubicBezTo>
                  <a:cubicBezTo>
                    <a:pt x="2614" y="2125"/>
                    <a:pt x="2671" y="2136"/>
                    <a:pt x="2735" y="2136"/>
                  </a:cubicBezTo>
                  <a:cubicBezTo>
                    <a:pt x="2899" y="2136"/>
                    <a:pt x="3096" y="2079"/>
                    <a:pt x="3295" y="1990"/>
                  </a:cubicBezTo>
                  <a:cubicBezTo>
                    <a:pt x="2920" y="1669"/>
                    <a:pt x="2599" y="1302"/>
                    <a:pt x="2293" y="881"/>
                  </a:cubicBezTo>
                  <a:cubicBezTo>
                    <a:pt x="1833" y="250"/>
                    <a:pt x="1366" y="0"/>
                    <a:pt x="881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4" name="Google Shape;11234;p14"/>
            <p:cNvSpPr/>
            <p:nvPr/>
          </p:nvSpPr>
          <p:spPr>
            <a:xfrm>
              <a:off x="1732300" y="3533675"/>
              <a:ext cx="237600" cy="92300"/>
            </a:xfrm>
            <a:custGeom>
              <a:rect b="b" l="l" r="r" t="t"/>
              <a:pathLst>
                <a:path extrusionOk="0" h="3692" w="9504">
                  <a:moveTo>
                    <a:pt x="6123" y="1"/>
                  </a:moveTo>
                  <a:cubicBezTo>
                    <a:pt x="5995" y="1"/>
                    <a:pt x="5866" y="11"/>
                    <a:pt x="5741" y="26"/>
                  </a:cubicBezTo>
                  <a:cubicBezTo>
                    <a:pt x="3941" y="236"/>
                    <a:pt x="2746" y="1826"/>
                    <a:pt x="1163" y="2518"/>
                  </a:cubicBezTo>
                  <a:cubicBezTo>
                    <a:pt x="889" y="2636"/>
                    <a:pt x="1" y="3039"/>
                    <a:pt x="65" y="3441"/>
                  </a:cubicBezTo>
                  <a:cubicBezTo>
                    <a:pt x="93" y="3630"/>
                    <a:pt x="240" y="3691"/>
                    <a:pt x="414" y="3691"/>
                  </a:cubicBezTo>
                  <a:cubicBezTo>
                    <a:pt x="625" y="3691"/>
                    <a:pt x="881" y="3602"/>
                    <a:pt x="1021" y="3541"/>
                  </a:cubicBezTo>
                  <a:cubicBezTo>
                    <a:pt x="1581" y="3296"/>
                    <a:pt x="2130" y="3035"/>
                    <a:pt x="2657" y="2721"/>
                  </a:cubicBezTo>
                  <a:cubicBezTo>
                    <a:pt x="3203" y="2393"/>
                    <a:pt x="3759" y="1794"/>
                    <a:pt x="4326" y="1534"/>
                  </a:cubicBezTo>
                  <a:cubicBezTo>
                    <a:pt x="4497" y="1456"/>
                    <a:pt x="4640" y="1413"/>
                    <a:pt x="4768" y="1395"/>
                  </a:cubicBezTo>
                  <a:cubicBezTo>
                    <a:pt x="5068" y="1249"/>
                    <a:pt x="5364" y="1163"/>
                    <a:pt x="5649" y="1163"/>
                  </a:cubicBezTo>
                  <a:cubicBezTo>
                    <a:pt x="6134" y="1163"/>
                    <a:pt x="6601" y="1413"/>
                    <a:pt x="7061" y="2044"/>
                  </a:cubicBezTo>
                  <a:cubicBezTo>
                    <a:pt x="7367" y="2465"/>
                    <a:pt x="7688" y="2832"/>
                    <a:pt x="8063" y="3153"/>
                  </a:cubicBezTo>
                  <a:cubicBezTo>
                    <a:pt x="8755" y="2846"/>
                    <a:pt x="9503" y="2154"/>
                    <a:pt x="9172" y="2037"/>
                  </a:cubicBezTo>
                  <a:cubicBezTo>
                    <a:pt x="8733" y="1879"/>
                    <a:pt x="8348" y="1744"/>
                    <a:pt x="8035" y="1392"/>
                  </a:cubicBezTo>
                  <a:cubicBezTo>
                    <a:pt x="7778" y="1099"/>
                    <a:pt x="7721" y="728"/>
                    <a:pt x="7436" y="454"/>
                  </a:cubicBezTo>
                  <a:cubicBezTo>
                    <a:pt x="7082" y="118"/>
                    <a:pt x="6597" y="1"/>
                    <a:pt x="6123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5" name="Google Shape;11235;p14"/>
            <p:cNvSpPr/>
            <p:nvPr/>
          </p:nvSpPr>
          <p:spPr>
            <a:xfrm>
              <a:off x="2029975" y="3568625"/>
              <a:ext cx="152875" cy="91650"/>
            </a:xfrm>
            <a:custGeom>
              <a:rect b="b" l="l" r="r" t="t"/>
              <a:pathLst>
                <a:path extrusionOk="0" h="3666" w="6115">
                  <a:moveTo>
                    <a:pt x="6026" y="0"/>
                  </a:moveTo>
                  <a:lnTo>
                    <a:pt x="6026" y="0"/>
                  </a:lnTo>
                  <a:cubicBezTo>
                    <a:pt x="5730" y="79"/>
                    <a:pt x="5441" y="203"/>
                    <a:pt x="5185" y="374"/>
                  </a:cubicBezTo>
                  <a:cubicBezTo>
                    <a:pt x="4329" y="942"/>
                    <a:pt x="3812" y="1880"/>
                    <a:pt x="2920" y="2415"/>
                  </a:cubicBezTo>
                  <a:cubicBezTo>
                    <a:pt x="2346" y="2757"/>
                    <a:pt x="1701" y="2956"/>
                    <a:pt x="1049" y="3060"/>
                  </a:cubicBezTo>
                  <a:cubicBezTo>
                    <a:pt x="731" y="3110"/>
                    <a:pt x="410" y="3134"/>
                    <a:pt x="89" y="3134"/>
                  </a:cubicBezTo>
                  <a:lnTo>
                    <a:pt x="0" y="3134"/>
                  </a:lnTo>
                  <a:cubicBezTo>
                    <a:pt x="249" y="3438"/>
                    <a:pt x="581" y="3666"/>
                    <a:pt x="895" y="3666"/>
                  </a:cubicBezTo>
                  <a:cubicBezTo>
                    <a:pt x="945" y="3666"/>
                    <a:pt x="995" y="3659"/>
                    <a:pt x="1041" y="3648"/>
                  </a:cubicBezTo>
                  <a:cubicBezTo>
                    <a:pt x="1954" y="3417"/>
                    <a:pt x="2835" y="3027"/>
                    <a:pt x="3583" y="2454"/>
                  </a:cubicBezTo>
                  <a:cubicBezTo>
                    <a:pt x="4283" y="1919"/>
                    <a:pt x="4814" y="1074"/>
                    <a:pt x="5677" y="795"/>
                  </a:cubicBezTo>
                  <a:cubicBezTo>
                    <a:pt x="6037" y="678"/>
                    <a:pt x="6115" y="357"/>
                    <a:pt x="6026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6" name="Google Shape;11236;p14"/>
            <p:cNvSpPr/>
            <p:nvPr/>
          </p:nvSpPr>
          <p:spPr>
            <a:xfrm>
              <a:off x="2014350" y="3538575"/>
              <a:ext cx="166275" cy="108425"/>
            </a:xfrm>
            <a:custGeom>
              <a:rect b="b" l="l" r="r" t="t"/>
              <a:pathLst>
                <a:path extrusionOk="0" h="4337" w="6651">
                  <a:moveTo>
                    <a:pt x="5424" y="1"/>
                  </a:moveTo>
                  <a:cubicBezTo>
                    <a:pt x="5364" y="1"/>
                    <a:pt x="5303" y="8"/>
                    <a:pt x="5242" y="26"/>
                  </a:cubicBezTo>
                  <a:cubicBezTo>
                    <a:pt x="4401" y="297"/>
                    <a:pt x="3884" y="892"/>
                    <a:pt x="3252" y="1474"/>
                  </a:cubicBezTo>
                  <a:cubicBezTo>
                    <a:pt x="2490" y="2172"/>
                    <a:pt x="1613" y="2625"/>
                    <a:pt x="611" y="2878"/>
                  </a:cubicBezTo>
                  <a:cubicBezTo>
                    <a:pt x="1" y="3031"/>
                    <a:pt x="186" y="3801"/>
                    <a:pt x="625" y="4336"/>
                  </a:cubicBezTo>
                  <a:lnTo>
                    <a:pt x="714" y="4336"/>
                  </a:lnTo>
                  <a:cubicBezTo>
                    <a:pt x="1035" y="4336"/>
                    <a:pt x="1356" y="4312"/>
                    <a:pt x="1674" y="4262"/>
                  </a:cubicBezTo>
                  <a:cubicBezTo>
                    <a:pt x="2326" y="4158"/>
                    <a:pt x="2971" y="3959"/>
                    <a:pt x="3545" y="3617"/>
                  </a:cubicBezTo>
                  <a:cubicBezTo>
                    <a:pt x="4437" y="3082"/>
                    <a:pt x="4954" y="2144"/>
                    <a:pt x="5810" y="1576"/>
                  </a:cubicBezTo>
                  <a:cubicBezTo>
                    <a:pt x="6066" y="1405"/>
                    <a:pt x="6355" y="1281"/>
                    <a:pt x="6651" y="1202"/>
                  </a:cubicBezTo>
                  <a:cubicBezTo>
                    <a:pt x="6509" y="639"/>
                    <a:pt x="5941" y="1"/>
                    <a:pt x="5424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7" name="Google Shape;11237;p14"/>
            <p:cNvSpPr/>
            <p:nvPr/>
          </p:nvSpPr>
          <p:spPr>
            <a:xfrm>
              <a:off x="2199600" y="3542125"/>
              <a:ext cx="59475" cy="48000"/>
            </a:xfrm>
            <a:custGeom>
              <a:rect b="b" l="l" r="r" t="t"/>
              <a:pathLst>
                <a:path extrusionOk="0" h="1920" w="2379">
                  <a:moveTo>
                    <a:pt x="1755" y="1"/>
                  </a:moveTo>
                  <a:cubicBezTo>
                    <a:pt x="1897" y="65"/>
                    <a:pt x="2033" y="137"/>
                    <a:pt x="2168" y="212"/>
                  </a:cubicBezTo>
                  <a:cubicBezTo>
                    <a:pt x="2239" y="251"/>
                    <a:pt x="2308" y="294"/>
                    <a:pt x="2379" y="336"/>
                  </a:cubicBezTo>
                  <a:cubicBezTo>
                    <a:pt x="2193" y="147"/>
                    <a:pt x="1979" y="1"/>
                    <a:pt x="1759" y="1"/>
                  </a:cubicBezTo>
                  <a:close/>
                  <a:moveTo>
                    <a:pt x="1" y="982"/>
                  </a:moveTo>
                  <a:cubicBezTo>
                    <a:pt x="243" y="1367"/>
                    <a:pt x="589" y="1770"/>
                    <a:pt x="1052" y="1838"/>
                  </a:cubicBezTo>
                  <a:cubicBezTo>
                    <a:pt x="1306" y="1877"/>
                    <a:pt x="1559" y="1905"/>
                    <a:pt x="1816" y="1920"/>
                  </a:cubicBezTo>
                  <a:cubicBezTo>
                    <a:pt x="1640" y="1745"/>
                    <a:pt x="1466" y="1567"/>
                    <a:pt x="1252" y="1413"/>
                  </a:cubicBezTo>
                  <a:cubicBezTo>
                    <a:pt x="878" y="1139"/>
                    <a:pt x="442" y="1003"/>
                    <a:pt x="1" y="982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8" name="Google Shape;11238;p14"/>
            <p:cNvSpPr/>
            <p:nvPr/>
          </p:nvSpPr>
          <p:spPr>
            <a:xfrm>
              <a:off x="2187225" y="3540100"/>
              <a:ext cx="94850" cy="50400"/>
            </a:xfrm>
            <a:custGeom>
              <a:rect b="b" l="l" r="r" t="t"/>
              <a:pathLst>
                <a:path extrusionOk="0" h="2016" w="3794">
                  <a:moveTo>
                    <a:pt x="381" y="1"/>
                  </a:moveTo>
                  <a:cubicBezTo>
                    <a:pt x="0" y="1"/>
                    <a:pt x="374" y="867"/>
                    <a:pt x="445" y="988"/>
                  </a:cubicBezTo>
                  <a:cubicBezTo>
                    <a:pt x="463" y="1013"/>
                    <a:pt x="478" y="1038"/>
                    <a:pt x="496" y="1063"/>
                  </a:cubicBezTo>
                  <a:cubicBezTo>
                    <a:pt x="937" y="1084"/>
                    <a:pt x="1373" y="1220"/>
                    <a:pt x="1747" y="1494"/>
                  </a:cubicBezTo>
                  <a:cubicBezTo>
                    <a:pt x="1961" y="1648"/>
                    <a:pt x="2135" y="1826"/>
                    <a:pt x="2311" y="2001"/>
                  </a:cubicBezTo>
                  <a:cubicBezTo>
                    <a:pt x="2474" y="2012"/>
                    <a:pt x="2639" y="2015"/>
                    <a:pt x="2803" y="2015"/>
                  </a:cubicBezTo>
                  <a:cubicBezTo>
                    <a:pt x="2981" y="2015"/>
                    <a:pt x="3159" y="2012"/>
                    <a:pt x="3341" y="1997"/>
                  </a:cubicBezTo>
                  <a:cubicBezTo>
                    <a:pt x="3794" y="1969"/>
                    <a:pt x="3434" y="1202"/>
                    <a:pt x="3323" y="1017"/>
                  </a:cubicBezTo>
                  <a:cubicBezTo>
                    <a:pt x="3223" y="852"/>
                    <a:pt x="3063" y="613"/>
                    <a:pt x="2874" y="417"/>
                  </a:cubicBezTo>
                  <a:cubicBezTo>
                    <a:pt x="2803" y="375"/>
                    <a:pt x="2734" y="332"/>
                    <a:pt x="2663" y="293"/>
                  </a:cubicBezTo>
                  <a:cubicBezTo>
                    <a:pt x="2528" y="218"/>
                    <a:pt x="2392" y="146"/>
                    <a:pt x="2250" y="82"/>
                  </a:cubicBezTo>
                  <a:lnTo>
                    <a:pt x="2221" y="82"/>
                  </a:lnTo>
                  <a:cubicBezTo>
                    <a:pt x="2043" y="93"/>
                    <a:pt x="1862" y="100"/>
                    <a:pt x="1683" y="100"/>
                  </a:cubicBezTo>
                  <a:cubicBezTo>
                    <a:pt x="1266" y="100"/>
                    <a:pt x="848" y="68"/>
                    <a:pt x="428" y="4"/>
                  </a:cubicBezTo>
                  <a:cubicBezTo>
                    <a:pt x="414" y="1"/>
                    <a:pt x="396" y="1"/>
                    <a:pt x="38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1239" name="Google Shape;11239;p14"/>
          <p:cNvPicPr preferRelativeResize="0"/>
          <p:nvPr/>
        </p:nvPicPr>
        <p:blipFill rotWithShape="1">
          <a:blip r:embed="rId3">
            <a:alphaModFix/>
          </a:blip>
          <a:srcRect b="0" l="0" r="37327" t="0"/>
          <a:stretch/>
        </p:blipFill>
        <p:spPr>
          <a:xfrm>
            <a:off x="842950" y="1479375"/>
            <a:ext cx="7458099" cy="1882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43" name="Shape 1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4" name="Google Shape;11244;p15"/>
          <p:cNvGrpSpPr/>
          <p:nvPr/>
        </p:nvGrpSpPr>
        <p:grpSpPr>
          <a:xfrm>
            <a:off x="5868998" y="536800"/>
            <a:ext cx="3275148" cy="176025"/>
            <a:chOff x="4345425" y="2175475"/>
            <a:chExt cx="800750" cy="176025"/>
          </a:xfrm>
        </p:grpSpPr>
        <p:sp>
          <p:nvSpPr>
            <p:cNvPr id="11245" name="Google Shape;11245;p15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6" name="Google Shape;11246;p15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47" name="Google Shape;11247;p15"/>
          <p:cNvSpPr txBox="1"/>
          <p:nvPr>
            <p:ph type="title"/>
          </p:nvPr>
        </p:nvSpPr>
        <p:spPr>
          <a:xfrm>
            <a:off x="4095775" y="156525"/>
            <a:ext cx="50481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.pop() in Python: Answer</a:t>
            </a:r>
            <a:endParaRPr/>
          </a:p>
        </p:txBody>
      </p:sp>
      <p:grpSp>
        <p:nvGrpSpPr>
          <p:cNvPr id="11248" name="Google Shape;11248;p15"/>
          <p:cNvGrpSpPr/>
          <p:nvPr/>
        </p:nvGrpSpPr>
        <p:grpSpPr>
          <a:xfrm>
            <a:off x="3699209" y="4454811"/>
            <a:ext cx="1745583" cy="230173"/>
            <a:chOff x="1394800" y="3522000"/>
            <a:chExt cx="1048650" cy="138275"/>
          </a:xfrm>
        </p:grpSpPr>
        <p:sp>
          <p:nvSpPr>
            <p:cNvPr id="11249" name="Google Shape;11249;p15"/>
            <p:cNvSpPr/>
            <p:nvPr/>
          </p:nvSpPr>
          <p:spPr>
            <a:xfrm>
              <a:off x="1394800" y="3522000"/>
              <a:ext cx="1048650" cy="125000"/>
            </a:xfrm>
            <a:custGeom>
              <a:rect b="b" l="l" r="r" t="t"/>
              <a:pathLst>
                <a:path extrusionOk="0" h="5000" w="41946">
                  <a:moveTo>
                    <a:pt x="39862" y="375"/>
                  </a:moveTo>
                  <a:cubicBezTo>
                    <a:pt x="39752" y="375"/>
                    <a:pt x="39641" y="393"/>
                    <a:pt x="39545" y="429"/>
                  </a:cubicBezTo>
                  <a:cubicBezTo>
                    <a:pt x="38422" y="860"/>
                    <a:pt x="37231" y="1220"/>
                    <a:pt x="36143" y="1737"/>
                  </a:cubicBezTo>
                  <a:cubicBezTo>
                    <a:pt x="35848" y="1880"/>
                    <a:pt x="35723" y="1951"/>
                    <a:pt x="35630" y="1951"/>
                  </a:cubicBezTo>
                  <a:cubicBezTo>
                    <a:pt x="35516" y="1951"/>
                    <a:pt x="35452" y="1837"/>
                    <a:pt x="35173" y="1598"/>
                  </a:cubicBezTo>
                  <a:cubicBezTo>
                    <a:pt x="34984" y="1431"/>
                    <a:pt x="34785" y="1277"/>
                    <a:pt x="34571" y="1141"/>
                  </a:cubicBezTo>
                  <a:lnTo>
                    <a:pt x="34571" y="1141"/>
                  </a:lnTo>
                  <a:cubicBezTo>
                    <a:pt x="34760" y="1337"/>
                    <a:pt x="34920" y="1576"/>
                    <a:pt x="35020" y="1741"/>
                  </a:cubicBezTo>
                  <a:cubicBezTo>
                    <a:pt x="35131" y="1926"/>
                    <a:pt x="35491" y="2693"/>
                    <a:pt x="35038" y="2721"/>
                  </a:cubicBezTo>
                  <a:cubicBezTo>
                    <a:pt x="34856" y="2736"/>
                    <a:pt x="34678" y="2739"/>
                    <a:pt x="34500" y="2739"/>
                  </a:cubicBezTo>
                  <a:cubicBezTo>
                    <a:pt x="34336" y="2739"/>
                    <a:pt x="34171" y="2736"/>
                    <a:pt x="34008" y="2725"/>
                  </a:cubicBezTo>
                  <a:lnTo>
                    <a:pt x="34008" y="2725"/>
                  </a:lnTo>
                  <a:cubicBezTo>
                    <a:pt x="34282" y="3003"/>
                    <a:pt x="34556" y="3274"/>
                    <a:pt x="34974" y="3420"/>
                  </a:cubicBezTo>
                  <a:cubicBezTo>
                    <a:pt x="35244" y="3516"/>
                    <a:pt x="35509" y="3559"/>
                    <a:pt x="35766" y="3559"/>
                  </a:cubicBezTo>
                  <a:cubicBezTo>
                    <a:pt x="36322" y="3559"/>
                    <a:pt x="36853" y="3370"/>
                    <a:pt x="37410" y="3164"/>
                  </a:cubicBezTo>
                  <a:cubicBezTo>
                    <a:pt x="38547" y="2736"/>
                    <a:pt x="39677" y="2290"/>
                    <a:pt x="40811" y="1851"/>
                  </a:cubicBezTo>
                  <a:cubicBezTo>
                    <a:pt x="41945" y="1416"/>
                    <a:pt x="40747" y="375"/>
                    <a:pt x="39862" y="375"/>
                  </a:cubicBezTo>
                  <a:close/>
                  <a:moveTo>
                    <a:pt x="1498" y="1719"/>
                  </a:moveTo>
                  <a:cubicBezTo>
                    <a:pt x="1242" y="1894"/>
                    <a:pt x="996" y="2076"/>
                    <a:pt x="761" y="2265"/>
                  </a:cubicBezTo>
                  <a:cubicBezTo>
                    <a:pt x="1" y="2874"/>
                    <a:pt x="1103" y="3669"/>
                    <a:pt x="1926" y="3669"/>
                  </a:cubicBezTo>
                  <a:cubicBezTo>
                    <a:pt x="2130" y="3669"/>
                    <a:pt x="2311" y="3623"/>
                    <a:pt x="2451" y="3513"/>
                  </a:cubicBezTo>
                  <a:cubicBezTo>
                    <a:pt x="2618" y="3381"/>
                    <a:pt x="2793" y="3242"/>
                    <a:pt x="2975" y="3106"/>
                  </a:cubicBezTo>
                  <a:cubicBezTo>
                    <a:pt x="2436" y="3031"/>
                    <a:pt x="1502" y="2211"/>
                    <a:pt x="1498" y="1719"/>
                  </a:cubicBezTo>
                  <a:close/>
                  <a:moveTo>
                    <a:pt x="6376" y="1"/>
                  </a:moveTo>
                  <a:cubicBezTo>
                    <a:pt x="5271" y="1"/>
                    <a:pt x="4137" y="310"/>
                    <a:pt x="3064" y="814"/>
                  </a:cubicBezTo>
                  <a:cubicBezTo>
                    <a:pt x="3998" y="475"/>
                    <a:pt x="4989" y="264"/>
                    <a:pt x="5977" y="264"/>
                  </a:cubicBezTo>
                  <a:cubicBezTo>
                    <a:pt x="6366" y="264"/>
                    <a:pt x="6755" y="297"/>
                    <a:pt x="7136" y="368"/>
                  </a:cubicBezTo>
                  <a:cubicBezTo>
                    <a:pt x="7849" y="500"/>
                    <a:pt x="8519" y="789"/>
                    <a:pt x="9090" y="1242"/>
                  </a:cubicBezTo>
                  <a:cubicBezTo>
                    <a:pt x="9771" y="1780"/>
                    <a:pt x="10310" y="2889"/>
                    <a:pt x="11236" y="3003"/>
                  </a:cubicBezTo>
                  <a:cubicBezTo>
                    <a:pt x="11843" y="3082"/>
                    <a:pt x="13137" y="4686"/>
                    <a:pt x="12449" y="4686"/>
                  </a:cubicBezTo>
                  <a:cubicBezTo>
                    <a:pt x="12428" y="4686"/>
                    <a:pt x="12403" y="4686"/>
                    <a:pt x="12378" y="4683"/>
                  </a:cubicBezTo>
                  <a:cubicBezTo>
                    <a:pt x="10777" y="4479"/>
                    <a:pt x="10120" y="3574"/>
                    <a:pt x="9033" y="2557"/>
                  </a:cubicBezTo>
                  <a:cubicBezTo>
                    <a:pt x="8787" y="2329"/>
                    <a:pt x="8501" y="2168"/>
                    <a:pt x="8191" y="2061"/>
                  </a:cubicBezTo>
                  <a:lnTo>
                    <a:pt x="8191" y="2061"/>
                  </a:lnTo>
                  <a:cubicBezTo>
                    <a:pt x="8366" y="2204"/>
                    <a:pt x="8534" y="2372"/>
                    <a:pt x="8698" y="2571"/>
                  </a:cubicBezTo>
                  <a:cubicBezTo>
                    <a:pt x="9742" y="3855"/>
                    <a:pt x="10719" y="4903"/>
                    <a:pt x="12481" y="4903"/>
                  </a:cubicBezTo>
                  <a:cubicBezTo>
                    <a:pt x="12528" y="4903"/>
                    <a:pt x="12574" y="4903"/>
                    <a:pt x="12620" y="4900"/>
                  </a:cubicBezTo>
                  <a:cubicBezTo>
                    <a:pt x="14603" y="4843"/>
                    <a:pt x="15879" y="3509"/>
                    <a:pt x="17384" y="2415"/>
                  </a:cubicBezTo>
                  <a:cubicBezTo>
                    <a:pt x="17687" y="2193"/>
                    <a:pt x="17983" y="2001"/>
                    <a:pt x="18268" y="1862"/>
                  </a:cubicBezTo>
                  <a:lnTo>
                    <a:pt x="18268" y="1862"/>
                  </a:lnTo>
                  <a:cubicBezTo>
                    <a:pt x="18140" y="1880"/>
                    <a:pt x="17997" y="1923"/>
                    <a:pt x="17826" y="2001"/>
                  </a:cubicBezTo>
                  <a:cubicBezTo>
                    <a:pt x="17259" y="2261"/>
                    <a:pt x="16703" y="2860"/>
                    <a:pt x="16157" y="3188"/>
                  </a:cubicBezTo>
                  <a:cubicBezTo>
                    <a:pt x="15630" y="3502"/>
                    <a:pt x="15081" y="3763"/>
                    <a:pt x="14521" y="4008"/>
                  </a:cubicBezTo>
                  <a:cubicBezTo>
                    <a:pt x="14381" y="4069"/>
                    <a:pt x="14125" y="4158"/>
                    <a:pt x="13914" y="4158"/>
                  </a:cubicBezTo>
                  <a:cubicBezTo>
                    <a:pt x="13740" y="4158"/>
                    <a:pt x="13593" y="4097"/>
                    <a:pt x="13565" y="3908"/>
                  </a:cubicBezTo>
                  <a:cubicBezTo>
                    <a:pt x="13501" y="3506"/>
                    <a:pt x="14389" y="3103"/>
                    <a:pt x="14663" y="2985"/>
                  </a:cubicBezTo>
                  <a:cubicBezTo>
                    <a:pt x="16246" y="2293"/>
                    <a:pt x="17441" y="703"/>
                    <a:pt x="19241" y="493"/>
                  </a:cubicBezTo>
                  <a:cubicBezTo>
                    <a:pt x="19366" y="478"/>
                    <a:pt x="19495" y="468"/>
                    <a:pt x="19623" y="468"/>
                  </a:cubicBezTo>
                  <a:cubicBezTo>
                    <a:pt x="20097" y="468"/>
                    <a:pt x="20582" y="585"/>
                    <a:pt x="20936" y="921"/>
                  </a:cubicBezTo>
                  <a:cubicBezTo>
                    <a:pt x="21221" y="1195"/>
                    <a:pt x="21278" y="1566"/>
                    <a:pt x="21535" y="1859"/>
                  </a:cubicBezTo>
                  <a:cubicBezTo>
                    <a:pt x="21848" y="2211"/>
                    <a:pt x="22233" y="2346"/>
                    <a:pt x="22672" y="2504"/>
                  </a:cubicBezTo>
                  <a:cubicBezTo>
                    <a:pt x="23003" y="2621"/>
                    <a:pt x="22255" y="3313"/>
                    <a:pt x="21563" y="3620"/>
                  </a:cubicBezTo>
                  <a:cubicBezTo>
                    <a:pt x="21749" y="3773"/>
                    <a:pt x="21945" y="3919"/>
                    <a:pt x="22159" y="4055"/>
                  </a:cubicBezTo>
                  <a:cubicBezTo>
                    <a:pt x="23121" y="4661"/>
                    <a:pt x="24266" y="4986"/>
                    <a:pt x="25407" y="4999"/>
                  </a:cubicBezTo>
                  <a:cubicBezTo>
                    <a:pt x="24968" y="4464"/>
                    <a:pt x="24783" y="3694"/>
                    <a:pt x="25393" y="3541"/>
                  </a:cubicBezTo>
                  <a:cubicBezTo>
                    <a:pt x="26395" y="3288"/>
                    <a:pt x="27272" y="2835"/>
                    <a:pt x="28034" y="2137"/>
                  </a:cubicBezTo>
                  <a:cubicBezTo>
                    <a:pt x="28666" y="1555"/>
                    <a:pt x="29183" y="960"/>
                    <a:pt x="30024" y="689"/>
                  </a:cubicBezTo>
                  <a:cubicBezTo>
                    <a:pt x="30085" y="671"/>
                    <a:pt x="30146" y="664"/>
                    <a:pt x="30206" y="664"/>
                  </a:cubicBezTo>
                  <a:cubicBezTo>
                    <a:pt x="30723" y="664"/>
                    <a:pt x="31291" y="1302"/>
                    <a:pt x="31433" y="1865"/>
                  </a:cubicBezTo>
                  <a:cubicBezTo>
                    <a:pt x="31647" y="1812"/>
                    <a:pt x="31864" y="1787"/>
                    <a:pt x="32082" y="1787"/>
                  </a:cubicBezTo>
                  <a:lnTo>
                    <a:pt x="32193" y="1787"/>
                  </a:lnTo>
                  <a:cubicBezTo>
                    <a:pt x="32175" y="1762"/>
                    <a:pt x="32160" y="1737"/>
                    <a:pt x="32142" y="1712"/>
                  </a:cubicBezTo>
                  <a:cubicBezTo>
                    <a:pt x="32071" y="1591"/>
                    <a:pt x="31697" y="725"/>
                    <a:pt x="32078" y="725"/>
                  </a:cubicBezTo>
                  <a:cubicBezTo>
                    <a:pt x="32093" y="725"/>
                    <a:pt x="32111" y="725"/>
                    <a:pt x="32125" y="728"/>
                  </a:cubicBezTo>
                  <a:cubicBezTo>
                    <a:pt x="32545" y="792"/>
                    <a:pt x="32963" y="824"/>
                    <a:pt x="33380" y="824"/>
                  </a:cubicBezTo>
                  <a:cubicBezTo>
                    <a:pt x="33559" y="824"/>
                    <a:pt x="33740" y="817"/>
                    <a:pt x="33918" y="806"/>
                  </a:cubicBezTo>
                  <a:lnTo>
                    <a:pt x="33947" y="806"/>
                  </a:lnTo>
                  <a:cubicBezTo>
                    <a:pt x="33195" y="457"/>
                    <a:pt x="32356" y="271"/>
                    <a:pt x="31522" y="271"/>
                  </a:cubicBezTo>
                  <a:cubicBezTo>
                    <a:pt x="30919" y="271"/>
                    <a:pt x="30320" y="368"/>
                    <a:pt x="29754" y="575"/>
                  </a:cubicBezTo>
                  <a:cubicBezTo>
                    <a:pt x="27928" y="1242"/>
                    <a:pt x="27186" y="3406"/>
                    <a:pt x="25090" y="3491"/>
                  </a:cubicBezTo>
                  <a:cubicBezTo>
                    <a:pt x="25044" y="3495"/>
                    <a:pt x="24996" y="3495"/>
                    <a:pt x="24950" y="3495"/>
                  </a:cubicBezTo>
                  <a:cubicBezTo>
                    <a:pt x="22857" y="3495"/>
                    <a:pt x="22544" y="1462"/>
                    <a:pt x="20967" y="542"/>
                  </a:cubicBezTo>
                  <a:cubicBezTo>
                    <a:pt x="20340" y="175"/>
                    <a:pt x="19641" y="11"/>
                    <a:pt x="18938" y="11"/>
                  </a:cubicBezTo>
                  <a:cubicBezTo>
                    <a:pt x="18072" y="11"/>
                    <a:pt x="17202" y="257"/>
                    <a:pt x="16446" y="671"/>
                  </a:cubicBezTo>
                  <a:cubicBezTo>
                    <a:pt x="15515" y="1177"/>
                    <a:pt x="14781" y="1966"/>
                    <a:pt x="13918" y="2568"/>
                  </a:cubicBezTo>
                  <a:cubicBezTo>
                    <a:pt x="13369" y="2950"/>
                    <a:pt x="12941" y="3224"/>
                    <a:pt x="12352" y="3224"/>
                  </a:cubicBezTo>
                  <a:cubicBezTo>
                    <a:pt x="12210" y="3224"/>
                    <a:pt x="12057" y="3210"/>
                    <a:pt x="11889" y="3174"/>
                  </a:cubicBezTo>
                  <a:cubicBezTo>
                    <a:pt x="11090" y="3003"/>
                    <a:pt x="11012" y="2667"/>
                    <a:pt x="10534" y="2061"/>
                  </a:cubicBezTo>
                  <a:cubicBezTo>
                    <a:pt x="9365" y="589"/>
                    <a:pt x="7899" y="1"/>
                    <a:pt x="6376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0" name="Google Shape;11250;p15"/>
            <p:cNvSpPr/>
            <p:nvPr/>
          </p:nvSpPr>
          <p:spPr>
            <a:xfrm>
              <a:off x="1432150" y="3542325"/>
              <a:ext cx="167450" cy="57425"/>
            </a:xfrm>
            <a:custGeom>
              <a:rect b="b" l="l" r="r" t="t"/>
              <a:pathLst>
                <a:path extrusionOk="0" h="2297" w="6698">
                  <a:moveTo>
                    <a:pt x="1570" y="1"/>
                  </a:moveTo>
                  <a:lnTo>
                    <a:pt x="1570" y="1"/>
                  </a:lnTo>
                  <a:cubicBezTo>
                    <a:pt x="1278" y="108"/>
                    <a:pt x="989" y="228"/>
                    <a:pt x="707" y="361"/>
                  </a:cubicBezTo>
                  <a:cubicBezTo>
                    <a:pt x="682" y="368"/>
                    <a:pt x="657" y="378"/>
                    <a:pt x="636" y="393"/>
                  </a:cubicBezTo>
                  <a:cubicBezTo>
                    <a:pt x="482" y="468"/>
                    <a:pt x="329" y="542"/>
                    <a:pt x="176" y="625"/>
                  </a:cubicBezTo>
                  <a:cubicBezTo>
                    <a:pt x="54" y="689"/>
                    <a:pt x="1" y="789"/>
                    <a:pt x="4" y="906"/>
                  </a:cubicBezTo>
                  <a:cubicBezTo>
                    <a:pt x="500" y="564"/>
                    <a:pt x="1028" y="257"/>
                    <a:pt x="1570" y="1"/>
                  </a:cubicBezTo>
                  <a:close/>
                  <a:moveTo>
                    <a:pt x="5093" y="685"/>
                  </a:moveTo>
                  <a:cubicBezTo>
                    <a:pt x="3862" y="685"/>
                    <a:pt x="2557" y="1480"/>
                    <a:pt x="1481" y="2293"/>
                  </a:cubicBezTo>
                  <a:cubicBezTo>
                    <a:pt x="1505" y="2297"/>
                    <a:pt x="1530" y="2297"/>
                    <a:pt x="1556" y="2297"/>
                  </a:cubicBezTo>
                  <a:cubicBezTo>
                    <a:pt x="1588" y="2297"/>
                    <a:pt x="1616" y="2293"/>
                    <a:pt x="1645" y="2286"/>
                  </a:cubicBezTo>
                  <a:cubicBezTo>
                    <a:pt x="1984" y="2204"/>
                    <a:pt x="2009" y="2186"/>
                    <a:pt x="2254" y="1983"/>
                  </a:cubicBezTo>
                  <a:cubicBezTo>
                    <a:pt x="3232" y="1530"/>
                    <a:pt x="4497" y="1092"/>
                    <a:pt x="5631" y="1092"/>
                  </a:cubicBezTo>
                  <a:cubicBezTo>
                    <a:pt x="6006" y="1092"/>
                    <a:pt x="6365" y="1138"/>
                    <a:pt x="6697" y="1248"/>
                  </a:cubicBezTo>
                  <a:cubicBezTo>
                    <a:pt x="6199" y="849"/>
                    <a:pt x="5653" y="685"/>
                    <a:pt x="5093" y="685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1" name="Google Shape;11251;p15"/>
            <p:cNvSpPr/>
            <p:nvPr/>
          </p:nvSpPr>
          <p:spPr>
            <a:xfrm>
              <a:off x="1432250" y="3528600"/>
              <a:ext cx="291000" cy="110575"/>
            </a:xfrm>
            <a:custGeom>
              <a:rect b="b" l="l" r="r" t="t"/>
              <a:pathLst>
                <a:path extrusionOk="0" h="4423" w="11640">
                  <a:moveTo>
                    <a:pt x="4479" y="0"/>
                  </a:moveTo>
                  <a:cubicBezTo>
                    <a:pt x="3491" y="0"/>
                    <a:pt x="2500" y="211"/>
                    <a:pt x="1566" y="550"/>
                  </a:cubicBezTo>
                  <a:cubicBezTo>
                    <a:pt x="1024" y="806"/>
                    <a:pt x="496" y="1113"/>
                    <a:pt x="0" y="1455"/>
                  </a:cubicBezTo>
                  <a:cubicBezTo>
                    <a:pt x="4" y="1947"/>
                    <a:pt x="938" y="2767"/>
                    <a:pt x="1477" y="2842"/>
                  </a:cubicBezTo>
                  <a:cubicBezTo>
                    <a:pt x="2553" y="2029"/>
                    <a:pt x="3858" y="1234"/>
                    <a:pt x="5089" y="1234"/>
                  </a:cubicBezTo>
                  <a:cubicBezTo>
                    <a:pt x="5649" y="1234"/>
                    <a:pt x="6195" y="1398"/>
                    <a:pt x="6693" y="1797"/>
                  </a:cubicBezTo>
                  <a:cubicBezTo>
                    <a:pt x="7003" y="1904"/>
                    <a:pt x="7289" y="2065"/>
                    <a:pt x="7535" y="2293"/>
                  </a:cubicBezTo>
                  <a:cubicBezTo>
                    <a:pt x="8622" y="3310"/>
                    <a:pt x="9279" y="4215"/>
                    <a:pt x="10880" y="4419"/>
                  </a:cubicBezTo>
                  <a:cubicBezTo>
                    <a:pt x="10905" y="4422"/>
                    <a:pt x="10930" y="4422"/>
                    <a:pt x="10951" y="4422"/>
                  </a:cubicBezTo>
                  <a:cubicBezTo>
                    <a:pt x="11639" y="4422"/>
                    <a:pt x="10345" y="2818"/>
                    <a:pt x="9738" y="2739"/>
                  </a:cubicBezTo>
                  <a:cubicBezTo>
                    <a:pt x="8812" y="2625"/>
                    <a:pt x="8273" y="1516"/>
                    <a:pt x="7592" y="978"/>
                  </a:cubicBezTo>
                  <a:cubicBezTo>
                    <a:pt x="7021" y="525"/>
                    <a:pt x="6351" y="236"/>
                    <a:pt x="5638" y="104"/>
                  </a:cubicBezTo>
                  <a:cubicBezTo>
                    <a:pt x="5257" y="33"/>
                    <a:pt x="4868" y="0"/>
                    <a:pt x="4479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2" name="Google Shape;11252;p15"/>
            <p:cNvSpPr/>
            <p:nvPr/>
          </p:nvSpPr>
          <p:spPr>
            <a:xfrm>
              <a:off x="1851500" y="3562750"/>
              <a:ext cx="82400" cy="53425"/>
            </a:xfrm>
            <a:custGeom>
              <a:rect b="b" l="l" r="r" t="t"/>
              <a:pathLst>
                <a:path extrusionOk="0" h="2137" w="3296">
                  <a:moveTo>
                    <a:pt x="881" y="0"/>
                  </a:moveTo>
                  <a:cubicBezTo>
                    <a:pt x="596" y="0"/>
                    <a:pt x="300" y="86"/>
                    <a:pt x="0" y="232"/>
                  </a:cubicBezTo>
                  <a:cubicBezTo>
                    <a:pt x="36" y="229"/>
                    <a:pt x="68" y="224"/>
                    <a:pt x="104" y="224"/>
                  </a:cubicBezTo>
                  <a:cubicBezTo>
                    <a:pt x="667" y="224"/>
                    <a:pt x="817" y="852"/>
                    <a:pt x="1259" y="1369"/>
                  </a:cubicBezTo>
                  <a:cubicBezTo>
                    <a:pt x="1594" y="1758"/>
                    <a:pt x="2097" y="1940"/>
                    <a:pt x="2564" y="2107"/>
                  </a:cubicBezTo>
                  <a:cubicBezTo>
                    <a:pt x="2614" y="2125"/>
                    <a:pt x="2671" y="2136"/>
                    <a:pt x="2735" y="2136"/>
                  </a:cubicBezTo>
                  <a:cubicBezTo>
                    <a:pt x="2899" y="2136"/>
                    <a:pt x="3096" y="2079"/>
                    <a:pt x="3295" y="1990"/>
                  </a:cubicBezTo>
                  <a:cubicBezTo>
                    <a:pt x="2920" y="1669"/>
                    <a:pt x="2599" y="1302"/>
                    <a:pt x="2293" y="881"/>
                  </a:cubicBezTo>
                  <a:cubicBezTo>
                    <a:pt x="1833" y="250"/>
                    <a:pt x="1366" y="0"/>
                    <a:pt x="881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3" name="Google Shape;11253;p15"/>
            <p:cNvSpPr/>
            <p:nvPr/>
          </p:nvSpPr>
          <p:spPr>
            <a:xfrm>
              <a:off x="1732300" y="3533675"/>
              <a:ext cx="237600" cy="92300"/>
            </a:xfrm>
            <a:custGeom>
              <a:rect b="b" l="l" r="r" t="t"/>
              <a:pathLst>
                <a:path extrusionOk="0" h="3692" w="9504">
                  <a:moveTo>
                    <a:pt x="6123" y="1"/>
                  </a:moveTo>
                  <a:cubicBezTo>
                    <a:pt x="5995" y="1"/>
                    <a:pt x="5866" y="11"/>
                    <a:pt x="5741" y="26"/>
                  </a:cubicBezTo>
                  <a:cubicBezTo>
                    <a:pt x="3941" y="236"/>
                    <a:pt x="2746" y="1826"/>
                    <a:pt x="1163" y="2518"/>
                  </a:cubicBezTo>
                  <a:cubicBezTo>
                    <a:pt x="889" y="2636"/>
                    <a:pt x="1" y="3039"/>
                    <a:pt x="65" y="3441"/>
                  </a:cubicBezTo>
                  <a:cubicBezTo>
                    <a:pt x="93" y="3630"/>
                    <a:pt x="240" y="3691"/>
                    <a:pt x="414" y="3691"/>
                  </a:cubicBezTo>
                  <a:cubicBezTo>
                    <a:pt x="625" y="3691"/>
                    <a:pt x="881" y="3602"/>
                    <a:pt x="1021" y="3541"/>
                  </a:cubicBezTo>
                  <a:cubicBezTo>
                    <a:pt x="1581" y="3296"/>
                    <a:pt x="2130" y="3035"/>
                    <a:pt x="2657" y="2721"/>
                  </a:cubicBezTo>
                  <a:cubicBezTo>
                    <a:pt x="3203" y="2393"/>
                    <a:pt x="3759" y="1794"/>
                    <a:pt x="4326" y="1534"/>
                  </a:cubicBezTo>
                  <a:cubicBezTo>
                    <a:pt x="4497" y="1456"/>
                    <a:pt x="4640" y="1413"/>
                    <a:pt x="4768" y="1395"/>
                  </a:cubicBezTo>
                  <a:cubicBezTo>
                    <a:pt x="5068" y="1249"/>
                    <a:pt x="5364" y="1163"/>
                    <a:pt x="5649" y="1163"/>
                  </a:cubicBezTo>
                  <a:cubicBezTo>
                    <a:pt x="6134" y="1163"/>
                    <a:pt x="6601" y="1413"/>
                    <a:pt x="7061" y="2044"/>
                  </a:cubicBezTo>
                  <a:cubicBezTo>
                    <a:pt x="7367" y="2465"/>
                    <a:pt x="7688" y="2832"/>
                    <a:pt x="8063" y="3153"/>
                  </a:cubicBezTo>
                  <a:cubicBezTo>
                    <a:pt x="8755" y="2846"/>
                    <a:pt x="9503" y="2154"/>
                    <a:pt x="9172" y="2037"/>
                  </a:cubicBezTo>
                  <a:cubicBezTo>
                    <a:pt x="8733" y="1879"/>
                    <a:pt x="8348" y="1744"/>
                    <a:pt x="8035" y="1392"/>
                  </a:cubicBezTo>
                  <a:cubicBezTo>
                    <a:pt x="7778" y="1099"/>
                    <a:pt x="7721" y="728"/>
                    <a:pt x="7436" y="454"/>
                  </a:cubicBezTo>
                  <a:cubicBezTo>
                    <a:pt x="7082" y="118"/>
                    <a:pt x="6597" y="1"/>
                    <a:pt x="6123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4" name="Google Shape;11254;p15"/>
            <p:cNvSpPr/>
            <p:nvPr/>
          </p:nvSpPr>
          <p:spPr>
            <a:xfrm>
              <a:off x="2029975" y="3568625"/>
              <a:ext cx="152875" cy="91650"/>
            </a:xfrm>
            <a:custGeom>
              <a:rect b="b" l="l" r="r" t="t"/>
              <a:pathLst>
                <a:path extrusionOk="0" h="3666" w="6115">
                  <a:moveTo>
                    <a:pt x="6026" y="0"/>
                  </a:moveTo>
                  <a:lnTo>
                    <a:pt x="6026" y="0"/>
                  </a:lnTo>
                  <a:cubicBezTo>
                    <a:pt x="5730" y="79"/>
                    <a:pt x="5441" y="203"/>
                    <a:pt x="5185" y="374"/>
                  </a:cubicBezTo>
                  <a:cubicBezTo>
                    <a:pt x="4329" y="942"/>
                    <a:pt x="3812" y="1880"/>
                    <a:pt x="2920" y="2415"/>
                  </a:cubicBezTo>
                  <a:cubicBezTo>
                    <a:pt x="2346" y="2757"/>
                    <a:pt x="1701" y="2956"/>
                    <a:pt x="1049" y="3060"/>
                  </a:cubicBezTo>
                  <a:cubicBezTo>
                    <a:pt x="731" y="3110"/>
                    <a:pt x="410" y="3134"/>
                    <a:pt x="89" y="3134"/>
                  </a:cubicBezTo>
                  <a:lnTo>
                    <a:pt x="0" y="3134"/>
                  </a:lnTo>
                  <a:cubicBezTo>
                    <a:pt x="249" y="3438"/>
                    <a:pt x="581" y="3666"/>
                    <a:pt x="895" y="3666"/>
                  </a:cubicBezTo>
                  <a:cubicBezTo>
                    <a:pt x="945" y="3666"/>
                    <a:pt x="995" y="3659"/>
                    <a:pt x="1041" y="3648"/>
                  </a:cubicBezTo>
                  <a:cubicBezTo>
                    <a:pt x="1954" y="3417"/>
                    <a:pt x="2835" y="3027"/>
                    <a:pt x="3583" y="2454"/>
                  </a:cubicBezTo>
                  <a:cubicBezTo>
                    <a:pt x="4283" y="1919"/>
                    <a:pt x="4814" y="1074"/>
                    <a:pt x="5677" y="795"/>
                  </a:cubicBezTo>
                  <a:cubicBezTo>
                    <a:pt x="6037" y="678"/>
                    <a:pt x="6115" y="357"/>
                    <a:pt x="6026" y="0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5" name="Google Shape;11255;p15"/>
            <p:cNvSpPr/>
            <p:nvPr/>
          </p:nvSpPr>
          <p:spPr>
            <a:xfrm>
              <a:off x="2014350" y="3538575"/>
              <a:ext cx="166275" cy="108425"/>
            </a:xfrm>
            <a:custGeom>
              <a:rect b="b" l="l" r="r" t="t"/>
              <a:pathLst>
                <a:path extrusionOk="0" h="4337" w="6651">
                  <a:moveTo>
                    <a:pt x="5424" y="1"/>
                  </a:moveTo>
                  <a:cubicBezTo>
                    <a:pt x="5364" y="1"/>
                    <a:pt x="5303" y="8"/>
                    <a:pt x="5242" y="26"/>
                  </a:cubicBezTo>
                  <a:cubicBezTo>
                    <a:pt x="4401" y="297"/>
                    <a:pt x="3884" y="892"/>
                    <a:pt x="3252" y="1474"/>
                  </a:cubicBezTo>
                  <a:cubicBezTo>
                    <a:pt x="2490" y="2172"/>
                    <a:pt x="1613" y="2625"/>
                    <a:pt x="611" y="2878"/>
                  </a:cubicBezTo>
                  <a:cubicBezTo>
                    <a:pt x="1" y="3031"/>
                    <a:pt x="186" y="3801"/>
                    <a:pt x="625" y="4336"/>
                  </a:cubicBezTo>
                  <a:lnTo>
                    <a:pt x="714" y="4336"/>
                  </a:lnTo>
                  <a:cubicBezTo>
                    <a:pt x="1035" y="4336"/>
                    <a:pt x="1356" y="4312"/>
                    <a:pt x="1674" y="4262"/>
                  </a:cubicBezTo>
                  <a:cubicBezTo>
                    <a:pt x="2326" y="4158"/>
                    <a:pt x="2971" y="3959"/>
                    <a:pt x="3545" y="3617"/>
                  </a:cubicBezTo>
                  <a:cubicBezTo>
                    <a:pt x="4437" y="3082"/>
                    <a:pt x="4954" y="2144"/>
                    <a:pt x="5810" y="1576"/>
                  </a:cubicBezTo>
                  <a:cubicBezTo>
                    <a:pt x="6066" y="1405"/>
                    <a:pt x="6355" y="1281"/>
                    <a:pt x="6651" y="1202"/>
                  </a:cubicBezTo>
                  <a:cubicBezTo>
                    <a:pt x="6509" y="639"/>
                    <a:pt x="5941" y="1"/>
                    <a:pt x="5424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6" name="Google Shape;11256;p15"/>
            <p:cNvSpPr/>
            <p:nvPr/>
          </p:nvSpPr>
          <p:spPr>
            <a:xfrm>
              <a:off x="2199600" y="3542125"/>
              <a:ext cx="59475" cy="48000"/>
            </a:xfrm>
            <a:custGeom>
              <a:rect b="b" l="l" r="r" t="t"/>
              <a:pathLst>
                <a:path extrusionOk="0" h="1920" w="2379">
                  <a:moveTo>
                    <a:pt x="1755" y="1"/>
                  </a:moveTo>
                  <a:cubicBezTo>
                    <a:pt x="1897" y="65"/>
                    <a:pt x="2033" y="137"/>
                    <a:pt x="2168" y="212"/>
                  </a:cubicBezTo>
                  <a:cubicBezTo>
                    <a:pt x="2239" y="251"/>
                    <a:pt x="2308" y="294"/>
                    <a:pt x="2379" y="336"/>
                  </a:cubicBezTo>
                  <a:cubicBezTo>
                    <a:pt x="2193" y="147"/>
                    <a:pt x="1979" y="1"/>
                    <a:pt x="1759" y="1"/>
                  </a:cubicBezTo>
                  <a:close/>
                  <a:moveTo>
                    <a:pt x="1" y="982"/>
                  </a:moveTo>
                  <a:cubicBezTo>
                    <a:pt x="243" y="1367"/>
                    <a:pt x="589" y="1770"/>
                    <a:pt x="1052" y="1838"/>
                  </a:cubicBezTo>
                  <a:cubicBezTo>
                    <a:pt x="1306" y="1877"/>
                    <a:pt x="1559" y="1905"/>
                    <a:pt x="1816" y="1920"/>
                  </a:cubicBezTo>
                  <a:cubicBezTo>
                    <a:pt x="1640" y="1745"/>
                    <a:pt x="1466" y="1567"/>
                    <a:pt x="1252" y="1413"/>
                  </a:cubicBezTo>
                  <a:cubicBezTo>
                    <a:pt x="878" y="1139"/>
                    <a:pt x="442" y="1003"/>
                    <a:pt x="1" y="982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7" name="Google Shape;11257;p15"/>
            <p:cNvSpPr/>
            <p:nvPr/>
          </p:nvSpPr>
          <p:spPr>
            <a:xfrm>
              <a:off x="2187225" y="3540100"/>
              <a:ext cx="94850" cy="50400"/>
            </a:xfrm>
            <a:custGeom>
              <a:rect b="b" l="l" r="r" t="t"/>
              <a:pathLst>
                <a:path extrusionOk="0" h="2016" w="3794">
                  <a:moveTo>
                    <a:pt x="381" y="1"/>
                  </a:moveTo>
                  <a:cubicBezTo>
                    <a:pt x="0" y="1"/>
                    <a:pt x="374" y="867"/>
                    <a:pt x="445" y="988"/>
                  </a:cubicBezTo>
                  <a:cubicBezTo>
                    <a:pt x="463" y="1013"/>
                    <a:pt x="478" y="1038"/>
                    <a:pt x="496" y="1063"/>
                  </a:cubicBezTo>
                  <a:cubicBezTo>
                    <a:pt x="937" y="1084"/>
                    <a:pt x="1373" y="1220"/>
                    <a:pt x="1747" y="1494"/>
                  </a:cubicBezTo>
                  <a:cubicBezTo>
                    <a:pt x="1961" y="1648"/>
                    <a:pt x="2135" y="1826"/>
                    <a:pt x="2311" y="2001"/>
                  </a:cubicBezTo>
                  <a:cubicBezTo>
                    <a:pt x="2474" y="2012"/>
                    <a:pt x="2639" y="2015"/>
                    <a:pt x="2803" y="2015"/>
                  </a:cubicBezTo>
                  <a:cubicBezTo>
                    <a:pt x="2981" y="2015"/>
                    <a:pt x="3159" y="2012"/>
                    <a:pt x="3341" y="1997"/>
                  </a:cubicBezTo>
                  <a:cubicBezTo>
                    <a:pt x="3794" y="1969"/>
                    <a:pt x="3434" y="1202"/>
                    <a:pt x="3323" y="1017"/>
                  </a:cubicBezTo>
                  <a:cubicBezTo>
                    <a:pt x="3223" y="852"/>
                    <a:pt x="3063" y="613"/>
                    <a:pt x="2874" y="417"/>
                  </a:cubicBezTo>
                  <a:cubicBezTo>
                    <a:pt x="2803" y="375"/>
                    <a:pt x="2734" y="332"/>
                    <a:pt x="2663" y="293"/>
                  </a:cubicBezTo>
                  <a:cubicBezTo>
                    <a:pt x="2528" y="218"/>
                    <a:pt x="2392" y="146"/>
                    <a:pt x="2250" y="82"/>
                  </a:cubicBezTo>
                  <a:lnTo>
                    <a:pt x="2221" y="82"/>
                  </a:lnTo>
                  <a:cubicBezTo>
                    <a:pt x="2043" y="93"/>
                    <a:pt x="1862" y="100"/>
                    <a:pt x="1683" y="100"/>
                  </a:cubicBezTo>
                  <a:cubicBezTo>
                    <a:pt x="1266" y="100"/>
                    <a:pt x="848" y="68"/>
                    <a:pt x="428" y="4"/>
                  </a:cubicBezTo>
                  <a:cubicBezTo>
                    <a:pt x="414" y="1"/>
                    <a:pt x="396" y="1"/>
                    <a:pt x="381" y="1"/>
                  </a:cubicBezTo>
                  <a:close/>
                </a:path>
              </a:pathLst>
            </a:custGeom>
            <a:solidFill>
              <a:srgbClr val="B0D5F7"/>
            </a:solidFill>
            <a:ln cap="flat" cmpd="sng" w="9525">
              <a:solidFill>
                <a:srgbClr val="B0D5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1258" name="Google Shape;11258;p15"/>
          <p:cNvPicPr preferRelativeResize="0"/>
          <p:nvPr/>
        </p:nvPicPr>
        <p:blipFill rotWithShape="1">
          <a:blip r:embed="rId3">
            <a:alphaModFix/>
          </a:blip>
          <a:srcRect b="0" l="0" r="37327" t="0"/>
          <a:stretch/>
        </p:blipFill>
        <p:spPr>
          <a:xfrm>
            <a:off x="842950" y="876175"/>
            <a:ext cx="7458099" cy="1882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59" name="Google Shape;11259;p15"/>
          <p:cNvPicPr preferRelativeResize="0"/>
          <p:nvPr/>
        </p:nvPicPr>
        <p:blipFill rotWithShape="1">
          <a:blip r:embed="rId3">
            <a:alphaModFix/>
          </a:blip>
          <a:srcRect b="63440" l="63372" r="0" t="0"/>
          <a:stretch/>
        </p:blipFill>
        <p:spPr>
          <a:xfrm>
            <a:off x="1077679" y="3055200"/>
            <a:ext cx="6988641" cy="11035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63" name="Shape 1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4" name="Google Shape;11264;g3b4d0c408d1_1_46"/>
          <p:cNvGrpSpPr/>
          <p:nvPr/>
        </p:nvGrpSpPr>
        <p:grpSpPr>
          <a:xfrm>
            <a:off x="446299" y="380183"/>
            <a:ext cx="2798301" cy="176025"/>
            <a:chOff x="4345425" y="2175475"/>
            <a:chExt cx="800750" cy="176025"/>
          </a:xfrm>
        </p:grpSpPr>
        <p:sp>
          <p:nvSpPr>
            <p:cNvPr id="11265" name="Google Shape;11265;g3b4d0c408d1_1_46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6" name="Google Shape;11266;g3b4d0c408d1_1_46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67" name="Google Shape;11267;g3b4d0c408d1_1_46"/>
          <p:cNvSpPr txBox="1"/>
          <p:nvPr>
            <p:ph type="title"/>
          </p:nvPr>
        </p:nvSpPr>
        <p:spPr>
          <a:xfrm>
            <a:off x="689550" y="0"/>
            <a:ext cx="55824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Exercise 3 - Removing from a Set</a:t>
            </a:r>
            <a:endParaRPr/>
          </a:p>
        </p:txBody>
      </p:sp>
      <p:sp>
        <p:nvSpPr>
          <p:cNvPr id="11268" name="Google Shape;11268;g3b4d0c408d1_1_46"/>
          <p:cNvSpPr txBox="1"/>
          <p:nvPr>
            <p:ph idx="1" type="subTitle"/>
          </p:nvPr>
        </p:nvSpPr>
        <p:spPr>
          <a:xfrm>
            <a:off x="1670550" y="1498275"/>
            <a:ext cx="6374400" cy="19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Create a set with the two strings “sixty” and “seven” in it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Remove “seven” from the set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Print the set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</a:pPr>
            <a:r>
              <a:rPr lang="en"/>
              <a:t>Remove “seven” from the set again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72" name="Shape 11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3" name="Google Shape;11273;g3b4d0c408d1_1_59"/>
          <p:cNvSpPr txBox="1"/>
          <p:nvPr>
            <p:ph type="title"/>
          </p:nvPr>
        </p:nvSpPr>
        <p:spPr>
          <a:xfrm>
            <a:off x="1378050" y="2344775"/>
            <a:ext cx="66237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Set Operations</a:t>
            </a:r>
            <a:endParaRPr/>
          </a:p>
        </p:txBody>
      </p:sp>
      <p:sp>
        <p:nvSpPr>
          <p:cNvPr id="11274" name="Google Shape;11274;g3b4d0c408d1_1_59"/>
          <p:cNvSpPr txBox="1"/>
          <p:nvPr>
            <p:ph idx="2" type="title"/>
          </p:nvPr>
        </p:nvSpPr>
        <p:spPr>
          <a:xfrm>
            <a:off x="3843750" y="1322001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</a:pPr>
            <a:r>
              <a:rPr lang="en"/>
              <a:t>4</a:t>
            </a:r>
            <a:endParaRPr/>
          </a:p>
        </p:txBody>
      </p:sp>
      <p:grpSp>
        <p:nvGrpSpPr>
          <p:cNvPr id="11275" name="Google Shape;11275;g3b4d0c408d1_1_59"/>
          <p:cNvGrpSpPr/>
          <p:nvPr/>
        </p:nvGrpSpPr>
        <p:grpSpPr>
          <a:xfrm>
            <a:off x="3928441" y="2086030"/>
            <a:ext cx="1287126" cy="176025"/>
            <a:chOff x="4345425" y="2175475"/>
            <a:chExt cx="800750" cy="176025"/>
          </a:xfrm>
        </p:grpSpPr>
        <p:sp>
          <p:nvSpPr>
            <p:cNvPr id="11276" name="Google Shape;11276;g3b4d0c408d1_1_59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7" name="Google Shape;11277;g3b4d0c408d1_1_59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78" name="Google Shape;11278;g3b4d0c408d1_1_59"/>
          <p:cNvGrpSpPr/>
          <p:nvPr/>
        </p:nvGrpSpPr>
        <p:grpSpPr>
          <a:xfrm>
            <a:off x="1541736" y="3108974"/>
            <a:ext cx="6053350" cy="176025"/>
            <a:chOff x="4345425" y="2175475"/>
            <a:chExt cx="800750" cy="176025"/>
          </a:xfrm>
        </p:grpSpPr>
        <p:sp>
          <p:nvSpPr>
            <p:cNvPr id="11279" name="Google Shape;11279;g3b4d0c408d1_1_59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0" name="Google Shape;11280;g3b4d0c408d1_1_59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81" name="Google Shape;11281;g3b4d0c408d1_1_59"/>
          <p:cNvGrpSpPr/>
          <p:nvPr/>
        </p:nvGrpSpPr>
        <p:grpSpPr>
          <a:xfrm flipH="1" rot="372491">
            <a:off x="1097464" y="3478317"/>
            <a:ext cx="595061" cy="675837"/>
            <a:chOff x="5464100" y="4208075"/>
            <a:chExt cx="494625" cy="579650"/>
          </a:xfrm>
        </p:grpSpPr>
        <p:sp>
          <p:nvSpPr>
            <p:cNvPr id="11282" name="Google Shape;11282;g3b4d0c408d1_1_59"/>
            <p:cNvSpPr/>
            <p:nvPr/>
          </p:nvSpPr>
          <p:spPr>
            <a:xfrm>
              <a:off x="5594650" y="4504850"/>
              <a:ext cx="341250" cy="255800"/>
            </a:xfrm>
            <a:custGeom>
              <a:rect b="b" l="l" r="r" t="t"/>
              <a:pathLst>
                <a:path extrusionOk="0" h="10232" w="13650">
                  <a:moveTo>
                    <a:pt x="11619" y="0"/>
                  </a:moveTo>
                  <a:cubicBezTo>
                    <a:pt x="11538" y="0"/>
                    <a:pt x="11454" y="19"/>
                    <a:pt x="11367" y="60"/>
                  </a:cubicBezTo>
                  <a:cubicBezTo>
                    <a:pt x="10774" y="356"/>
                    <a:pt x="10157" y="653"/>
                    <a:pt x="9587" y="973"/>
                  </a:cubicBezTo>
                  <a:cubicBezTo>
                    <a:pt x="8423" y="1657"/>
                    <a:pt x="7327" y="2388"/>
                    <a:pt x="6254" y="3209"/>
                  </a:cubicBezTo>
                  <a:cubicBezTo>
                    <a:pt x="4177" y="4784"/>
                    <a:pt x="2100" y="6359"/>
                    <a:pt x="0" y="7934"/>
                  </a:cubicBezTo>
                  <a:cubicBezTo>
                    <a:pt x="584" y="8864"/>
                    <a:pt x="1080" y="10231"/>
                    <a:pt x="2001" y="10231"/>
                  </a:cubicBezTo>
                  <a:cubicBezTo>
                    <a:pt x="2232" y="10231"/>
                    <a:pt x="2491" y="10145"/>
                    <a:pt x="2785" y="9943"/>
                  </a:cubicBezTo>
                  <a:cubicBezTo>
                    <a:pt x="3972" y="9121"/>
                    <a:pt x="5159" y="8300"/>
                    <a:pt x="6323" y="7478"/>
                  </a:cubicBezTo>
                  <a:cubicBezTo>
                    <a:pt x="7281" y="6816"/>
                    <a:pt x="13650" y="2867"/>
                    <a:pt x="13011" y="1726"/>
                  </a:cubicBezTo>
                  <a:cubicBezTo>
                    <a:pt x="12806" y="1338"/>
                    <a:pt x="12310" y="0"/>
                    <a:pt x="11619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3" name="Google Shape;11283;g3b4d0c408d1_1_59"/>
            <p:cNvSpPr/>
            <p:nvPr/>
          </p:nvSpPr>
          <p:spPr>
            <a:xfrm>
              <a:off x="5518750" y="4363750"/>
              <a:ext cx="340700" cy="255675"/>
            </a:xfrm>
            <a:custGeom>
              <a:rect b="b" l="l" r="r" t="t"/>
              <a:pathLst>
                <a:path extrusionOk="0" h="10227" w="13628">
                  <a:moveTo>
                    <a:pt x="11606" y="0"/>
                  </a:moveTo>
                  <a:cubicBezTo>
                    <a:pt x="11522" y="0"/>
                    <a:pt x="11435" y="21"/>
                    <a:pt x="11345" y="66"/>
                  </a:cubicBezTo>
                  <a:cubicBezTo>
                    <a:pt x="10751" y="362"/>
                    <a:pt x="10158" y="659"/>
                    <a:pt x="9587" y="979"/>
                  </a:cubicBezTo>
                  <a:cubicBezTo>
                    <a:pt x="8423" y="1664"/>
                    <a:pt x="7304" y="2394"/>
                    <a:pt x="6232" y="3216"/>
                  </a:cubicBezTo>
                  <a:cubicBezTo>
                    <a:pt x="4155" y="4791"/>
                    <a:pt x="2077" y="6343"/>
                    <a:pt x="0" y="7940"/>
                  </a:cubicBezTo>
                  <a:cubicBezTo>
                    <a:pt x="563" y="8867"/>
                    <a:pt x="1054" y="10226"/>
                    <a:pt x="1967" y="10226"/>
                  </a:cubicBezTo>
                  <a:cubicBezTo>
                    <a:pt x="2201" y="10226"/>
                    <a:pt x="2464" y="10136"/>
                    <a:pt x="2762" y="9926"/>
                  </a:cubicBezTo>
                  <a:cubicBezTo>
                    <a:pt x="3949" y="9127"/>
                    <a:pt x="5136" y="8306"/>
                    <a:pt x="6323" y="7484"/>
                  </a:cubicBezTo>
                  <a:cubicBezTo>
                    <a:pt x="7282" y="6822"/>
                    <a:pt x="13627" y="2873"/>
                    <a:pt x="13011" y="1732"/>
                  </a:cubicBezTo>
                  <a:cubicBezTo>
                    <a:pt x="12787" y="1346"/>
                    <a:pt x="12292" y="0"/>
                    <a:pt x="11606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4" name="Google Shape;11284;g3b4d0c408d1_1_59"/>
            <p:cNvSpPr/>
            <p:nvPr/>
          </p:nvSpPr>
          <p:spPr>
            <a:xfrm>
              <a:off x="5475950" y="4235275"/>
              <a:ext cx="281925" cy="269375"/>
            </a:xfrm>
            <a:custGeom>
              <a:rect b="b" l="l" r="r" t="t"/>
              <a:pathLst>
                <a:path extrusionOk="0" h="10775" w="11277">
                  <a:moveTo>
                    <a:pt x="1210" y="1"/>
                  </a:moveTo>
                  <a:cubicBezTo>
                    <a:pt x="1233" y="23"/>
                    <a:pt x="1233" y="46"/>
                    <a:pt x="1233" y="92"/>
                  </a:cubicBezTo>
                  <a:cubicBezTo>
                    <a:pt x="1005" y="3653"/>
                    <a:pt x="503" y="7213"/>
                    <a:pt x="0" y="10774"/>
                  </a:cubicBezTo>
                  <a:cubicBezTo>
                    <a:pt x="3607" y="7989"/>
                    <a:pt x="7396" y="5456"/>
                    <a:pt x="11276" y="3082"/>
                  </a:cubicBezTo>
                  <a:cubicBezTo>
                    <a:pt x="7967" y="1918"/>
                    <a:pt x="4634" y="868"/>
                    <a:pt x="1210" y="1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5" name="Google Shape;11285;g3b4d0c408d1_1_59"/>
            <p:cNvSpPr/>
            <p:nvPr/>
          </p:nvSpPr>
          <p:spPr>
            <a:xfrm>
              <a:off x="5717000" y="4421125"/>
              <a:ext cx="42000" cy="94525"/>
            </a:xfrm>
            <a:custGeom>
              <a:rect b="b" l="l" r="r" t="t"/>
              <a:pathLst>
                <a:path extrusionOk="0" h="3781" w="1680">
                  <a:moveTo>
                    <a:pt x="1497" y="0"/>
                  </a:moveTo>
                  <a:cubicBezTo>
                    <a:pt x="1449" y="0"/>
                    <a:pt x="1398" y="23"/>
                    <a:pt x="1360" y="76"/>
                  </a:cubicBezTo>
                  <a:cubicBezTo>
                    <a:pt x="676" y="1103"/>
                    <a:pt x="265" y="2404"/>
                    <a:pt x="14" y="3614"/>
                  </a:cubicBezTo>
                  <a:cubicBezTo>
                    <a:pt x="0" y="3720"/>
                    <a:pt x="80" y="3780"/>
                    <a:pt x="162" y="3780"/>
                  </a:cubicBezTo>
                  <a:cubicBezTo>
                    <a:pt x="221" y="3780"/>
                    <a:pt x="282" y="3749"/>
                    <a:pt x="310" y="3683"/>
                  </a:cubicBezTo>
                  <a:cubicBezTo>
                    <a:pt x="698" y="2496"/>
                    <a:pt x="1201" y="1377"/>
                    <a:pt x="1634" y="213"/>
                  </a:cubicBezTo>
                  <a:cubicBezTo>
                    <a:pt x="1680" y="91"/>
                    <a:pt x="1594" y="0"/>
                    <a:pt x="1497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6" name="Google Shape;11286;g3b4d0c408d1_1_59"/>
            <p:cNvSpPr/>
            <p:nvPr/>
          </p:nvSpPr>
          <p:spPr>
            <a:xfrm>
              <a:off x="5750000" y="4392700"/>
              <a:ext cx="46925" cy="98950"/>
            </a:xfrm>
            <a:custGeom>
              <a:rect b="b" l="l" r="r" t="t"/>
              <a:pathLst>
                <a:path extrusionOk="0" h="3958" w="1877">
                  <a:moveTo>
                    <a:pt x="1669" y="1"/>
                  </a:moveTo>
                  <a:cubicBezTo>
                    <a:pt x="1627" y="1"/>
                    <a:pt x="1584" y="22"/>
                    <a:pt x="1547" y="72"/>
                  </a:cubicBezTo>
                  <a:cubicBezTo>
                    <a:pt x="771" y="1122"/>
                    <a:pt x="360" y="2446"/>
                    <a:pt x="40" y="3701"/>
                  </a:cubicBezTo>
                  <a:cubicBezTo>
                    <a:pt x="0" y="3860"/>
                    <a:pt x="130" y="3958"/>
                    <a:pt x="259" y="3958"/>
                  </a:cubicBezTo>
                  <a:cubicBezTo>
                    <a:pt x="353" y="3958"/>
                    <a:pt x="445" y="3907"/>
                    <a:pt x="474" y="3792"/>
                  </a:cubicBezTo>
                  <a:cubicBezTo>
                    <a:pt x="816" y="2560"/>
                    <a:pt x="1410" y="1464"/>
                    <a:pt x="1843" y="277"/>
                  </a:cubicBezTo>
                  <a:cubicBezTo>
                    <a:pt x="1877" y="145"/>
                    <a:pt x="1778" y="1"/>
                    <a:pt x="1669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7" name="Google Shape;11287;g3b4d0c408d1_1_59"/>
            <p:cNvSpPr/>
            <p:nvPr/>
          </p:nvSpPr>
          <p:spPr>
            <a:xfrm>
              <a:off x="5795175" y="4403700"/>
              <a:ext cx="30450" cy="52625"/>
            </a:xfrm>
            <a:custGeom>
              <a:rect b="b" l="l" r="r" t="t"/>
              <a:pathLst>
                <a:path extrusionOk="0" h="2105" w="1218">
                  <a:moveTo>
                    <a:pt x="977" y="1"/>
                  </a:moveTo>
                  <a:cubicBezTo>
                    <a:pt x="935" y="1"/>
                    <a:pt x="893" y="14"/>
                    <a:pt x="858" y="43"/>
                  </a:cubicBezTo>
                  <a:cubicBezTo>
                    <a:pt x="356" y="522"/>
                    <a:pt x="105" y="1138"/>
                    <a:pt x="14" y="1800"/>
                  </a:cubicBezTo>
                  <a:cubicBezTo>
                    <a:pt x="0" y="1988"/>
                    <a:pt x="160" y="2104"/>
                    <a:pt x="303" y="2104"/>
                  </a:cubicBezTo>
                  <a:cubicBezTo>
                    <a:pt x="404" y="2104"/>
                    <a:pt x="497" y="2046"/>
                    <a:pt x="516" y="1914"/>
                  </a:cubicBezTo>
                  <a:cubicBezTo>
                    <a:pt x="607" y="1321"/>
                    <a:pt x="835" y="773"/>
                    <a:pt x="1132" y="248"/>
                  </a:cubicBezTo>
                  <a:cubicBezTo>
                    <a:pt x="1217" y="112"/>
                    <a:pt x="1099" y="1"/>
                    <a:pt x="97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8" name="Google Shape;11288;g3b4d0c408d1_1_59"/>
            <p:cNvSpPr/>
            <p:nvPr/>
          </p:nvSpPr>
          <p:spPr>
            <a:xfrm>
              <a:off x="5783525" y="4580275"/>
              <a:ext cx="38225" cy="81675"/>
            </a:xfrm>
            <a:custGeom>
              <a:rect b="b" l="l" r="r" t="t"/>
              <a:pathLst>
                <a:path extrusionOk="0" h="3267" w="1529">
                  <a:moveTo>
                    <a:pt x="1258" y="1"/>
                  </a:moveTo>
                  <a:cubicBezTo>
                    <a:pt x="1191" y="1"/>
                    <a:pt x="1127" y="31"/>
                    <a:pt x="1096" y="101"/>
                  </a:cubicBezTo>
                  <a:cubicBezTo>
                    <a:pt x="845" y="649"/>
                    <a:pt x="617" y="1197"/>
                    <a:pt x="411" y="1745"/>
                  </a:cubicBezTo>
                  <a:cubicBezTo>
                    <a:pt x="251" y="2201"/>
                    <a:pt x="0" y="2680"/>
                    <a:pt x="23" y="3160"/>
                  </a:cubicBezTo>
                  <a:cubicBezTo>
                    <a:pt x="23" y="3231"/>
                    <a:pt x="77" y="3267"/>
                    <a:pt x="133" y="3267"/>
                  </a:cubicBezTo>
                  <a:cubicBezTo>
                    <a:pt x="168" y="3267"/>
                    <a:pt x="203" y="3254"/>
                    <a:pt x="229" y="3228"/>
                  </a:cubicBezTo>
                  <a:cubicBezTo>
                    <a:pt x="594" y="2863"/>
                    <a:pt x="754" y="2270"/>
                    <a:pt x="936" y="1790"/>
                  </a:cubicBezTo>
                  <a:cubicBezTo>
                    <a:pt x="1142" y="1288"/>
                    <a:pt x="1324" y="763"/>
                    <a:pt x="1484" y="261"/>
                  </a:cubicBezTo>
                  <a:cubicBezTo>
                    <a:pt x="1529" y="111"/>
                    <a:pt x="1387" y="1"/>
                    <a:pt x="125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9" name="Google Shape;11289;g3b4d0c408d1_1_59"/>
            <p:cNvSpPr/>
            <p:nvPr/>
          </p:nvSpPr>
          <p:spPr>
            <a:xfrm>
              <a:off x="5824600" y="4544075"/>
              <a:ext cx="49675" cy="96575"/>
            </a:xfrm>
            <a:custGeom>
              <a:rect b="b" l="l" r="r" t="t"/>
              <a:pathLst>
                <a:path extrusionOk="0" h="3863" w="1987">
                  <a:moveTo>
                    <a:pt x="1601" y="1"/>
                  </a:moveTo>
                  <a:cubicBezTo>
                    <a:pt x="1166" y="1"/>
                    <a:pt x="939" y="623"/>
                    <a:pt x="800" y="1001"/>
                  </a:cubicBezTo>
                  <a:cubicBezTo>
                    <a:pt x="457" y="1846"/>
                    <a:pt x="115" y="2759"/>
                    <a:pt x="1" y="3672"/>
                  </a:cubicBezTo>
                  <a:cubicBezTo>
                    <a:pt x="1" y="3777"/>
                    <a:pt x="100" y="3863"/>
                    <a:pt x="188" y="3863"/>
                  </a:cubicBezTo>
                  <a:cubicBezTo>
                    <a:pt x="233" y="3863"/>
                    <a:pt x="274" y="3840"/>
                    <a:pt x="297" y="3786"/>
                  </a:cubicBezTo>
                  <a:cubicBezTo>
                    <a:pt x="526" y="3215"/>
                    <a:pt x="708" y="2645"/>
                    <a:pt x="914" y="2074"/>
                  </a:cubicBezTo>
                  <a:cubicBezTo>
                    <a:pt x="1028" y="1823"/>
                    <a:pt x="1439" y="385"/>
                    <a:pt x="1735" y="362"/>
                  </a:cubicBezTo>
                  <a:cubicBezTo>
                    <a:pt x="1918" y="362"/>
                    <a:pt x="1987" y="111"/>
                    <a:pt x="1804" y="43"/>
                  </a:cubicBezTo>
                  <a:cubicBezTo>
                    <a:pt x="1731" y="14"/>
                    <a:pt x="1664" y="1"/>
                    <a:pt x="1601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0" name="Google Shape;11290;g3b4d0c408d1_1_59"/>
            <p:cNvSpPr/>
            <p:nvPr/>
          </p:nvSpPr>
          <p:spPr>
            <a:xfrm>
              <a:off x="5876375" y="4540750"/>
              <a:ext cx="23725" cy="54675"/>
            </a:xfrm>
            <a:custGeom>
              <a:rect b="b" l="l" r="r" t="t"/>
              <a:pathLst>
                <a:path extrusionOk="0" h="2187" w="949">
                  <a:moveTo>
                    <a:pt x="772" y="1"/>
                  </a:moveTo>
                  <a:cubicBezTo>
                    <a:pt x="721" y="1"/>
                    <a:pt x="671" y="26"/>
                    <a:pt x="646" y="84"/>
                  </a:cubicBezTo>
                  <a:cubicBezTo>
                    <a:pt x="372" y="701"/>
                    <a:pt x="167" y="1317"/>
                    <a:pt x="30" y="2002"/>
                  </a:cubicBezTo>
                  <a:cubicBezTo>
                    <a:pt x="1" y="2103"/>
                    <a:pt x="101" y="2187"/>
                    <a:pt x="195" y="2187"/>
                  </a:cubicBezTo>
                  <a:cubicBezTo>
                    <a:pt x="249" y="2187"/>
                    <a:pt x="302" y="2159"/>
                    <a:pt x="326" y="2093"/>
                  </a:cubicBezTo>
                  <a:cubicBezTo>
                    <a:pt x="577" y="1477"/>
                    <a:pt x="783" y="838"/>
                    <a:pt x="920" y="176"/>
                  </a:cubicBezTo>
                  <a:cubicBezTo>
                    <a:pt x="949" y="75"/>
                    <a:pt x="859" y="1"/>
                    <a:pt x="772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1" name="Google Shape;11291;g3b4d0c408d1_1_59"/>
            <p:cNvSpPr/>
            <p:nvPr/>
          </p:nvSpPr>
          <p:spPr>
            <a:xfrm>
              <a:off x="5464100" y="4208075"/>
              <a:ext cx="334850" cy="317675"/>
            </a:xfrm>
            <a:custGeom>
              <a:rect b="b" l="l" r="r" t="t"/>
              <a:pathLst>
                <a:path extrusionOk="0" h="12707" w="13394">
                  <a:moveTo>
                    <a:pt x="2027" y="792"/>
                  </a:moveTo>
                  <a:cubicBezTo>
                    <a:pt x="5450" y="1682"/>
                    <a:pt x="8783" y="2732"/>
                    <a:pt x="12115" y="3896"/>
                  </a:cubicBezTo>
                  <a:cubicBezTo>
                    <a:pt x="8212" y="6270"/>
                    <a:pt x="4423" y="8804"/>
                    <a:pt x="817" y="11588"/>
                  </a:cubicBezTo>
                  <a:cubicBezTo>
                    <a:pt x="1319" y="8027"/>
                    <a:pt x="1821" y="4467"/>
                    <a:pt x="2049" y="906"/>
                  </a:cubicBezTo>
                  <a:cubicBezTo>
                    <a:pt x="2049" y="860"/>
                    <a:pt x="2049" y="838"/>
                    <a:pt x="2027" y="792"/>
                  </a:cubicBezTo>
                  <a:close/>
                  <a:moveTo>
                    <a:pt x="1919" y="0"/>
                  </a:moveTo>
                  <a:cubicBezTo>
                    <a:pt x="1586" y="0"/>
                    <a:pt x="1459" y="471"/>
                    <a:pt x="1707" y="678"/>
                  </a:cubicBezTo>
                  <a:cubicBezTo>
                    <a:pt x="1616" y="701"/>
                    <a:pt x="1547" y="769"/>
                    <a:pt x="1547" y="860"/>
                  </a:cubicBezTo>
                  <a:cubicBezTo>
                    <a:pt x="954" y="4649"/>
                    <a:pt x="566" y="8484"/>
                    <a:pt x="18" y="12273"/>
                  </a:cubicBezTo>
                  <a:cubicBezTo>
                    <a:pt x="0" y="12483"/>
                    <a:pt x="158" y="12707"/>
                    <a:pt x="355" y="12707"/>
                  </a:cubicBezTo>
                  <a:cubicBezTo>
                    <a:pt x="415" y="12707"/>
                    <a:pt x="479" y="12686"/>
                    <a:pt x="543" y="12638"/>
                  </a:cubicBezTo>
                  <a:cubicBezTo>
                    <a:pt x="4560" y="9534"/>
                    <a:pt x="8760" y="6658"/>
                    <a:pt x="13165" y="4124"/>
                  </a:cubicBezTo>
                  <a:cubicBezTo>
                    <a:pt x="13371" y="3987"/>
                    <a:pt x="13394" y="3577"/>
                    <a:pt x="13120" y="3485"/>
                  </a:cubicBezTo>
                  <a:cubicBezTo>
                    <a:pt x="9490" y="2139"/>
                    <a:pt x="5770" y="997"/>
                    <a:pt x="2027" y="16"/>
                  </a:cubicBezTo>
                  <a:cubicBezTo>
                    <a:pt x="1989" y="5"/>
                    <a:pt x="1953" y="0"/>
                    <a:pt x="1919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2" name="Google Shape;11292;g3b4d0c408d1_1_59"/>
            <p:cNvSpPr/>
            <p:nvPr/>
          </p:nvSpPr>
          <p:spPr>
            <a:xfrm>
              <a:off x="5495775" y="4342975"/>
              <a:ext cx="376800" cy="309500"/>
            </a:xfrm>
            <a:custGeom>
              <a:rect b="b" l="l" r="r" t="t"/>
              <a:pathLst>
                <a:path extrusionOk="0" h="12380" w="15072">
                  <a:moveTo>
                    <a:pt x="12525" y="1060"/>
                  </a:moveTo>
                  <a:cubicBezTo>
                    <a:pt x="13211" y="1060"/>
                    <a:pt x="13706" y="2403"/>
                    <a:pt x="13930" y="2768"/>
                  </a:cubicBezTo>
                  <a:cubicBezTo>
                    <a:pt x="14546" y="3933"/>
                    <a:pt x="8201" y="7858"/>
                    <a:pt x="7242" y="8520"/>
                  </a:cubicBezTo>
                  <a:cubicBezTo>
                    <a:pt x="6055" y="9342"/>
                    <a:pt x="4868" y="10164"/>
                    <a:pt x="3681" y="10986"/>
                  </a:cubicBezTo>
                  <a:cubicBezTo>
                    <a:pt x="3388" y="11187"/>
                    <a:pt x="3129" y="11274"/>
                    <a:pt x="2897" y="11274"/>
                  </a:cubicBezTo>
                  <a:cubicBezTo>
                    <a:pt x="1977" y="11274"/>
                    <a:pt x="1485" y="9907"/>
                    <a:pt x="919" y="8977"/>
                  </a:cubicBezTo>
                  <a:cubicBezTo>
                    <a:pt x="2996" y="7402"/>
                    <a:pt x="5074" y="5827"/>
                    <a:pt x="7151" y="4252"/>
                  </a:cubicBezTo>
                  <a:cubicBezTo>
                    <a:pt x="8223" y="3453"/>
                    <a:pt x="9342" y="2700"/>
                    <a:pt x="10483" y="2038"/>
                  </a:cubicBezTo>
                  <a:cubicBezTo>
                    <a:pt x="11077" y="1696"/>
                    <a:pt x="11670" y="1399"/>
                    <a:pt x="12264" y="1125"/>
                  </a:cubicBezTo>
                  <a:cubicBezTo>
                    <a:pt x="12354" y="1080"/>
                    <a:pt x="12441" y="1060"/>
                    <a:pt x="12525" y="1060"/>
                  </a:cubicBezTo>
                  <a:close/>
                  <a:moveTo>
                    <a:pt x="12828" y="1"/>
                  </a:moveTo>
                  <a:cubicBezTo>
                    <a:pt x="11774" y="1"/>
                    <a:pt x="10261" y="1278"/>
                    <a:pt x="9525" y="1741"/>
                  </a:cubicBezTo>
                  <a:cubicBezTo>
                    <a:pt x="6215" y="3818"/>
                    <a:pt x="3248" y="6512"/>
                    <a:pt x="189" y="8908"/>
                  </a:cubicBezTo>
                  <a:cubicBezTo>
                    <a:pt x="1" y="9059"/>
                    <a:pt x="139" y="9365"/>
                    <a:pt x="334" y="9365"/>
                  </a:cubicBezTo>
                  <a:cubicBezTo>
                    <a:pt x="375" y="9365"/>
                    <a:pt x="419" y="9351"/>
                    <a:pt x="463" y="9319"/>
                  </a:cubicBezTo>
                  <a:cubicBezTo>
                    <a:pt x="486" y="9296"/>
                    <a:pt x="509" y="9274"/>
                    <a:pt x="531" y="9251"/>
                  </a:cubicBezTo>
                  <a:cubicBezTo>
                    <a:pt x="1125" y="10278"/>
                    <a:pt x="1741" y="11282"/>
                    <a:pt x="2426" y="12241"/>
                  </a:cubicBezTo>
                  <a:cubicBezTo>
                    <a:pt x="2485" y="12329"/>
                    <a:pt x="2582" y="12380"/>
                    <a:pt x="2680" y="12380"/>
                  </a:cubicBezTo>
                  <a:cubicBezTo>
                    <a:pt x="2734" y="12380"/>
                    <a:pt x="2788" y="12365"/>
                    <a:pt x="2837" y="12332"/>
                  </a:cubicBezTo>
                  <a:cubicBezTo>
                    <a:pt x="6991" y="9662"/>
                    <a:pt x="11396" y="6968"/>
                    <a:pt x="14934" y="3453"/>
                  </a:cubicBezTo>
                  <a:cubicBezTo>
                    <a:pt x="15071" y="3316"/>
                    <a:pt x="15048" y="3111"/>
                    <a:pt x="14957" y="2951"/>
                  </a:cubicBezTo>
                  <a:cubicBezTo>
                    <a:pt x="14592" y="2266"/>
                    <a:pt x="13930" y="212"/>
                    <a:pt x="13085" y="29"/>
                  </a:cubicBezTo>
                  <a:cubicBezTo>
                    <a:pt x="13003" y="10"/>
                    <a:pt x="12917" y="1"/>
                    <a:pt x="1282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3" name="Google Shape;11293;g3b4d0c408d1_1_59"/>
            <p:cNvSpPr/>
            <p:nvPr/>
          </p:nvSpPr>
          <p:spPr>
            <a:xfrm>
              <a:off x="5582050" y="4477650"/>
              <a:ext cx="376675" cy="310075"/>
            </a:xfrm>
            <a:custGeom>
              <a:rect b="b" l="l" r="r" t="t"/>
              <a:pathLst>
                <a:path extrusionOk="0" h="12403" w="15067">
                  <a:moveTo>
                    <a:pt x="12512" y="1065"/>
                  </a:moveTo>
                  <a:cubicBezTo>
                    <a:pt x="13207" y="1065"/>
                    <a:pt x="13721" y="2403"/>
                    <a:pt x="13925" y="2791"/>
                  </a:cubicBezTo>
                  <a:cubicBezTo>
                    <a:pt x="14542" y="3932"/>
                    <a:pt x="8196" y="7881"/>
                    <a:pt x="7238" y="8543"/>
                  </a:cubicBezTo>
                  <a:cubicBezTo>
                    <a:pt x="6051" y="9365"/>
                    <a:pt x="4864" y="10186"/>
                    <a:pt x="3677" y="11008"/>
                  </a:cubicBezTo>
                  <a:cubicBezTo>
                    <a:pt x="3383" y="11210"/>
                    <a:pt x="3124" y="11297"/>
                    <a:pt x="2893" y="11297"/>
                  </a:cubicBezTo>
                  <a:cubicBezTo>
                    <a:pt x="1973" y="11297"/>
                    <a:pt x="1480" y="9930"/>
                    <a:pt x="915" y="8999"/>
                  </a:cubicBezTo>
                  <a:cubicBezTo>
                    <a:pt x="2992" y="7425"/>
                    <a:pt x="5069" y="5850"/>
                    <a:pt x="7169" y="4275"/>
                  </a:cubicBezTo>
                  <a:cubicBezTo>
                    <a:pt x="8219" y="3453"/>
                    <a:pt x="9338" y="2723"/>
                    <a:pt x="10502" y="2038"/>
                  </a:cubicBezTo>
                  <a:cubicBezTo>
                    <a:pt x="11072" y="1718"/>
                    <a:pt x="11666" y="1422"/>
                    <a:pt x="12259" y="1125"/>
                  </a:cubicBezTo>
                  <a:cubicBezTo>
                    <a:pt x="12346" y="1084"/>
                    <a:pt x="12430" y="1065"/>
                    <a:pt x="12512" y="1065"/>
                  </a:cubicBezTo>
                  <a:close/>
                  <a:moveTo>
                    <a:pt x="12827" y="1"/>
                  </a:moveTo>
                  <a:cubicBezTo>
                    <a:pt x="11773" y="1"/>
                    <a:pt x="10258" y="1300"/>
                    <a:pt x="9520" y="1764"/>
                  </a:cubicBezTo>
                  <a:cubicBezTo>
                    <a:pt x="6233" y="3841"/>
                    <a:pt x="3266" y="6512"/>
                    <a:pt x="207" y="8931"/>
                  </a:cubicBezTo>
                  <a:cubicBezTo>
                    <a:pt x="0" y="9082"/>
                    <a:pt x="135" y="9388"/>
                    <a:pt x="329" y="9388"/>
                  </a:cubicBezTo>
                  <a:cubicBezTo>
                    <a:pt x="371" y="9388"/>
                    <a:pt x="415" y="9374"/>
                    <a:pt x="459" y="9342"/>
                  </a:cubicBezTo>
                  <a:cubicBezTo>
                    <a:pt x="481" y="9319"/>
                    <a:pt x="504" y="9296"/>
                    <a:pt x="550" y="9273"/>
                  </a:cubicBezTo>
                  <a:cubicBezTo>
                    <a:pt x="1120" y="10301"/>
                    <a:pt x="1737" y="11282"/>
                    <a:pt x="2421" y="12263"/>
                  </a:cubicBezTo>
                  <a:cubicBezTo>
                    <a:pt x="2480" y="12352"/>
                    <a:pt x="2577" y="12402"/>
                    <a:pt x="2676" y="12402"/>
                  </a:cubicBezTo>
                  <a:cubicBezTo>
                    <a:pt x="2730" y="12402"/>
                    <a:pt x="2784" y="12387"/>
                    <a:pt x="2832" y="12355"/>
                  </a:cubicBezTo>
                  <a:cubicBezTo>
                    <a:pt x="7009" y="9661"/>
                    <a:pt x="11392" y="6968"/>
                    <a:pt x="14930" y="3476"/>
                  </a:cubicBezTo>
                  <a:cubicBezTo>
                    <a:pt x="15067" y="3339"/>
                    <a:pt x="15067" y="3111"/>
                    <a:pt x="14975" y="2951"/>
                  </a:cubicBezTo>
                  <a:cubicBezTo>
                    <a:pt x="14587" y="2289"/>
                    <a:pt x="13925" y="235"/>
                    <a:pt x="13081" y="29"/>
                  </a:cubicBezTo>
                  <a:cubicBezTo>
                    <a:pt x="13000" y="10"/>
                    <a:pt x="12915" y="1"/>
                    <a:pt x="1282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94" name="Google Shape;11294;g3b4d0c408d1_1_59"/>
          <p:cNvGrpSpPr/>
          <p:nvPr/>
        </p:nvGrpSpPr>
        <p:grpSpPr>
          <a:xfrm rot="9456294">
            <a:off x="6849675" y="3273658"/>
            <a:ext cx="2306042" cy="512924"/>
            <a:chOff x="7051300" y="3461525"/>
            <a:chExt cx="2305988" cy="512912"/>
          </a:xfrm>
        </p:grpSpPr>
        <p:sp>
          <p:nvSpPr>
            <p:cNvPr id="11295" name="Google Shape;11295;g3b4d0c408d1_1_59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6" name="Google Shape;11296;g3b4d0c408d1_1_59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7" name="Google Shape;11297;g3b4d0c408d1_1_59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8" name="Google Shape;11298;g3b4d0c408d1_1_59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9" name="Google Shape;11299;g3b4d0c408d1_1_59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0" name="Google Shape;11300;g3b4d0c408d1_1_59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1" name="Google Shape;11301;g3b4d0c408d1_1_59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2" name="Google Shape;11302;g3b4d0c408d1_1_59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3" name="Google Shape;11303;g3b4d0c408d1_1_59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4" name="Google Shape;11304;g3b4d0c408d1_1_59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5" name="Google Shape;11305;g3b4d0c408d1_1_59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6" name="Google Shape;11306;g3b4d0c408d1_1_59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7" name="Google Shape;11307;g3b4d0c408d1_1_59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8" name="Google Shape;11308;g3b4d0c408d1_1_59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9" name="Google Shape;11309;g3b4d0c408d1_1_59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0" name="Google Shape;11310;g3b4d0c408d1_1_59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1" name="Google Shape;11311;g3b4d0c408d1_1_59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2" name="Google Shape;11312;g3b4d0c408d1_1_59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13" name="Google Shape;11313;g3b4d0c408d1_1_59"/>
          <p:cNvGrpSpPr/>
          <p:nvPr/>
        </p:nvGrpSpPr>
        <p:grpSpPr>
          <a:xfrm rot="854098">
            <a:off x="7782856" y="510397"/>
            <a:ext cx="639528" cy="438002"/>
            <a:chOff x="5501450" y="2545600"/>
            <a:chExt cx="639525" cy="438000"/>
          </a:xfrm>
        </p:grpSpPr>
        <p:sp>
          <p:nvSpPr>
            <p:cNvPr id="11314" name="Google Shape;11314;g3b4d0c408d1_1_59"/>
            <p:cNvSpPr/>
            <p:nvPr/>
          </p:nvSpPr>
          <p:spPr>
            <a:xfrm>
              <a:off x="5501450" y="2545600"/>
              <a:ext cx="639525" cy="438000"/>
            </a:xfrm>
            <a:custGeom>
              <a:rect b="b" l="l" r="r" t="t"/>
              <a:pathLst>
                <a:path extrusionOk="0" h="17520" w="25581">
                  <a:moveTo>
                    <a:pt x="2054" y="916"/>
                  </a:moveTo>
                  <a:cubicBezTo>
                    <a:pt x="4249" y="1273"/>
                    <a:pt x="6534" y="1376"/>
                    <a:pt x="8837" y="1376"/>
                  </a:cubicBezTo>
                  <a:cubicBezTo>
                    <a:pt x="11993" y="1376"/>
                    <a:pt x="15185" y="1183"/>
                    <a:pt x="18229" y="1183"/>
                  </a:cubicBezTo>
                  <a:cubicBezTo>
                    <a:pt x="18767" y="1183"/>
                    <a:pt x="19366" y="1142"/>
                    <a:pt x="19969" y="1142"/>
                  </a:cubicBezTo>
                  <a:cubicBezTo>
                    <a:pt x="21476" y="1142"/>
                    <a:pt x="23008" y="1398"/>
                    <a:pt x="23668" y="3189"/>
                  </a:cubicBezTo>
                  <a:cubicBezTo>
                    <a:pt x="24139" y="4443"/>
                    <a:pt x="23998" y="6292"/>
                    <a:pt x="24045" y="7625"/>
                  </a:cubicBezTo>
                  <a:cubicBezTo>
                    <a:pt x="24154" y="10242"/>
                    <a:pt x="24076" y="12876"/>
                    <a:pt x="23904" y="15493"/>
                  </a:cubicBezTo>
                  <a:cubicBezTo>
                    <a:pt x="19549" y="16044"/>
                    <a:pt x="15184" y="16308"/>
                    <a:pt x="10802" y="16308"/>
                  </a:cubicBezTo>
                  <a:cubicBezTo>
                    <a:pt x="9570" y="16308"/>
                    <a:pt x="8336" y="16287"/>
                    <a:pt x="7101" y="16246"/>
                  </a:cubicBezTo>
                  <a:cubicBezTo>
                    <a:pt x="5141" y="16167"/>
                    <a:pt x="2398" y="16543"/>
                    <a:pt x="1505" y="14036"/>
                  </a:cubicBezTo>
                  <a:cubicBezTo>
                    <a:pt x="1066" y="12782"/>
                    <a:pt x="1270" y="10916"/>
                    <a:pt x="1207" y="9600"/>
                  </a:cubicBezTo>
                  <a:cubicBezTo>
                    <a:pt x="1160" y="8659"/>
                    <a:pt x="235" y="1700"/>
                    <a:pt x="2054" y="916"/>
                  </a:cubicBezTo>
                  <a:close/>
                  <a:moveTo>
                    <a:pt x="1928" y="0"/>
                  </a:moveTo>
                  <a:cubicBezTo>
                    <a:pt x="478" y="0"/>
                    <a:pt x="29" y="2119"/>
                    <a:pt x="16" y="3518"/>
                  </a:cubicBezTo>
                  <a:cubicBezTo>
                    <a:pt x="0" y="5869"/>
                    <a:pt x="204" y="8252"/>
                    <a:pt x="282" y="10603"/>
                  </a:cubicBezTo>
                  <a:cubicBezTo>
                    <a:pt x="345" y="12139"/>
                    <a:pt x="157" y="14098"/>
                    <a:pt x="1003" y="15462"/>
                  </a:cubicBezTo>
                  <a:cubicBezTo>
                    <a:pt x="2119" y="17247"/>
                    <a:pt x="4806" y="17520"/>
                    <a:pt x="7212" y="17520"/>
                  </a:cubicBezTo>
                  <a:cubicBezTo>
                    <a:pt x="8268" y="17520"/>
                    <a:pt x="9269" y="17467"/>
                    <a:pt x="10061" y="17467"/>
                  </a:cubicBezTo>
                  <a:cubicBezTo>
                    <a:pt x="10126" y="17467"/>
                    <a:pt x="10189" y="17468"/>
                    <a:pt x="10251" y="17468"/>
                  </a:cubicBezTo>
                  <a:cubicBezTo>
                    <a:pt x="10550" y="17471"/>
                    <a:pt x="10848" y="17473"/>
                    <a:pt x="11146" y="17473"/>
                  </a:cubicBezTo>
                  <a:cubicBezTo>
                    <a:pt x="15785" y="17473"/>
                    <a:pt x="20422" y="17132"/>
                    <a:pt x="25016" y="16528"/>
                  </a:cubicBezTo>
                  <a:cubicBezTo>
                    <a:pt x="25581" y="16449"/>
                    <a:pt x="25549" y="15791"/>
                    <a:pt x="25189" y="15509"/>
                  </a:cubicBezTo>
                  <a:cubicBezTo>
                    <a:pt x="25440" y="11857"/>
                    <a:pt x="25534" y="8126"/>
                    <a:pt x="25110" y="4490"/>
                  </a:cubicBezTo>
                  <a:cubicBezTo>
                    <a:pt x="24907" y="2766"/>
                    <a:pt x="24515" y="995"/>
                    <a:pt x="22728" y="305"/>
                  </a:cubicBezTo>
                  <a:cubicBezTo>
                    <a:pt x="22098" y="64"/>
                    <a:pt x="21403" y="15"/>
                    <a:pt x="20716" y="15"/>
                  </a:cubicBezTo>
                  <a:cubicBezTo>
                    <a:pt x="20240" y="15"/>
                    <a:pt x="19769" y="38"/>
                    <a:pt x="19327" y="38"/>
                  </a:cubicBezTo>
                  <a:cubicBezTo>
                    <a:pt x="17132" y="38"/>
                    <a:pt x="14954" y="70"/>
                    <a:pt x="12759" y="70"/>
                  </a:cubicBezTo>
                  <a:cubicBezTo>
                    <a:pt x="12545" y="72"/>
                    <a:pt x="12330" y="73"/>
                    <a:pt x="12115" y="73"/>
                  </a:cubicBezTo>
                  <a:cubicBezTo>
                    <a:pt x="10641" y="73"/>
                    <a:pt x="9140" y="30"/>
                    <a:pt x="7640" y="30"/>
                  </a:cubicBezTo>
                  <a:cubicBezTo>
                    <a:pt x="6052" y="30"/>
                    <a:pt x="4466" y="78"/>
                    <a:pt x="2916" y="274"/>
                  </a:cubicBezTo>
                  <a:cubicBezTo>
                    <a:pt x="2544" y="84"/>
                    <a:pt x="2216" y="0"/>
                    <a:pt x="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5" name="Google Shape;11315;g3b4d0c408d1_1_59"/>
            <p:cNvSpPr/>
            <p:nvPr/>
          </p:nvSpPr>
          <p:spPr>
            <a:xfrm>
              <a:off x="5714775" y="2654925"/>
              <a:ext cx="280075" cy="257600"/>
            </a:xfrm>
            <a:custGeom>
              <a:rect b="b" l="l" r="r" t="t"/>
              <a:pathLst>
                <a:path extrusionOk="0" h="10304" w="11203">
                  <a:moveTo>
                    <a:pt x="652" y="289"/>
                  </a:moveTo>
                  <a:cubicBezTo>
                    <a:pt x="809" y="415"/>
                    <a:pt x="966" y="540"/>
                    <a:pt x="1138" y="650"/>
                  </a:cubicBezTo>
                  <a:cubicBezTo>
                    <a:pt x="1076" y="697"/>
                    <a:pt x="1044" y="775"/>
                    <a:pt x="1029" y="854"/>
                  </a:cubicBezTo>
                  <a:cubicBezTo>
                    <a:pt x="1029" y="1042"/>
                    <a:pt x="1044" y="1214"/>
                    <a:pt x="1044" y="1387"/>
                  </a:cubicBezTo>
                  <a:cubicBezTo>
                    <a:pt x="919" y="1449"/>
                    <a:pt x="825" y="1543"/>
                    <a:pt x="778" y="1669"/>
                  </a:cubicBezTo>
                  <a:cubicBezTo>
                    <a:pt x="746" y="1214"/>
                    <a:pt x="699" y="760"/>
                    <a:pt x="652" y="305"/>
                  </a:cubicBezTo>
                  <a:cubicBezTo>
                    <a:pt x="652" y="305"/>
                    <a:pt x="652" y="289"/>
                    <a:pt x="652" y="289"/>
                  </a:cubicBezTo>
                  <a:close/>
                  <a:moveTo>
                    <a:pt x="5778" y="4208"/>
                  </a:moveTo>
                  <a:lnTo>
                    <a:pt x="5778" y="4208"/>
                  </a:lnTo>
                  <a:cubicBezTo>
                    <a:pt x="6217" y="4333"/>
                    <a:pt x="6671" y="4443"/>
                    <a:pt x="7126" y="4521"/>
                  </a:cubicBezTo>
                  <a:cubicBezTo>
                    <a:pt x="7142" y="4537"/>
                    <a:pt x="7142" y="4537"/>
                    <a:pt x="7157" y="4553"/>
                  </a:cubicBezTo>
                  <a:cubicBezTo>
                    <a:pt x="6844" y="4725"/>
                    <a:pt x="6530" y="4913"/>
                    <a:pt x="6232" y="5101"/>
                  </a:cubicBezTo>
                  <a:cubicBezTo>
                    <a:pt x="6138" y="4804"/>
                    <a:pt x="5966" y="4490"/>
                    <a:pt x="5778" y="4208"/>
                  </a:cubicBezTo>
                  <a:close/>
                  <a:moveTo>
                    <a:pt x="840" y="2296"/>
                  </a:moveTo>
                  <a:lnTo>
                    <a:pt x="840" y="2296"/>
                  </a:lnTo>
                  <a:cubicBezTo>
                    <a:pt x="919" y="2672"/>
                    <a:pt x="1013" y="3032"/>
                    <a:pt x="1076" y="3393"/>
                  </a:cubicBezTo>
                  <a:cubicBezTo>
                    <a:pt x="1123" y="4694"/>
                    <a:pt x="1201" y="5995"/>
                    <a:pt x="1264" y="7280"/>
                  </a:cubicBezTo>
                  <a:cubicBezTo>
                    <a:pt x="1279" y="7500"/>
                    <a:pt x="1436" y="7641"/>
                    <a:pt x="1609" y="7688"/>
                  </a:cubicBezTo>
                  <a:cubicBezTo>
                    <a:pt x="1624" y="7923"/>
                    <a:pt x="1656" y="8142"/>
                    <a:pt x="1671" y="8377"/>
                  </a:cubicBezTo>
                  <a:cubicBezTo>
                    <a:pt x="1671" y="8503"/>
                    <a:pt x="1734" y="8612"/>
                    <a:pt x="1812" y="8706"/>
                  </a:cubicBezTo>
                  <a:cubicBezTo>
                    <a:pt x="1781" y="8753"/>
                    <a:pt x="1765" y="8801"/>
                    <a:pt x="1734" y="8848"/>
                  </a:cubicBezTo>
                  <a:cubicBezTo>
                    <a:pt x="1718" y="8910"/>
                    <a:pt x="1718" y="8957"/>
                    <a:pt x="1703" y="9004"/>
                  </a:cubicBezTo>
                  <a:cubicBezTo>
                    <a:pt x="1577" y="9130"/>
                    <a:pt x="1436" y="9239"/>
                    <a:pt x="1295" y="9365"/>
                  </a:cubicBezTo>
                  <a:cubicBezTo>
                    <a:pt x="1154" y="7014"/>
                    <a:pt x="1029" y="4647"/>
                    <a:pt x="840" y="2296"/>
                  </a:cubicBezTo>
                  <a:close/>
                  <a:moveTo>
                    <a:pt x="299" y="0"/>
                  </a:moveTo>
                  <a:cubicBezTo>
                    <a:pt x="146" y="0"/>
                    <a:pt x="0" y="102"/>
                    <a:pt x="10" y="305"/>
                  </a:cubicBezTo>
                  <a:cubicBezTo>
                    <a:pt x="88" y="3440"/>
                    <a:pt x="355" y="6575"/>
                    <a:pt x="574" y="9710"/>
                  </a:cubicBezTo>
                  <a:cubicBezTo>
                    <a:pt x="590" y="9866"/>
                    <a:pt x="684" y="9976"/>
                    <a:pt x="793" y="10023"/>
                  </a:cubicBezTo>
                  <a:cubicBezTo>
                    <a:pt x="841" y="10176"/>
                    <a:pt x="985" y="10303"/>
                    <a:pt x="1148" y="10303"/>
                  </a:cubicBezTo>
                  <a:cubicBezTo>
                    <a:pt x="1201" y="10303"/>
                    <a:pt x="1256" y="10289"/>
                    <a:pt x="1311" y="10258"/>
                  </a:cubicBezTo>
                  <a:cubicBezTo>
                    <a:pt x="1718" y="10070"/>
                    <a:pt x="2110" y="9851"/>
                    <a:pt x="2486" y="9647"/>
                  </a:cubicBezTo>
                  <a:cubicBezTo>
                    <a:pt x="2627" y="9631"/>
                    <a:pt x="2753" y="9569"/>
                    <a:pt x="2847" y="9475"/>
                  </a:cubicBezTo>
                  <a:cubicBezTo>
                    <a:pt x="2894" y="9427"/>
                    <a:pt x="2941" y="9396"/>
                    <a:pt x="2988" y="9349"/>
                  </a:cubicBezTo>
                  <a:cubicBezTo>
                    <a:pt x="5417" y="7938"/>
                    <a:pt x="7721" y="6199"/>
                    <a:pt x="10151" y="4819"/>
                  </a:cubicBezTo>
                  <a:cubicBezTo>
                    <a:pt x="10229" y="4757"/>
                    <a:pt x="10292" y="4694"/>
                    <a:pt x="10323" y="4615"/>
                  </a:cubicBezTo>
                  <a:cubicBezTo>
                    <a:pt x="10383" y="4639"/>
                    <a:pt x="10441" y="4649"/>
                    <a:pt x="10497" y="4649"/>
                  </a:cubicBezTo>
                  <a:cubicBezTo>
                    <a:pt x="10925" y="4649"/>
                    <a:pt x="11203" y="4024"/>
                    <a:pt x="10731" y="3816"/>
                  </a:cubicBezTo>
                  <a:cubicBezTo>
                    <a:pt x="9101" y="3032"/>
                    <a:pt x="7439" y="2296"/>
                    <a:pt x="5762" y="1606"/>
                  </a:cubicBezTo>
                  <a:cubicBezTo>
                    <a:pt x="4238" y="987"/>
                    <a:pt x="2525" y="34"/>
                    <a:pt x="860" y="34"/>
                  </a:cubicBezTo>
                  <a:cubicBezTo>
                    <a:pt x="796" y="34"/>
                    <a:pt x="732" y="36"/>
                    <a:pt x="668" y="39"/>
                  </a:cubicBezTo>
                  <a:cubicBezTo>
                    <a:pt x="621" y="39"/>
                    <a:pt x="590" y="70"/>
                    <a:pt x="558" y="117"/>
                  </a:cubicBezTo>
                  <a:cubicBezTo>
                    <a:pt x="492" y="39"/>
                    <a:pt x="39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19" name="Shape 1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20" name="Google Shape;11320;g3b4d0c408d1_1_105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21" name="Google Shape;11321;g3b4d0c408d1_1_105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2" name="Google Shape;11322;g3b4d0c408d1_1_105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23" name="Google Shape;11323;g3b4d0c408d1_1_105"/>
          <p:cNvSpPr txBox="1"/>
          <p:nvPr>
            <p:ph type="title"/>
          </p:nvPr>
        </p:nvSpPr>
        <p:spPr>
          <a:xfrm>
            <a:off x="5273700" y="156525"/>
            <a:ext cx="38703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Set contains value</a:t>
            </a:r>
            <a:endParaRPr/>
          </a:p>
        </p:txBody>
      </p:sp>
      <p:pic>
        <p:nvPicPr>
          <p:cNvPr id="11324" name="Google Shape;11324;g3b4d0c408d1_1_10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72738" y="1813825"/>
            <a:ext cx="7400925" cy="2343150"/>
          </a:xfrm>
          <a:prstGeom prst="rect">
            <a:avLst/>
          </a:prstGeom>
          <a:noFill/>
          <a:ln>
            <a:noFill/>
          </a:ln>
        </p:spPr>
      </p:pic>
      <p:sp>
        <p:nvSpPr>
          <p:cNvPr id="11325" name="Google Shape;11325;g3b4d0c408d1_1_105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check if a set contains a specific value using the </a:t>
            </a:r>
            <a:r>
              <a:rPr b="1" i="1" lang="en">
                <a:highlight>
                  <a:schemeClr val="accent6"/>
                </a:highlight>
              </a:rPr>
              <a:t>in</a:t>
            </a:r>
            <a:r>
              <a:rPr lang="en"/>
              <a:t> keyword.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29" name="Shape 1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30" name="Google Shape;11330;g3b4d0c408d1_1_133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31" name="Google Shape;11331;g3b4d0c408d1_1_13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2" name="Google Shape;11332;g3b4d0c408d1_1_13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33" name="Google Shape;11333;g3b4d0c408d1_1_133"/>
          <p:cNvSpPr txBox="1"/>
          <p:nvPr>
            <p:ph type="title"/>
          </p:nvPr>
        </p:nvSpPr>
        <p:spPr>
          <a:xfrm>
            <a:off x="4471800" y="156525"/>
            <a:ext cx="46722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Set contains value: answer</a:t>
            </a:r>
            <a:endParaRPr/>
          </a:p>
        </p:txBody>
      </p:sp>
      <p:pic>
        <p:nvPicPr>
          <p:cNvPr id="11334" name="Google Shape;11334;g3b4d0c408d1_1_1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72738" y="1813825"/>
            <a:ext cx="7400925" cy="2343150"/>
          </a:xfrm>
          <a:prstGeom prst="rect">
            <a:avLst/>
          </a:prstGeom>
          <a:noFill/>
          <a:ln>
            <a:noFill/>
          </a:ln>
        </p:spPr>
      </p:pic>
      <p:sp>
        <p:nvSpPr>
          <p:cNvPr id="11335" name="Google Shape;11335;g3b4d0c408d1_1_133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check if a set contains a specific value using the </a:t>
            </a:r>
            <a:r>
              <a:rPr b="1" i="1" lang="en">
                <a:highlight>
                  <a:schemeClr val="accent6"/>
                </a:highlight>
              </a:rPr>
              <a:t>in</a:t>
            </a:r>
            <a:r>
              <a:rPr lang="en"/>
              <a:t> keyword.</a:t>
            </a:r>
            <a:endParaRPr/>
          </a:p>
        </p:txBody>
      </p:sp>
      <p:pic>
        <p:nvPicPr>
          <p:cNvPr id="11336" name="Google Shape;11336;g3b4d0c408d1_1_13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72750" y="4156975"/>
            <a:ext cx="6758335" cy="681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40" name="Shape 1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41" name="Google Shape;11341;g3b4d0c408d1_2_3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42" name="Google Shape;11342;g3b4d0c408d1_2_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3" name="Google Shape;11343;g3b4d0c408d1_2_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44" name="Google Shape;11344;g3b4d0c408d1_2_3"/>
          <p:cNvSpPr txBox="1"/>
          <p:nvPr>
            <p:ph type="title"/>
          </p:nvPr>
        </p:nvSpPr>
        <p:spPr>
          <a:xfrm>
            <a:off x="5273700" y="156525"/>
            <a:ext cx="38703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Combining Sets</a:t>
            </a:r>
            <a:endParaRPr/>
          </a:p>
        </p:txBody>
      </p:sp>
      <p:sp>
        <p:nvSpPr>
          <p:cNvPr id="11345" name="Google Shape;11345;g3b4d0c408d1_2_3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combine two sets using the </a:t>
            </a:r>
            <a:r>
              <a:rPr b="1" i="1" lang="en">
                <a:highlight>
                  <a:schemeClr val="accent6"/>
                </a:highlight>
              </a:rPr>
              <a:t>|</a:t>
            </a:r>
            <a:r>
              <a:rPr lang="en"/>
              <a:t> operator.</a:t>
            </a:r>
            <a:endParaRPr/>
          </a:p>
        </p:txBody>
      </p:sp>
      <p:pic>
        <p:nvPicPr>
          <p:cNvPr id="11346" name="Google Shape;11346;g3b4d0c408d1_2_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8150" y="2373825"/>
            <a:ext cx="8706001" cy="1226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50" name="Shape 1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51" name="Google Shape;11351;g3b4d0c408d1_2_13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52" name="Google Shape;11352;g3b4d0c408d1_2_1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3" name="Google Shape;11353;g3b4d0c408d1_2_1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4" name="Google Shape;11354;g3b4d0c408d1_2_13"/>
          <p:cNvSpPr txBox="1"/>
          <p:nvPr>
            <p:ph type="title"/>
          </p:nvPr>
        </p:nvSpPr>
        <p:spPr>
          <a:xfrm>
            <a:off x="5011625" y="156525"/>
            <a:ext cx="41325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Combining Sets: answer</a:t>
            </a:r>
            <a:endParaRPr/>
          </a:p>
        </p:txBody>
      </p:sp>
      <p:sp>
        <p:nvSpPr>
          <p:cNvPr id="11355" name="Google Shape;11355;g3b4d0c408d1_2_13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combine two sets using the </a:t>
            </a:r>
            <a:r>
              <a:rPr b="1" i="1" lang="en">
                <a:highlight>
                  <a:schemeClr val="accent6"/>
                </a:highlight>
              </a:rPr>
              <a:t>|</a:t>
            </a:r>
            <a:r>
              <a:rPr lang="en"/>
              <a:t> operator.</a:t>
            </a:r>
            <a:endParaRPr/>
          </a:p>
        </p:txBody>
      </p:sp>
      <p:pic>
        <p:nvPicPr>
          <p:cNvPr id="11356" name="Google Shape;11356;g3b4d0c408d1_2_1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8150" y="2373825"/>
            <a:ext cx="8706001" cy="1226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57" name="Google Shape;11357;g3b4d0c408d1_2_1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38150" y="3599825"/>
            <a:ext cx="8706001" cy="406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61" name="Shape 1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2" name="Google Shape;11362;g3b4d0c408d1_2_23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63" name="Google Shape;11363;g3b4d0c408d1_2_2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4" name="Google Shape;11364;g3b4d0c408d1_2_2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65" name="Google Shape;11365;g3b4d0c408d1_2_23"/>
          <p:cNvSpPr txBox="1"/>
          <p:nvPr>
            <p:ph type="title"/>
          </p:nvPr>
        </p:nvSpPr>
        <p:spPr>
          <a:xfrm>
            <a:off x="4000500" y="156525"/>
            <a:ext cx="51435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Finding Common Set Elements</a:t>
            </a:r>
            <a:endParaRPr/>
          </a:p>
        </p:txBody>
      </p:sp>
      <p:sp>
        <p:nvSpPr>
          <p:cNvPr id="11366" name="Google Shape;11366;g3b4d0c408d1_2_23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combine two sets using the </a:t>
            </a:r>
            <a:r>
              <a:rPr b="1" i="1" lang="en">
                <a:highlight>
                  <a:schemeClr val="accent6"/>
                </a:highlight>
              </a:rPr>
              <a:t>&amp;</a:t>
            </a:r>
            <a:r>
              <a:rPr lang="en"/>
              <a:t> </a:t>
            </a:r>
            <a:r>
              <a:rPr lang="en"/>
              <a:t>operator.</a:t>
            </a:r>
            <a:endParaRPr/>
          </a:p>
        </p:txBody>
      </p:sp>
      <p:pic>
        <p:nvPicPr>
          <p:cNvPr id="11367" name="Google Shape;11367;g3b4d0c408d1_2_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0825" y="2373825"/>
            <a:ext cx="7410450" cy="1200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71" name="Shape 11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72" name="Google Shape;11372;g3b4d0c408d1_2_33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73" name="Google Shape;11373;g3b4d0c408d1_2_3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4" name="Google Shape;11374;g3b4d0c408d1_2_3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75" name="Google Shape;11375;g3b4d0c408d1_2_33"/>
          <p:cNvSpPr txBox="1"/>
          <p:nvPr>
            <p:ph type="title"/>
          </p:nvPr>
        </p:nvSpPr>
        <p:spPr>
          <a:xfrm>
            <a:off x="2542450" y="156525"/>
            <a:ext cx="66015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Finding Common Set Elements: answer</a:t>
            </a:r>
            <a:endParaRPr/>
          </a:p>
        </p:txBody>
      </p:sp>
      <p:sp>
        <p:nvSpPr>
          <p:cNvPr id="11376" name="Google Shape;11376;g3b4d0c408d1_2_33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combine two sets using the </a:t>
            </a:r>
            <a:r>
              <a:rPr b="1" i="1" lang="en">
                <a:highlight>
                  <a:schemeClr val="accent6"/>
                </a:highlight>
              </a:rPr>
              <a:t>&amp;</a:t>
            </a:r>
            <a:r>
              <a:rPr lang="en"/>
              <a:t> operator.</a:t>
            </a:r>
            <a:endParaRPr/>
          </a:p>
        </p:txBody>
      </p:sp>
      <p:pic>
        <p:nvPicPr>
          <p:cNvPr id="11377" name="Google Shape;11377;g3b4d0c408d1_2_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0825" y="2373825"/>
            <a:ext cx="7410450" cy="12001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78" name="Google Shape;11378;g3b4d0c408d1_2_3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30825" y="3573975"/>
            <a:ext cx="7410450" cy="400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82" name="Shape 11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83" name="Google Shape;11383;g3b4d0c408d1_4_0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84" name="Google Shape;11384;g3b4d0c408d1_4_0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5" name="Google Shape;11385;g3b4d0c408d1_4_0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86" name="Google Shape;11386;g3b4d0c408d1_4_0"/>
          <p:cNvSpPr txBox="1"/>
          <p:nvPr>
            <p:ph type="title"/>
          </p:nvPr>
        </p:nvSpPr>
        <p:spPr>
          <a:xfrm>
            <a:off x="4000500" y="156525"/>
            <a:ext cx="51435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Finding Unique Set Elements</a:t>
            </a:r>
            <a:endParaRPr/>
          </a:p>
        </p:txBody>
      </p:sp>
      <p:sp>
        <p:nvSpPr>
          <p:cNvPr id="11387" name="Google Shape;11387;g3b4d0c408d1_4_0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find unique set elements </a:t>
            </a:r>
            <a:r>
              <a:rPr lang="en"/>
              <a:t>u</a:t>
            </a:r>
            <a:r>
              <a:rPr lang="en"/>
              <a:t>sing the </a:t>
            </a:r>
            <a:r>
              <a:rPr b="1" i="1" lang="en">
                <a:highlight>
                  <a:schemeClr val="accent6"/>
                </a:highlight>
              </a:rPr>
              <a:t>-</a:t>
            </a:r>
            <a:r>
              <a:rPr lang="en"/>
              <a:t> operator.This tells us which values from the first set are not in the second set</a:t>
            </a:r>
            <a:endParaRPr/>
          </a:p>
        </p:txBody>
      </p:sp>
      <p:pic>
        <p:nvPicPr>
          <p:cNvPr id="11388" name="Google Shape;11388;g3b4d0c408d1_4_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0825" y="2093950"/>
            <a:ext cx="7400925" cy="165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92" name="Shape 1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93" name="Google Shape;11393;g3b4d0c408d1_4_11"/>
          <p:cNvGrpSpPr/>
          <p:nvPr/>
        </p:nvGrpSpPr>
        <p:grpSpPr>
          <a:xfrm>
            <a:off x="5868996" y="536800"/>
            <a:ext cx="3275148" cy="176025"/>
            <a:chOff x="4345425" y="2175475"/>
            <a:chExt cx="800750" cy="176025"/>
          </a:xfrm>
        </p:grpSpPr>
        <p:sp>
          <p:nvSpPr>
            <p:cNvPr id="11394" name="Google Shape;11394;g3b4d0c408d1_4_1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5" name="Google Shape;11395;g3b4d0c408d1_4_1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96" name="Google Shape;11396;g3b4d0c408d1_4_11"/>
          <p:cNvSpPr txBox="1"/>
          <p:nvPr>
            <p:ph type="title"/>
          </p:nvPr>
        </p:nvSpPr>
        <p:spPr>
          <a:xfrm>
            <a:off x="2813550" y="156525"/>
            <a:ext cx="6330600" cy="4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Finding Unique Set Elements: answer</a:t>
            </a:r>
            <a:endParaRPr/>
          </a:p>
        </p:txBody>
      </p:sp>
      <p:sp>
        <p:nvSpPr>
          <p:cNvPr id="11397" name="Google Shape;11397;g3b4d0c408d1_4_11"/>
          <p:cNvSpPr txBox="1"/>
          <p:nvPr>
            <p:ph idx="1" type="subTitle"/>
          </p:nvPr>
        </p:nvSpPr>
        <p:spPr>
          <a:xfrm>
            <a:off x="373628" y="958725"/>
            <a:ext cx="8505600" cy="14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We can find unique set elements using the </a:t>
            </a:r>
            <a:r>
              <a:rPr b="1" i="1" lang="en">
                <a:highlight>
                  <a:schemeClr val="accent6"/>
                </a:highlight>
              </a:rPr>
              <a:t>-</a:t>
            </a:r>
            <a:r>
              <a:rPr lang="en"/>
              <a:t> operator.This tells us which values from the first set are not in the second set</a:t>
            </a:r>
            <a:endParaRPr/>
          </a:p>
        </p:txBody>
      </p:sp>
      <p:pic>
        <p:nvPicPr>
          <p:cNvPr id="11398" name="Google Shape;11398;g3b4d0c408d1_4_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0825" y="2093950"/>
            <a:ext cx="7400925" cy="1657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9" name="Google Shape;11399;g3b4d0c408d1_4_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30825" y="3751300"/>
            <a:ext cx="7400925" cy="676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03" name="Shape 11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4" name="Google Shape;11404;p20"/>
          <p:cNvSpPr txBox="1"/>
          <p:nvPr>
            <p:ph type="title"/>
          </p:nvPr>
        </p:nvSpPr>
        <p:spPr>
          <a:xfrm>
            <a:off x="1378050" y="2344775"/>
            <a:ext cx="66237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Review</a:t>
            </a:r>
            <a:endParaRPr/>
          </a:p>
        </p:txBody>
      </p:sp>
      <p:sp>
        <p:nvSpPr>
          <p:cNvPr id="11405" name="Google Shape;11405;p20"/>
          <p:cNvSpPr txBox="1"/>
          <p:nvPr>
            <p:ph idx="2" type="title"/>
          </p:nvPr>
        </p:nvSpPr>
        <p:spPr>
          <a:xfrm>
            <a:off x="3843750" y="1322001"/>
            <a:ext cx="1456500" cy="8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</a:pPr>
            <a:r>
              <a:rPr lang="en"/>
              <a:t>5</a:t>
            </a:r>
            <a:endParaRPr/>
          </a:p>
        </p:txBody>
      </p:sp>
      <p:grpSp>
        <p:nvGrpSpPr>
          <p:cNvPr id="11406" name="Google Shape;11406;p20"/>
          <p:cNvGrpSpPr/>
          <p:nvPr/>
        </p:nvGrpSpPr>
        <p:grpSpPr>
          <a:xfrm>
            <a:off x="3928443" y="2086030"/>
            <a:ext cx="1287126" cy="176025"/>
            <a:chOff x="4345425" y="2175475"/>
            <a:chExt cx="800750" cy="176025"/>
          </a:xfrm>
        </p:grpSpPr>
        <p:sp>
          <p:nvSpPr>
            <p:cNvPr id="11407" name="Google Shape;11407;p20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8" name="Google Shape;11408;p20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09" name="Google Shape;11409;p20"/>
          <p:cNvGrpSpPr/>
          <p:nvPr/>
        </p:nvGrpSpPr>
        <p:grpSpPr>
          <a:xfrm>
            <a:off x="1541738" y="3108974"/>
            <a:ext cx="6053350" cy="176025"/>
            <a:chOff x="4345425" y="2175475"/>
            <a:chExt cx="800750" cy="176025"/>
          </a:xfrm>
        </p:grpSpPr>
        <p:sp>
          <p:nvSpPr>
            <p:cNvPr id="11410" name="Google Shape;11410;p20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1" name="Google Shape;11411;p20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12" name="Google Shape;11412;p20"/>
          <p:cNvGrpSpPr/>
          <p:nvPr/>
        </p:nvGrpSpPr>
        <p:grpSpPr>
          <a:xfrm flipH="1" rot="372491">
            <a:off x="1097518" y="3478413"/>
            <a:ext cx="595061" cy="675849"/>
            <a:chOff x="5464100" y="4208075"/>
            <a:chExt cx="494625" cy="579650"/>
          </a:xfrm>
        </p:grpSpPr>
        <p:sp>
          <p:nvSpPr>
            <p:cNvPr id="11413" name="Google Shape;11413;p20"/>
            <p:cNvSpPr/>
            <p:nvPr/>
          </p:nvSpPr>
          <p:spPr>
            <a:xfrm>
              <a:off x="5594650" y="4504850"/>
              <a:ext cx="341250" cy="255800"/>
            </a:xfrm>
            <a:custGeom>
              <a:rect b="b" l="l" r="r" t="t"/>
              <a:pathLst>
                <a:path extrusionOk="0" h="10232" w="13650">
                  <a:moveTo>
                    <a:pt x="11619" y="0"/>
                  </a:moveTo>
                  <a:cubicBezTo>
                    <a:pt x="11538" y="0"/>
                    <a:pt x="11454" y="19"/>
                    <a:pt x="11367" y="60"/>
                  </a:cubicBezTo>
                  <a:cubicBezTo>
                    <a:pt x="10774" y="356"/>
                    <a:pt x="10157" y="653"/>
                    <a:pt x="9587" y="973"/>
                  </a:cubicBezTo>
                  <a:cubicBezTo>
                    <a:pt x="8423" y="1657"/>
                    <a:pt x="7327" y="2388"/>
                    <a:pt x="6254" y="3209"/>
                  </a:cubicBezTo>
                  <a:cubicBezTo>
                    <a:pt x="4177" y="4784"/>
                    <a:pt x="2100" y="6359"/>
                    <a:pt x="0" y="7934"/>
                  </a:cubicBezTo>
                  <a:cubicBezTo>
                    <a:pt x="584" y="8864"/>
                    <a:pt x="1080" y="10231"/>
                    <a:pt x="2001" y="10231"/>
                  </a:cubicBezTo>
                  <a:cubicBezTo>
                    <a:pt x="2232" y="10231"/>
                    <a:pt x="2491" y="10145"/>
                    <a:pt x="2785" y="9943"/>
                  </a:cubicBezTo>
                  <a:cubicBezTo>
                    <a:pt x="3972" y="9121"/>
                    <a:pt x="5159" y="8300"/>
                    <a:pt x="6323" y="7478"/>
                  </a:cubicBezTo>
                  <a:cubicBezTo>
                    <a:pt x="7281" y="6816"/>
                    <a:pt x="13650" y="2867"/>
                    <a:pt x="13011" y="1726"/>
                  </a:cubicBezTo>
                  <a:cubicBezTo>
                    <a:pt x="12806" y="1338"/>
                    <a:pt x="12310" y="0"/>
                    <a:pt x="11619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4" name="Google Shape;11414;p20"/>
            <p:cNvSpPr/>
            <p:nvPr/>
          </p:nvSpPr>
          <p:spPr>
            <a:xfrm>
              <a:off x="5518750" y="4363750"/>
              <a:ext cx="340700" cy="255675"/>
            </a:xfrm>
            <a:custGeom>
              <a:rect b="b" l="l" r="r" t="t"/>
              <a:pathLst>
                <a:path extrusionOk="0" h="10227" w="13628">
                  <a:moveTo>
                    <a:pt x="11606" y="0"/>
                  </a:moveTo>
                  <a:cubicBezTo>
                    <a:pt x="11522" y="0"/>
                    <a:pt x="11435" y="21"/>
                    <a:pt x="11345" y="66"/>
                  </a:cubicBezTo>
                  <a:cubicBezTo>
                    <a:pt x="10751" y="362"/>
                    <a:pt x="10158" y="659"/>
                    <a:pt x="9587" y="979"/>
                  </a:cubicBezTo>
                  <a:cubicBezTo>
                    <a:pt x="8423" y="1664"/>
                    <a:pt x="7304" y="2394"/>
                    <a:pt x="6232" y="3216"/>
                  </a:cubicBezTo>
                  <a:cubicBezTo>
                    <a:pt x="4155" y="4791"/>
                    <a:pt x="2077" y="6343"/>
                    <a:pt x="0" y="7940"/>
                  </a:cubicBezTo>
                  <a:cubicBezTo>
                    <a:pt x="563" y="8867"/>
                    <a:pt x="1054" y="10226"/>
                    <a:pt x="1967" y="10226"/>
                  </a:cubicBezTo>
                  <a:cubicBezTo>
                    <a:pt x="2201" y="10226"/>
                    <a:pt x="2464" y="10136"/>
                    <a:pt x="2762" y="9926"/>
                  </a:cubicBezTo>
                  <a:cubicBezTo>
                    <a:pt x="3949" y="9127"/>
                    <a:pt x="5136" y="8306"/>
                    <a:pt x="6323" y="7484"/>
                  </a:cubicBezTo>
                  <a:cubicBezTo>
                    <a:pt x="7282" y="6822"/>
                    <a:pt x="13627" y="2873"/>
                    <a:pt x="13011" y="1732"/>
                  </a:cubicBezTo>
                  <a:cubicBezTo>
                    <a:pt x="12787" y="1346"/>
                    <a:pt x="12292" y="0"/>
                    <a:pt x="11606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5" name="Google Shape;11415;p20"/>
            <p:cNvSpPr/>
            <p:nvPr/>
          </p:nvSpPr>
          <p:spPr>
            <a:xfrm>
              <a:off x="5475950" y="4235275"/>
              <a:ext cx="281925" cy="269375"/>
            </a:xfrm>
            <a:custGeom>
              <a:rect b="b" l="l" r="r" t="t"/>
              <a:pathLst>
                <a:path extrusionOk="0" h="10775" w="11277">
                  <a:moveTo>
                    <a:pt x="1210" y="1"/>
                  </a:moveTo>
                  <a:cubicBezTo>
                    <a:pt x="1233" y="23"/>
                    <a:pt x="1233" y="46"/>
                    <a:pt x="1233" y="92"/>
                  </a:cubicBezTo>
                  <a:cubicBezTo>
                    <a:pt x="1005" y="3653"/>
                    <a:pt x="503" y="7213"/>
                    <a:pt x="0" y="10774"/>
                  </a:cubicBezTo>
                  <a:cubicBezTo>
                    <a:pt x="3607" y="7989"/>
                    <a:pt x="7396" y="5456"/>
                    <a:pt x="11276" y="3082"/>
                  </a:cubicBezTo>
                  <a:cubicBezTo>
                    <a:pt x="7967" y="1918"/>
                    <a:pt x="4634" y="868"/>
                    <a:pt x="1210" y="1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6" name="Google Shape;11416;p20"/>
            <p:cNvSpPr/>
            <p:nvPr/>
          </p:nvSpPr>
          <p:spPr>
            <a:xfrm>
              <a:off x="5717000" y="4421125"/>
              <a:ext cx="42000" cy="94525"/>
            </a:xfrm>
            <a:custGeom>
              <a:rect b="b" l="l" r="r" t="t"/>
              <a:pathLst>
                <a:path extrusionOk="0" h="3781" w="1680">
                  <a:moveTo>
                    <a:pt x="1497" y="0"/>
                  </a:moveTo>
                  <a:cubicBezTo>
                    <a:pt x="1449" y="0"/>
                    <a:pt x="1398" y="23"/>
                    <a:pt x="1360" y="76"/>
                  </a:cubicBezTo>
                  <a:cubicBezTo>
                    <a:pt x="676" y="1103"/>
                    <a:pt x="265" y="2404"/>
                    <a:pt x="14" y="3614"/>
                  </a:cubicBezTo>
                  <a:cubicBezTo>
                    <a:pt x="0" y="3720"/>
                    <a:pt x="80" y="3780"/>
                    <a:pt x="162" y="3780"/>
                  </a:cubicBezTo>
                  <a:cubicBezTo>
                    <a:pt x="221" y="3780"/>
                    <a:pt x="282" y="3749"/>
                    <a:pt x="310" y="3683"/>
                  </a:cubicBezTo>
                  <a:cubicBezTo>
                    <a:pt x="698" y="2496"/>
                    <a:pt x="1201" y="1377"/>
                    <a:pt x="1634" y="213"/>
                  </a:cubicBezTo>
                  <a:cubicBezTo>
                    <a:pt x="1680" y="91"/>
                    <a:pt x="1594" y="0"/>
                    <a:pt x="1497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7" name="Google Shape;11417;p20"/>
            <p:cNvSpPr/>
            <p:nvPr/>
          </p:nvSpPr>
          <p:spPr>
            <a:xfrm>
              <a:off x="5750000" y="4392700"/>
              <a:ext cx="46925" cy="98950"/>
            </a:xfrm>
            <a:custGeom>
              <a:rect b="b" l="l" r="r" t="t"/>
              <a:pathLst>
                <a:path extrusionOk="0" h="3958" w="1877">
                  <a:moveTo>
                    <a:pt x="1669" y="1"/>
                  </a:moveTo>
                  <a:cubicBezTo>
                    <a:pt x="1627" y="1"/>
                    <a:pt x="1584" y="22"/>
                    <a:pt x="1547" y="72"/>
                  </a:cubicBezTo>
                  <a:cubicBezTo>
                    <a:pt x="771" y="1122"/>
                    <a:pt x="360" y="2446"/>
                    <a:pt x="40" y="3701"/>
                  </a:cubicBezTo>
                  <a:cubicBezTo>
                    <a:pt x="0" y="3860"/>
                    <a:pt x="130" y="3958"/>
                    <a:pt x="259" y="3958"/>
                  </a:cubicBezTo>
                  <a:cubicBezTo>
                    <a:pt x="353" y="3958"/>
                    <a:pt x="445" y="3907"/>
                    <a:pt x="474" y="3792"/>
                  </a:cubicBezTo>
                  <a:cubicBezTo>
                    <a:pt x="816" y="2560"/>
                    <a:pt x="1410" y="1464"/>
                    <a:pt x="1843" y="277"/>
                  </a:cubicBezTo>
                  <a:cubicBezTo>
                    <a:pt x="1877" y="145"/>
                    <a:pt x="1778" y="1"/>
                    <a:pt x="1669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8" name="Google Shape;11418;p20"/>
            <p:cNvSpPr/>
            <p:nvPr/>
          </p:nvSpPr>
          <p:spPr>
            <a:xfrm>
              <a:off x="5795175" y="4403700"/>
              <a:ext cx="30450" cy="52625"/>
            </a:xfrm>
            <a:custGeom>
              <a:rect b="b" l="l" r="r" t="t"/>
              <a:pathLst>
                <a:path extrusionOk="0" h="2105" w="1218">
                  <a:moveTo>
                    <a:pt x="977" y="1"/>
                  </a:moveTo>
                  <a:cubicBezTo>
                    <a:pt x="935" y="1"/>
                    <a:pt x="893" y="14"/>
                    <a:pt x="858" y="43"/>
                  </a:cubicBezTo>
                  <a:cubicBezTo>
                    <a:pt x="356" y="522"/>
                    <a:pt x="105" y="1138"/>
                    <a:pt x="14" y="1800"/>
                  </a:cubicBezTo>
                  <a:cubicBezTo>
                    <a:pt x="0" y="1988"/>
                    <a:pt x="160" y="2104"/>
                    <a:pt x="303" y="2104"/>
                  </a:cubicBezTo>
                  <a:cubicBezTo>
                    <a:pt x="404" y="2104"/>
                    <a:pt x="497" y="2046"/>
                    <a:pt x="516" y="1914"/>
                  </a:cubicBezTo>
                  <a:cubicBezTo>
                    <a:pt x="607" y="1321"/>
                    <a:pt x="835" y="773"/>
                    <a:pt x="1132" y="248"/>
                  </a:cubicBezTo>
                  <a:cubicBezTo>
                    <a:pt x="1217" y="112"/>
                    <a:pt x="1099" y="1"/>
                    <a:pt x="97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9" name="Google Shape;11419;p20"/>
            <p:cNvSpPr/>
            <p:nvPr/>
          </p:nvSpPr>
          <p:spPr>
            <a:xfrm>
              <a:off x="5783525" y="4580275"/>
              <a:ext cx="38225" cy="81675"/>
            </a:xfrm>
            <a:custGeom>
              <a:rect b="b" l="l" r="r" t="t"/>
              <a:pathLst>
                <a:path extrusionOk="0" h="3267" w="1529">
                  <a:moveTo>
                    <a:pt x="1258" y="1"/>
                  </a:moveTo>
                  <a:cubicBezTo>
                    <a:pt x="1191" y="1"/>
                    <a:pt x="1127" y="31"/>
                    <a:pt x="1096" y="101"/>
                  </a:cubicBezTo>
                  <a:cubicBezTo>
                    <a:pt x="845" y="649"/>
                    <a:pt x="617" y="1197"/>
                    <a:pt x="411" y="1745"/>
                  </a:cubicBezTo>
                  <a:cubicBezTo>
                    <a:pt x="251" y="2201"/>
                    <a:pt x="0" y="2680"/>
                    <a:pt x="23" y="3160"/>
                  </a:cubicBezTo>
                  <a:cubicBezTo>
                    <a:pt x="23" y="3231"/>
                    <a:pt x="77" y="3267"/>
                    <a:pt x="133" y="3267"/>
                  </a:cubicBezTo>
                  <a:cubicBezTo>
                    <a:pt x="168" y="3267"/>
                    <a:pt x="203" y="3254"/>
                    <a:pt x="229" y="3228"/>
                  </a:cubicBezTo>
                  <a:cubicBezTo>
                    <a:pt x="594" y="2863"/>
                    <a:pt x="754" y="2270"/>
                    <a:pt x="936" y="1790"/>
                  </a:cubicBezTo>
                  <a:cubicBezTo>
                    <a:pt x="1142" y="1288"/>
                    <a:pt x="1324" y="763"/>
                    <a:pt x="1484" y="261"/>
                  </a:cubicBezTo>
                  <a:cubicBezTo>
                    <a:pt x="1529" y="111"/>
                    <a:pt x="1387" y="1"/>
                    <a:pt x="125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0" name="Google Shape;11420;p20"/>
            <p:cNvSpPr/>
            <p:nvPr/>
          </p:nvSpPr>
          <p:spPr>
            <a:xfrm>
              <a:off x="5824600" y="4544075"/>
              <a:ext cx="49675" cy="96575"/>
            </a:xfrm>
            <a:custGeom>
              <a:rect b="b" l="l" r="r" t="t"/>
              <a:pathLst>
                <a:path extrusionOk="0" h="3863" w="1987">
                  <a:moveTo>
                    <a:pt x="1601" y="1"/>
                  </a:moveTo>
                  <a:cubicBezTo>
                    <a:pt x="1166" y="1"/>
                    <a:pt x="939" y="623"/>
                    <a:pt x="800" y="1001"/>
                  </a:cubicBezTo>
                  <a:cubicBezTo>
                    <a:pt x="457" y="1846"/>
                    <a:pt x="115" y="2759"/>
                    <a:pt x="1" y="3672"/>
                  </a:cubicBezTo>
                  <a:cubicBezTo>
                    <a:pt x="1" y="3777"/>
                    <a:pt x="100" y="3863"/>
                    <a:pt x="188" y="3863"/>
                  </a:cubicBezTo>
                  <a:cubicBezTo>
                    <a:pt x="233" y="3863"/>
                    <a:pt x="274" y="3840"/>
                    <a:pt x="297" y="3786"/>
                  </a:cubicBezTo>
                  <a:cubicBezTo>
                    <a:pt x="526" y="3215"/>
                    <a:pt x="708" y="2645"/>
                    <a:pt x="914" y="2074"/>
                  </a:cubicBezTo>
                  <a:cubicBezTo>
                    <a:pt x="1028" y="1823"/>
                    <a:pt x="1439" y="385"/>
                    <a:pt x="1735" y="362"/>
                  </a:cubicBezTo>
                  <a:cubicBezTo>
                    <a:pt x="1918" y="362"/>
                    <a:pt x="1987" y="111"/>
                    <a:pt x="1804" y="43"/>
                  </a:cubicBezTo>
                  <a:cubicBezTo>
                    <a:pt x="1731" y="14"/>
                    <a:pt x="1664" y="1"/>
                    <a:pt x="1601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1" name="Google Shape;11421;p20"/>
            <p:cNvSpPr/>
            <p:nvPr/>
          </p:nvSpPr>
          <p:spPr>
            <a:xfrm>
              <a:off x="5876375" y="4540750"/>
              <a:ext cx="23725" cy="54675"/>
            </a:xfrm>
            <a:custGeom>
              <a:rect b="b" l="l" r="r" t="t"/>
              <a:pathLst>
                <a:path extrusionOk="0" h="2187" w="949">
                  <a:moveTo>
                    <a:pt x="772" y="1"/>
                  </a:moveTo>
                  <a:cubicBezTo>
                    <a:pt x="721" y="1"/>
                    <a:pt x="671" y="26"/>
                    <a:pt x="646" y="84"/>
                  </a:cubicBezTo>
                  <a:cubicBezTo>
                    <a:pt x="372" y="701"/>
                    <a:pt x="167" y="1317"/>
                    <a:pt x="30" y="2002"/>
                  </a:cubicBezTo>
                  <a:cubicBezTo>
                    <a:pt x="1" y="2103"/>
                    <a:pt x="101" y="2187"/>
                    <a:pt x="195" y="2187"/>
                  </a:cubicBezTo>
                  <a:cubicBezTo>
                    <a:pt x="249" y="2187"/>
                    <a:pt x="302" y="2159"/>
                    <a:pt x="326" y="2093"/>
                  </a:cubicBezTo>
                  <a:cubicBezTo>
                    <a:pt x="577" y="1477"/>
                    <a:pt x="783" y="838"/>
                    <a:pt x="920" y="176"/>
                  </a:cubicBezTo>
                  <a:cubicBezTo>
                    <a:pt x="949" y="75"/>
                    <a:pt x="859" y="1"/>
                    <a:pt x="772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2" name="Google Shape;11422;p20"/>
            <p:cNvSpPr/>
            <p:nvPr/>
          </p:nvSpPr>
          <p:spPr>
            <a:xfrm>
              <a:off x="5464100" y="4208075"/>
              <a:ext cx="334850" cy="317675"/>
            </a:xfrm>
            <a:custGeom>
              <a:rect b="b" l="l" r="r" t="t"/>
              <a:pathLst>
                <a:path extrusionOk="0" h="12707" w="13394">
                  <a:moveTo>
                    <a:pt x="2027" y="792"/>
                  </a:moveTo>
                  <a:cubicBezTo>
                    <a:pt x="5450" y="1682"/>
                    <a:pt x="8783" y="2732"/>
                    <a:pt x="12115" y="3896"/>
                  </a:cubicBezTo>
                  <a:cubicBezTo>
                    <a:pt x="8212" y="6270"/>
                    <a:pt x="4423" y="8804"/>
                    <a:pt x="817" y="11588"/>
                  </a:cubicBezTo>
                  <a:cubicBezTo>
                    <a:pt x="1319" y="8027"/>
                    <a:pt x="1821" y="4467"/>
                    <a:pt x="2049" y="906"/>
                  </a:cubicBezTo>
                  <a:cubicBezTo>
                    <a:pt x="2049" y="860"/>
                    <a:pt x="2049" y="838"/>
                    <a:pt x="2027" y="792"/>
                  </a:cubicBezTo>
                  <a:close/>
                  <a:moveTo>
                    <a:pt x="1919" y="0"/>
                  </a:moveTo>
                  <a:cubicBezTo>
                    <a:pt x="1586" y="0"/>
                    <a:pt x="1459" y="471"/>
                    <a:pt x="1707" y="678"/>
                  </a:cubicBezTo>
                  <a:cubicBezTo>
                    <a:pt x="1616" y="701"/>
                    <a:pt x="1547" y="769"/>
                    <a:pt x="1547" y="860"/>
                  </a:cubicBezTo>
                  <a:cubicBezTo>
                    <a:pt x="954" y="4649"/>
                    <a:pt x="566" y="8484"/>
                    <a:pt x="18" y="12273"/>
                  </a:cubicBezTo>
                  <a:cubicBezTo>
                    <a:pt x="0" y="12483"/>
                    <a:pt x="158" y="12707"/>
                    <a:pt x="355" y="12707"/>
                  </a:cubicBezTo>
                  <a:cubicBezTo>
                    <a:pt x="415" y="12707"/>
                    <a:pt x="479" y="12686"/>
                    <a:pt x="543" y="12638"/>
                  </a:cubicBezTo>
                  <a:cubicBezTo>
                    <a:pt x="4560" y="9534"/>
                    <a:pt x="8760" y="6658"/>
                    <a:pt x="13165" y="4124"/>
                  </a:cubicBezTo>
                  <a:cubicBezTo>
                    <a:pt x="13371" y="3987"/>
                    <a:pt x="13394" y="3577"/>
                    <a:pt x="13120" y="3485"/>
                  </a:cubicBezTo>
                  <a:cubicBezTo>
                    <a:pt x="9490" y="2139"/>
                    <a:pt x="5770" y="997"/>
                    <a:pt x="2027" y="16"/>
                  </a:cubicBezTo>
                  <a:cubicBezTo>
                    <a:pt x="1989" y="5"/>
                    <a:pt x="1953" y="0"/>
                    <a:pt x="1919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3" name="Google Shape;11423;p20"/>
            <p:cNvSpPr/>
            <p:nvPr/>
          </p:nvSpPr>
          <p:spPr>
            <a:xfrm>
              <a:off x="5495775" y="4342975"/>
              <a:ext cx="376800" cy="309500"/>
            </a:xfrm>
            <a:custGeom>
              <a:rect b="b" l="l" r="r" t="t"/>
              <a:pathLst>
                <a:path extrusionOk="0" h="12380" w="15072">
                  <a:moveTo>
                    <a:pt x="12525" y="1060"/>
                  </a:moveTo>
                  <a:cubicBezTo>
                    <a:pt x="13211" y="1060"/>
                    <a:pt x="13706" y="2403"/>
                    <a:pt x="13930" y="2768"/>
                  </a:cubicBezTo>
                  <a:cubicBezTo>
                    <a:pt x="14546" y="3933"/>
                    <a:pt x="8201" y="7858"/>
                    <a:pt x="7242" y="8520"/>
                  </a:cubicBezTo>
                  <a:cubicBezTo>
                    <a:pt x="6055" y="9342"/>
                    <a:pt x="4868" y="10164"/>
                    <a:pt x="3681" y="10986"/>
                  </a:cubicBezTo>
                  <a:cubicBezTo>
                    <a:pt x="3388" y="11187"/>
                    <a:pt x="3129" y="11274"/>
                    <a:pt x="2897" y="11274"/>
                  </a:cubicBezTo>
                  <a:cubicBezTo>
                    <a:pt x="1977" y="11274"/>
                    <a:pt x="1485" y="9907"/>
                    <a:pt x="919" y="8977"/>
                  </a:cubicBezTo>
                  <a:cubicBezTo>
                    <a:pt x="2996" y="7402"/>
                    <a:pt x="5074" y="5827"/>
                    <a:pt x="7151" y="4252"/>
                  </a:cubicBezTo>
                  <a:cubicBezTo>
                    <a:pt x="8223" y="3453"/>
                    <a:pt x="9342" y="2700"/>
                    <a:pt x="10483" y="2038"/>
                  </a:cubicBezTo>
                  <a:cubicBezTo>
                    <a:pt x="11077" y="1696"/>
                    <a:pt x="11670" y="1399"/>
                    <a:pt x="12264" y="1125"/>
                  </a:cubicBezTo>
                  <a:cubicBezTo>
                    <a:pt x="12354" y="1080"/>
                    <a:pt x="12441" y="1060"/>
                    <a:pt x="12525" y="1060"/>
                  </a:cubicBezTo>
                  <a:close/>
                  <a:moveTo>
                    <a:pt x="12828" y="1"/>
                  </a:moveTo>
                  <a:cubicBezTo>
                    <a:pt x="11774" y="1"/>
                    <a:pt x="10261" y="1278"/>
                    <a:pt x="9525" y="1741"/>
                  </a:cubicBezTo>
                  <a:cubicBezTo>
                    <a:pt x="6215" y="3818"/>
                    <a:pt x="3248" y="6512"/>
                    <a:pt x="189" y="8908"/>
                  </a:cubicBezTo>
                  <a:cubicBezTo>
                    <a:pt x="1" y="9059"/>
                    <a:pt x="139" y="9365"/>
                    <a:pt x="334" y="9365"/>
                  </a:cubicBezTo>
                  <a:cubicBezTo>
                    <a:pt x="375" y="9365"/>
                    <a:pt x="419" y="9351"/>
                    <a:pt x="463" y="9319"/>
                  </a:cubicBezTo>
                  <a:cubicBezTo>
                    <a:pt x="486" y="9296"/>
                    <a:pt x="509" y="9274"/>
                    <a:pt x="531" y="9251"/>
                  </a:cubicBezTo>
                  <a:cubicBezTo>
                    <a:pt x="1125" y="10278"/>
                    <a:pt x="1741" y="11282"/>
                    <a:pt x="2426" y="12241"/>
                  </a:cubicBezTo>
                  <a:cubicBezTo>
                    <a:pt x="2485" y="12329"/>
                    <a:pt x="2582" y="12380"/>
                    <a:pt x="2680" y="12380"/>
                  </a:cubicBezTo>
                  <a:cubicBezTo>
                    <a:pt x="2734" y="12380"/>
                    <a:pt x="2788" y="12365"/>
                    <a:pt x="2837" y="12332"/>
                  </a:cubicBezTo>
                  <a:cubicBezTo>
                    <a:pt x="6991" y="9662"/>
                    <a:pt x="11396" y="6968"/>
                    <a:pt x="14934" y="3453"/>
                  </a:cubicBezTo>
                  <a:cubicBezTo>
                    <a:pt x="15071" y="3316"/>
                    <a:pt x="15048" y="3111"/>
                    <a:pt x="14957" y="2951"/>
                  </a:cubicBezTo>
                  <a:cubicBezTo>
                    <a:pt x="14592" y="2266"/>
                    <a:pt x="13930" y="212"/>
                    <a:pt x="13085" y="29"/>
                  </a:cubicBezTo>
                  <a:cubicBezTo>
                    <a:pt x="13003" y="10"/>
                    <a:pt x="12917" y="1"/>
                    <a:pt x="1282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4" name="Google Shape;11424;p20"/>
            <p:cNvSpPr/>
            <p:nvPr/>
          </p:nvSpPr>
          <p:spPr>
            <a:xfrm>
              <a:off x="5582050" y="4477650"/>
              <a:ext cx="376675" cy="310075"/>
            </a:xfrm>
            <a:custGeom>
              <a:rect b="b" l="l" r="r" t="t"/>
              <a:pathLst>
                <a:path extrusionOk="0" h="12403" w="15067">
                  <a:moveTo>
                    <a:pt x="12512" y="1065"/>
                  </a:moveTo>
                  <a:cubicBezTo>
                    <a:pt x="13207" y="1065"/>
                    <a:pt x="13721" y="2403"/>
                    <a:pt x="13925" y="2791"/>
                  </a:cubicBezTo>
                  <a:cubicBezTo>
                    <a:pt x="14542" y="3932"/>
                    <a:pt x="8196" y="7881"/>
                    <a:pt x="7238" y="8543"/>
                  </a:cubicBezTo>
                  <a:cubicBezTo>
                    <a:pt x="6051" y="9365"/>
                    <a:pt x="4864" y="10186"/>
                    <a:pt x="3677" y="11008"/>
                  </a:cubicBezTo>
                  <a:cubicBezTo>
                    <a:pt x="3383" y="11210"/>
                    <a:pt x="3124" y="11297"/>
                    <a:pt x="2893" y="11297"/>
                  </a:cubicBezTo>
                  <a:cubicBezTo>
                    <a:pt x="1973" y="11297"/>
                    <a:pt x="1480" y="9930"/>
                    <a:pt x="915" y="8999"/>
                  </a:cubicBezTo>
                  <a:cubicBezTo>
                    <a:pt x="2992" y="7425"/>
                    <a:pt x="5069" y="5850"/>
                    <a:pt x="7169" y="4275"/>
                  </a:cubicBezTo>
                  <a:cubicBezTo>
                    <a:pt x="8219" y="3453"/>
                    <a:pt x="9338" y="2723"/>
                    <a:pt x="10502" y="2038"/>
                  </a:cubicBezTo>
                  <a:cubicBezTo>
                    <a:pt x="11072" y="1718"/>
                    <a:pt x="11666" y="1422"/>
                    <a:pt x="12259" y="1125"/>
                  </a:cubicBezTo>
                  <a:cubicBezTo>
                    <a:pt x="12346" y="1084"/>
                    <a:pt x="12430" y="1065"/>
                    <a:pt x="12512" y="1065"/>
                  </a:cubicBezTo>
                  <a:close/>
                  <a:moveTo>
                    <a:pt x="12827" y="1"/>
                  </a:moveTo>
                  <a:cubicBezTo>
                    <a:pt x="11773" y="1"/>
                    <a:pt x="10258" y="1300"/>
                    <a:pt x="9520" y="1764"/>
                  </a:cubicBezTo>
                  <a:cubicBezTo>
                    <a:pt x="6233" y="3841"/>
                    <a:pt x="3266" y="6512"/>
                    <a:pt x="207" y="8931"/>
                  </a:cubicBezTo>
                  <a:cubicBezTo>
                    <a:pt x="0" y="9082"/>
                    <a:pt x="135" y="9388"/>
                    <a:pt x="329" y="9388"/>
                  </a:cubicBezTo>
                  <a:cubicBezTo>
                    <a:pt x="371" y="9388"/>
                    <a:pt x="415" y="9374"/>
                    <a:pt x="459" y="9342"/>
                  </a:cubicBezTo>
                  <a:cubicBezTo>
                    <a:pt x="481" y="9319"/>
                    <a:pt x="504" y="9296"/>
                    <a:pt x="550" y="9273"/>
                  </a:cubicBezTo>
                  <a:cubicBezTo>
                    <a:pt x="1120" y="10301"/>
                    <a:pt x="1737" y="11282"/>
                    <a:pt x="2421" y="12263"/>
                  </a:cubicBezTo>
                  <a:cubicBezTo>
                    <a:pt x="2480" y="12352"/>
                    <a:pt x="2577" y="12402"/>
                    <a:pt x="2676" y="12402"/>
                  </a:cubicBezTo>
                  <a:cubicBezTo>
                    <a:pt x="2730" y="12402"/>
                    <a:pt x="2784" y="12387"/>
                    <a:pt x="2832" y="12355"/>
                  </a:cubicBezTo>
                  <a:cubicBezTo>
                    <a:pt x="7009" y="9661"/>
                    <a:pt x="11392" y="6968"/>
                    <a:pt x="14930" y="3476"/>
                  </a:cubicBezTo>
                  <a:cubicBezTo>
                    <a:pt x="15067" y="3339"/>
                    <a:pt x="15067" y="3111"/>
                    <a:pt x="14975" y="2951"/>
                  </a:cubicBezTo>
                  <a:cubicBezTo>
                    <a:pt x="14587" y="2289"/>
                    <a:pt x="13925" y="235"/>
                    <a:pt x="13081" y="29"/>
                  </a:cubicBezTo>
                  <a:cubicBezTo>
                    <a:pt x="13000" y="10"/>
                    <a:pt x="12915" y="1"/>
                    <a:pt x="1282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25" name="Google Shape;11425;p20"/>
          <p:cNvGrpSpPr/>
          <p:nvPr/>
        </p:nvGrpSpPr>
        <p:grpSpPr>
          <a:xfrm rot="9456294">
            <a:off x="6849679" y="3273665"/>
            <a:ext cx="2306041" cy="512923"/>
            <a:chOff x="7051300" y="3461525"/>
            <a:chExt cx="2305988" cy="512912"/>
          </a:xfrm>
        </p:grpSpPr>
        <p:sp>
          <p:nvSpPr>
            <p:cNvPr id="11426" name="Google Shape;11426;p20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7" name="Google Shape;11427;p20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8" name="Google Shape;11428;p20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9" name="Google Shape;11429;p20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0" name="Google Shape;11430;p20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1" name="Google Shape;11431;p20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2" name="Google Shape;11432;p20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3" name="Google Shape;11433;p20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4" name="Google Shape;11434;p20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5" name="Google Shape;11435;p20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6" name="Google Shape;11436;p20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7" name="Google Shape;11437;p20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8" name="Google Shape;11438;p20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9" name="Google Shape;11439;p20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0" name="Google Shape;11440;p20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1" name="Google Shape;11441;p20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2" name="Google Shape;11442;p20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3" name="Google Shape;11443;p20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44" name="Google Shape;11444;p20"/>
          <p:cNvGrpSpPr/>
          <p:nvPr/>
        </p:nvGrpSpPr>
        <p:grpSpPr>
          <a:xfrm rot="854098">
            <a:off x="7782856" y="510397"/>
            <a:ext cx="639528" cy="438002"/>
            <a:chOff x="5501450" y="2545600"/>
            <a:chExt cx="639525" cy="438000"/>
          </a:xfrm>
        </p:grpSpPr>
        <p:sp>
          <p:nvSpPr>
            <p:cNvPr id="11445" name="Google Shape;11445;p20"/>
            <p:cNvSpPr/>
            <p:nvPr/>
          </p:nvSpPr>
          <p:spPr>
            <a:xfrm>
              <a:off x="5501450" y="2545600"/>
              <a:ext cx="639525" cy="438000"/>
            </a:xfrm>
            <a:custGeom>
              <a:rect b="b" l="l" r="r" t="t"/>
              <a:pathLst>
                <a:path extrusionOk="0" h="17520" w="25581">
                  <a:moveTo>
                    <a:pt x="2054" y="916"/>
                  </a:moveTo>
                  <a:cubicBezTo>
                    <a:pt x="4249" y="1273"/>
                    <a:pt x="6534" y="1376"/>
                    <a:pt x="8837" y="1376"/>
                  </a:cubicBezTo>
                  <a:cubicBezTo>
                    <a:pt x="11993" y="1376"/>
                    <a:pt x="15185" y="1183"/>
                    <a:pt x="18229" y="1183"/>
                  </a:cubicBezTo>
                  <a:cubicBezTo>
                    <a:pt x="18767" y="1183"/>
                    <a:pt x="19366" y="1142"/>
                    <a:pt x="19969" y="1142"/>
                  </a:cubicBezTo>
                  <a:cubicBezTo>
                    <a:pt x="21476" y="1142"/>
                    <a:pt x="23008" y="1398"/>
                    <a:pt x="23668" y="3189"/>
                  </a:cubicBezTo>
                  <a:cubicBezTo>
                    <a:pt x="24139" y="4443"/>
                    <a:pt x="23998" y="6292"/>
                    <a:pt x="24045" y="7625"/>
                  </a:cubicBezTo>
                  <a:cubicBezTo>
                    <a:pt x="24154" y="10242"/>
                    <a:pt x="24076" y="12876"/>
                    <a:pt x="23904" y="15493"/>
                  </a:cubicBezTo>
                  <a:cubicBezTo>
                    <a:pt x="19549" y="16044"/>
                    <a:pt x="15184" y="16308"/>
                    <a:pt x="10802" y="16308"/>
                  </a:cubicBezTo>
                  <a:cubicBezTo>
                    <a:pt x="9570" y="16308"/>
                    <a:pt x="8336" y="16287"/>
                    <a:pt x="7101" y="16246"/>
                  </a:cubicBezTo>
                  <a:cubicBezTo>
                    <a:pt x="5141" y="16167"/>
                    <a:pt x="2398" y="16543"/>
                    <a:pt x="1505" y="14036"/>
                  </a:cubicBezTo>
                  <a:cubicBezTo>
                    <a:pt x="1066" y="12782"/>
                    <a:pt x="1270" y="10916"/>
                    <a:pt x="1207" y="9600"/>
                  </a:cubicBezTo>
                  <a:cubicBezTo>
                    <a:pt x="1160" y="8659"/>
                    <a:pt x="235" y="1700"/>
                    <a:pt x="2054" y="916"/>
                  </a:cubicBezTo>
                  <a:close/>
                  <a:moveTo>
                    <a:pt x="1928" y="0"/>
                  </a:moveTo>
                  <a:cubicBezTo>
                    <a:pt x="478" y="0"/>
                    <a:pt x="29" y="2119"/>
                    <a:pt x="16" y="3518"/>
                  </a:cubicBezTo>
                  <a:cubicBezTo>
                    <a:pt x="0" y="5869"/>
                    <a:pt x="204" y="8252"/>
                    <a:pt x="282" y="10603"/>
                  </a:cubicBezTo>
                  <a:cubicBezTo>
                    <a:pt x="345" y="12139"/>
                    <a:pt x="157" y="14098"/>
                    <a:pt x="1003" y="15462"/>
                  </a:cubicBezTo>
                  <a:cubicBezTo>
                    <a:pt x="2119" y="17247"/>
                    <a:pt x="4806" y="17520"/>
                    <a:pt x="7212" y="17520"/>
                  </a:cubicBezTo>
                  <a:cubicBezTo>
                    <a:pt x="8268" y="17520"/>
                    <a:pt x="9269" y="17467"/>
                    <a:pt x="10061" y="17467"/>
                  </a:cubicBezTo>
                  <a:cubicBezTo>
                    <a:pt x="10126" y="17467"/>
                    <a:pt x="10189" y="17468"/>
                    <a:pt x="10251" y="17468"/>
                  </a:cubicBezTo>
                  <a:cubicBezTo>
                    <a:pt x="10550" y="17471"/>
                    <a:pt x="10848" y="17473"/>
                    <a:pt x="11146" y="17473"/>
                  </a:cubicBezTo>
                  <a:cubicBezTo>
                    <a:pt x="15785" y="17473"/>
                    <a:pt x="20422" y="17132"/>
                    <a:pt x="25016" y="16528"/>
                  </a:cubicBezTo>
                  <a:cubicBezTo>
                    <a:pt x="25581" y="16449"/>
                    <a:pt x="25549" y="15791"/>
                    <a:pt x="25189" y="15509"/>
                  </a:cubicBezTo>
                  <a:cubicBezTo>
                    <a:pt x="25440" y="11857"/>
                    <a:pt x="25534" y="8126"/>
                    <a:pt x="25110" y="4490"/>
                  </a:cubicBezTo>
                  <a:cubicBezTo>
                    <a:pt x="24907" y="2766"/>
                    <a:pt x="24515" y="995"/>
                    <a:pt x="22728" y="305"/>
                  </a:cubicBezTo>
                  <a:cubicBezTo>
                    <a:pt x="22098" y="64"/>
                    <a:pt x="21403" y="15"/>
                    <a:pt x="20716" y="15"/>
                  </a:cubicBezTo>
                  <a:cubicBezTo>
                    <a:pt x="20240" y="15"/>
                    <a:pt x="19769" y="38"/>
                    <a:pt x="19327" y="38"/>
                  </a:cubicBezTo>
                  <a:cubicBezTo>
                    <a:pt x="17132" y="38"/>
                    <a:pt x="14954" y="70"/>
                    <a:pt x="12759" y="70"/>
                  </a:cubicBezTo>
                  <a:cubicBezTo>
                    <a:pt x="12545" y="72"/>
                    <a:pt x="12330" y="73"/>
                    <a:pt x="12115" y="73"/>
                  </a:cubicBezTo>
                  <a:cubicBezTo>
                    <a:pt x="10641" y="73"/>
                    <a:pt x="9140" y="30"/>
                    <a:pt x="7640" y="30"/>
                  </a:cubicBezTo>
                  <a:cubicBezTo>
                    <a:pt x="6052" y="30"/>
                    <a:pt x="4466" y="78"/>
                    <a:pt x="2916" y="274"/>
                  </a:cubicBezTo>
                  <a:cubicBezTo>
                    <a:pt x="2544" y="84"/>
                    <a:pt x="2216" y="0"/>
                    <a:pt x="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6" name="Google Shape;11446;p20"/>
            <p:cNvSpPr/>
            <p:nvPr/>
          </p:nvSpPr>
          <p:spPr>
            <a:xfrm>
              <a:off x="5714775" y="2654925"/>
              <a:ext cx="280075" cy="257600"/>
            </a:xfrm>
            <a:custGeom>
              <a:rect b="b" l="l" r="r" t="t"/>
              <a:pathLst>
                <a:path extrusionOk="0" h="10304" w="11203">
                  <a:moveTo>
                    <a:pt x="652" y="289"/>
                  </a:moveTo>
                  <a:cubicBezTo>
                    <a:pt x="809" y="415"/>
                    <a:pt x="966" y="540"/>
                    <a:pt x="1138" y="650"/>
                  </a:cubicBezTo>
                  <a:cubicBezTo>
                    <a:pt x="1076" y="697"/>
                    <a:pt x="1044" y="775"/>
                    <a:pt x="1029" y="854"/>
                  </a:cubicBezTo>
                  <a:cubicBezTo>
                    <a:pt x="1029" y="1042"/>
                    <a:pt x="1044" y="1214"/>
                    <a:pt x="1044" y="1387"/>
                  </a:cubicBezTo>
                  <a:cubicBezTo>
                    <a:pt x="919" y="1449"/>
                    <a:pt x="825" y="1543"/>
                    <a:pt x="778" y="1669"/>
                  </a:cubicBezTo>
                  <a:cubicBezTo>
                    <a:pt x="746" y="1214"/>
                    <a:pt x="699" y="760"/>
                    <a:pt x="652" y="305"/>
                  </a:cubicBezTo>
                  <a:cubicBezTo>
                    <a:pt x="652" y="305"/>
                    <a:pt x="652" y="289"/>
                    <a:pt x="652" y="289"/>
                  </a:cubicBezTo>
                  <a:close/>
                  <a:moveTo>
                    <a:pt x="5778" y="4208"/>
                  </a:moveTo>
                  <a:lnTo>
                    <a:pt x="5778" y="4208"/>
                  </a:lnTo>
                  <a:cubicBezTo>
                    <a:pt x="6217" y="4333"/>
                    <a:pt x="6671" y="4443"/>
                    <a:pt x="7126" y="4521"/>
                  </a:cubicBezTo>
                  <a:cubicBezTo>
                    <a:pt x="7142" y="4537"/>
                    <a:pt x="7142" y="4537"/>
                    <a:pt x="7157" y="4553"/>
                  </a:cubicBezTo>
                  <a:cubicBezTo>
                    <a:pt x="6844" y="4725"/>
                    <a:pt x="6530" y="4913"/>
                    <a:pt x="6232" y="5101"/>
                  </a:cubicBezTo>
                  <a:cubicBezTo>
                    <a:pt x="6138" y="4804"/>
                    <a:pt x="5966" y="4490"/>
                    <a:pt x="5778" y="4208"/>
                  </a:cubicBezTo>
                  <a:close/>
                  <a:moveTo>
                    <a:pt x="840" y="2296"/>
                  </a:moveTo>
                  <a:lnTo>
                    <a:pt x="840" y="2296"/>
                  </a:lnTo>
                  <a:cubicBezTo>
                    <a:pt x="919" y="2672"/>
                    <a:pt x="1013" y="3032"/>
                    <a:pt x="1076" y="3393"/>
                  </a:cubicBezTo>
                  <a:cubicBezTo>
                    <a:pt x="1123" y="4694"/>
                    <a:pt x="1201" y="5995"/>
                    <a:pt x="1264" y="7280"/>
                  </a:cubicBezTo>
                  <a:cubicBezTo>
                    <a:pt x="1279" y="7500"/>
                    <a:pt x="1436" y="7641"/>
                    <a:pt x="1609" y="7688"/>
                  </a:cubicBezTo>
                  <a:cubicBezTo>
                    <a:pt x="1624" y="7923"/>
                    <a:pt x="1656" y="8142"/>
                    <a:pt x="1671" y="8377"/>
                  </a:cubicBezTo>
                  <a:cubicBezTo>
                    <a:pt x="1671" y="8503"/>
                    <a:pt x="1734" y="8612"/>
                    <a:pt x="1812" y="8706"/>
                  </a:cubicBezTo>
                  <a:cubicBezTo>
                    <a:pt x="1781" y="8753"/>
                    <a:pt x="1765" y="8801"/>
                    <a:pt x="1734" y="8848"/>
                  </a:cubicBezTo>
                  <a:cubicBezTo>
                    <a:pt x="1718" y="8910"/>
                    <a:pt x="1718" y="8957"/>
                    <a:pt x="1703" y="9004"/>
                  </a:cubicBezTo>
                  <a:cubicBezTo>
                    <a:pt x="1577" y="9130"/>
                    <a:pt x="1436" y="9239"/>
                    <a:pt x="1295" y="9365"/>
                  </a:cubicBezTo>
                  <a:cubicBezTo>
                    <a:pt x="1154" y="7014"/>
                    <a:pt x="1029" y="4647"/>
                    <a:pt x="840" y="2296"/>
                  </a:cubicBezTo>
                  <a:close/>
                  <a:moveTo>
                    <a:pt x="299" y="0"/>
                  </a:moveTo>
                  <a:cubicBezTo>
                    <a:pt x="146" y="0"/>
                    <a:pt x="0" y="102"/>
                    <a:pt x="10" y="305"/>
                  </a:cubicBezTo>
                  <a:cubicBezTo>
                    <a:pt x="88" y="3440"/>
                    <a:pt x="355" y="6575"/>
                    <a:pt x="574" y="9710"/>
                  </a:cubicBezTo>
                  <a:cubicBezTo>
                    <a:pt x="590" y="9866"/>
                    <a:pt x="684" y="9976"/>
                    <a:pt x="793" y="10023"/>
                  </a:cubicBezTo>
                  <a:cubicBezTo>
                    <a:pt x="841" y="10176"/>
                    <a:pt x="985" y="10303"/>
                    <a:pt x="1148" y="10303"/>
                  </a:cubicBezTo>
                  <a:cubicBezTo>
                    <a:pt x="1201" y="10303"/>
                    <a:pt x="1256" y="10289"/>
                    <a:pt x="1311" y="10258"/>
                  </a:cubicBezTo>
                  <a:cubicBezTo>
                    <a:pt x="1718" y="10070"/>
                    <a:pt x="2110" y="9851"/>
                    <a:pt x="2486" y="9647"/>
                  </a:cubicBezTo>
                  <a:cubicBezTo>
                    <a:pt x="2627" y="9631"/>
                    <a:pt x="2753" y="9569"/>
                    <a:pt x="2847" y="9475"/>
                  </a:cubicBezTo>
                  <a:cubicBezTo>
                    <a:pt x="2894" y="9427"/>
                    <a:pt x="2941" y="9396"/>
                    <a:pt x="2988" y="9349"/>
                  </a:cubicBezTo>
                  <a:cubicBezTo>
                    <a:pt x="5417" y="7938"/>
                    <a:pt x="7721" y="6199"/>
                    <a:pt x="10151" y="4819"/>
                  </a:cubicBezTo>
                  <a:cubicBezTo>
                    <a:pt x="10229" y="4757"/>
                    <a:pt x="10292" y="4694"/>
                    <a:pt x="10323" y="4615"/>
                  </a:cubicBezTo>
                  <a:cubicBezTo>
                    <a:pt x="10383" y="4639"/>
                    <a:pt x="10441" y="4649"/>
                    <a:pt x="10497" y="4649"/>
                  </a:cubicBezTo>
                  <a:cubicBezTo>
                    <a:pt x="10925" y="4649"/>
                    <a:pt x="11203" y="4024"/>
                    <a:pt x="10731" y="3816"/>
                  </a:cubicBezTo>
                  <a:cubicBezTo>
                    <a:pt x="9101" y="3032"/>
                    <a:pt x="7439" y="2296"/>
                    <a:pt x="5762" y="1606"/>
                  </a:cubicBezTo>
                  <a:cubicBezTo>
                    <a:pt x="4238" y="987"/>
                    <a:pt x="2525" y="34"/>
                    <a:pt x="860" y="34"/>
                  </a:cubicBezTo>
                  <a:cubicBezTo>
                    <a:pt x="796" y="34"/>
                    <a:pt x="732" y="36"/>
                    <a:pt x="668" y="39"/>
                  </a:cubicBezTo>
                  <a:cubicBezTo>
                    <a:pt x="621" y="39"/>
                    <a:pt x="590" y="70"/>
                    <a:pt x="558" y="117"/>
                  </a:cubicBezTo>
                  <a:cubicBezTo>
                    <a:pt x="492" y="39"/>
                    <a:pt x="39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4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4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50" name="Shape 1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51" name="Google Shape;11451;p21"/>
          <p:cNvGrpSpPr/>
          <p:nvPr/>
        </p:nvGrpSpPr>
        <p:grpSpPr>
          <a:xfrm rot="774136">
            <a:off x="1633044" y="2577318"/>
            <a:ext cx="1303213" cy="585343"/>
            <a:chOff x="4345425" y="2175475"/>
            <a:chExt cx="800750" cy="176025"/>
          </a:xfrm>
        </p:grpSpPr>
        <p:sp>
          <p:nvSpPr>
            <p:cNvPr id="11452" name="Google Shape;11452;p2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3" name="Google Shape;11453;p2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54" name="Google Shape;11454;p21"/>
          <p:cNvGrpSpPr/>
          <p:nvPr/>
        </p:nvGrpSpPr>
        <p:grpSpPr>
          <a:xfrm rot="774136">
            <a:off x="6244644" y="2577318"/>
            <a:ext cx="1303213" cy="585343"/>
            <a:chOff x="4345425" y="2175475"/>
            <a:chExt cx="800750" cy="176025"/>
          </a:xfrm>
        </p:grpSpPr>
        <p:sp>
          <p:nvSpPr>
            <p:cNvPr id="11455" name="Google Shape;11455;p2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6" name="Google Shape;11456;p2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57" name="Google Shape;11457;p21"/>
          <p:cNvSpPr txBox="1"/>
          <p:nvPr>
            <p:ph idx="3" type="subTitle"/>
          </p:nvPr>
        </p:nvSpPr>
        <p:spPr>
          <a:xfrm>
            <a:off x="801600" y="2586400"/>
            <a:ext cx="29661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Eliminating Duplicates</a:t>
            </a:r>
            <a:endParaRPr/>
          </a:p>
        </p:txBody>
      </p:sp>
      <p:sp>
        <p:nvSpPr>
          <p:cNvPr id="11458" name="Google Shape;11458;p21"/>
          <p:cNvSpPr txBox="1"/>
          <p:nvPr>
            <p:ph idx="1" type="body"/>
          </p:nvPr>
        </p:nvSpPr>
        <p:spPr>
          <a:xfrm>
            <a:off x="720000" y="2980202"/>
            <a:ext cx="3129300" cy="170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Sets automatically ensure that each element appears only once.</a:t>
            </a:r>
            <a:endParaRPr/>
          </a:p>
        </p:txBody>
      </p:sp>
      <p:sp>
        <p:nvSpPr>
          <p:cNvPr id="11459" name="Google Shape;11459;p21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"/>
              <a:t>Memory Efficient</a:t>
            </a:r>
            <a:endParaRPr/>
          </a:p>
        </p:txBody>
      </p:sp>
      <p:sp>
        <p:nvSpPr>
          <p:cNvPr id="11460" name="Google Shape;11460;p21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Why use Sets?</a:t>
            </a:r>
            <a:endParaRPr/>
          </a:p>
        </p:txBody>
      </p:sp>
      <p:sp>
        <p:nvSpPr>
          <p:cNvPr id="11461" name="Google Shape;11461;p21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Sets can be faster and consume less memory than lists because they are Unordered. This can be beneficial in scenarios where performance is crucial.</a:t>
            </a:r>
            <a:endParaRPr/>
          </a:p>
        </p:txBody>
      </p:sp>
      <p:grpSp>
        <p:nvGrpSpPr>
          <p:cNvPr id="11462" name="Google Shape;11462;p21"/>
          <p:cNvGrpSpPr/>
          <p:nvPr/>
        </p:nvGrpSpPr>
        <p:grpSpPr>
          <a:xfrm>
            <a:off x="6682192" y="859247"/>
            <a:ext cx="1491960" cy="454575"/>
            <a:chOff x="6157325" y="1245050"/>
            <a:chExt cx="554900" cy="169075"/>
          </a:xfrm>
        </p:grpSpPr>
        <p:sp>
          <p:nvSpPr>
            <p:cNvPr id="11463" name="Google Shape;11463;p21"/>
            <p:cNvSpPr/>
            <p:nvPr/>
          </p:nvSpPr>
          <p:spPr>
            <a:xfrm>
              <a:off x="6157325" y="1320350"/>
              <a:ext cx="47050" cy="41875"/>
            </a:xfrm>
            <a:custGeom>
              <a:rect b="b" l="l" r="r" t="t"/>
              <a:pathLst>
                <a:path extrusionOk="0" h="1675" w="1882">
                  <a:moveTo>
                    <a:pt x="1759" y="0"/>
                  </a:moveTo>
                  <a:cubicBezTo>
                    <a:pt x="1737" y="0"/>
                    <a:pt x="1714" y="11"/>
                    <a:pt x="1694" y="37"/>
                  </a:cubicBezTo>
                  <a:cubicBezTo>
                    <a:pt x="1494" y="263"/>
                    <a:pt x="1268" y="463"/>
                    <a:pt x="1042" y="689"/>
                  </a:cubicBezTo>
                  <a:cubicBezTo>
                    <a:pt x="842" y="463"/>
                    <a:pt x="641" y="263"/>
                    <a:pt x="416" y="62"/>
                  </a:cubicBezTo>
                  <a:cubicBezTo>
                    <a:pt x="387" y="26"/>
                    <a:pt x="349" y="10"/>
                    <a:pt x="313" y="10"/>
                  </a:cubicBezTo>
                  <a:cubicBezTo>
                    <a:pt x="226" y="10"/>
                    <a:pt x="152" y="99"/>
                    <a:pt x="240" y="188"/>
                  </a:cubicBezTo>
                  <a:cubicBezTo>
                    <a:pt x="441" y="413"/>
                    <a:pt x="641" y="639"/>
                    <a:pt x="842" y="839"/>
                  </a:cubicBezTo>
                  <a:cubicBezTo>
                    <a:pt x="591" y="1040"/>
                    <a:pt x="316" y="1190"/>
                    <a:pt x="90" y="1416"/>
                  </a:cubicBezTo>
                  <a:cubicBezTo>
                    <a:pt x="1" y="1505"/>
                    <a:pt x="91" y="1674"/>
                    <a:pt x="200" y="1674"/>
                  </a:cubicBezTo>
                  <a:cubicBezTo>
                    <a:pt x="213" y="1674"/>
                    <a:pt x="227" y="1672"/>
                    <a:pt x="240" y="1666"/>
                  </a:cubicBezTo>
                  <a:cubicBezTo>
                    <a:pt x="541" y="1541"/>
                    <a:pt x="817" y="1290"/>
                    <a:pt x="1068" y="1065"/>
                  </a:cubicBezTo>
                  <a:cubicBezTo>
                    <a:pt x="1193" y="1215"/>
                    <a:pt x="1343" y="1366"/>
                    <a:pt x="1494" y="1466"/>
                  </a:cubicBezTo>
                  <a:cubicBezTo>
                    <a:pt x="1525" y="1481"/>
                    <a:pt x="1556" y="1488"/>
                    <a:pt x="1584" y="1488"/>
                  </a:cubicBezTo>
                  <a:cubicBezTo>
                    <a:pt x="1694" y="1488"/>
                    <a:pt x="1769" y="1385"/>
                    <a:pt x="1669" y="1265"/>
                  </a:cubicBezTo>
                  <a:cubicBezTo>
                    <a:pt x="1569" y="1115"/>
                    <a:pt x="1418" y="990"/>
                    <a:pt x="1268" y="864"/>
                  </a:cubicBezTo>
                  <a:cubicBezTo>
                    <a:pt x="1469" y="639"/>
                    <a:pt x="1669" y="413"/>
                    <a:pt x="1844" y="163"/>
                  </a:cubicBezTo>
                  <a:cubicBezTo>
                    <a:pt x="1882" y="88"/>
                    <a:pt x="182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4" name="Google Shape;11464;p21"/>
            <p:cNvSpPr/>
            <p:nvPr/>
          </p:nvSpPr>
          <p:spPr>
            <a:xfrm>
              <a:off x="6224725" y="1327375"/>
              <a:ext cx="46400" cy="9125"/>
            </a:xfrm>
            <a:custGeom>
              <a:rect b="b" l="l" r="r" t="t"/>
              <a:pathLst>
                <a:path extrusionOk="0" h="365" w="1856">
                  <a:moveTo>
                    <a:pt x="1282" y="1"/>
                  </a:moveTo>
                  <a:cubicBezTo>
                    <a:pt x="1160" y="1"/>
                    <a:pt x="1041" y="7"/>
                    <a:pt x="928" y="7"/>
                  </a:cubicBezTo>
                  <a:lnTo>
                    <a:pt x="151" y="7"/>
                  </a:lnTo>
                  <a:cubicBezTo>
                    <a:pt x="1" y="7"/>
                    <a:pt x="26" y="258"/>
                    <a:pt x="151" y="258"/>
                  </a:cubicBezTo>
                  <a:cubicBezTo>
                    <a:pt x="427" y="283"/>
                    <a:pt x="677" y="308"/>
                    <a:pt x="953" y="308"/>
                  </a:cubicBezTo>
                  <a:cubicBezTo>
                    <a:pt x="1135" y="328"/>
                    <a:pt x="1334" y="365"/>
                    <a:pt x="1536" y="365"/>
                  </a:cubicBezTo>
                  <a:cubicBezTo>
                    <a:pt x="1584" y="365"/>
                    <a:pt x="1632" y="363"/>
                    <a:pt x="1680" y="358"/>
                  </a:cubicBezTo>
                  <a:cubicBezTo>
                    <a:pt x="1855" y="308"/>
                    <a:pt x="1780" y="82"/>
                    <a:pt x="1655" y="32"/>
                  </a:cubicBezTo>
                  <a:cubicBezTo>
                    <a:pt x="1529" y="7"/>
                    <a:pt x="140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5" name="Google Shape;11465;p21"/>
            <p:cNvSpPr/>
            <p:nvPr/>
          </p:nvSpPr>
          <p:spPr>
            <a:xfrm>
              <a:off x="6217875" y="1343050"/>
              <a:ext cx="49475" cy="9600"/>
            </a:xfrm>
            <a:custGeom>
              <a:rect b="b" l="l" r="r" t="t"/>
              <a:pathLst>
                <a:path extrusionOk="0" h="384" w="1979">
                  <a:moveTo>
                    <a:pt x="134" y="0"/>
                  </a:moveTo>
                  <a:cubicBezTo>
                    <a:pt x="0" y="0"/>
                    <a:pt x="13" y="236"/>
                    <a:pt x="174" y="282"/>
                  </a:cubicBezTo>
                  <a:cubicBezTo>
                    <a:pt x="475" y="357"/>
                    <a:pt x="801" y="382"/>
                    <a:pt x="1102" y="382"/>
                  </a:cubicBezTo>
                  <a:cubicBezTo>
                    <a:pt x="1157" y="382"/>
                    <a:pt x="1215" y="383"/>
                    <a:pt x="1274" y="383"/>
                  </a:cubicBezTo>
                  <a:cubicBezTo>
                    <a:pt x="1512" y="383"/>
                    <a:pt x="1768" y="367"/>
                    <a:pt x="1929" y="207"/>
                  </a:cubicBezTo>
                  <a:cubicBezTo>
                    <a:pt x="1979" y="157"/>
                    <a:pt x="1954" y="32"/>
                    <a:pt x="1854" y="32"/>
                  </a:cubicBezTo>
                  <a:cubicBezTo>
                    <a:pt x="1787" y="12"/>
                    <a:pt x="1721" y="4"/>
                    <a:pt x="1655" y="4"/>
                  </a:cubicBezTo>
                  <a:cubicBezTo>
                    <a:pt x="1471" y="4"/>
                    <a:pt x="1286" y="63"/>
                    <a:pt x="1102" y="82"/>
                  </a:cubicBezTo>
                  <a:cubicBezTo>
                    <a:pt x="801" y="82"/>
                    <a:pt x="500" y="57"/>
                    <a:pt x="174" y="7"/>
                  </a:cubicBezTo>
                  <a:cubicBezTo>
                    <a:pt x="160" y="2"/>
                    <a:pt x="147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6" name="Google Shape;11466;p21"/>
            <p:cNvSpPr/>
            <p:nvPr/>
          </p:nvSpPr>
          <p:spPr>
            <a:xfrm>
              <a:off x="6284250" y="1264050"/>
              <a:ext cx="44700" cy="50275"/>
            </a:xfrm>
            <a:custGeom>
              <a:rect b="b" l="l" r="r" t="t"/>
              <a:pathLst>
                <a:path extrusionOk="0" h="2011" w="1788">
                  <a:moveTo>
                    <a:pt x="495" y="0"/>
                  </a:moveTo>
                  <a:cubicBezTo>
                    <a:pt x="458" y="0"/>
                    <a:pt x="427" y="25"/>
                    <a:pt x="427" y="84"/>
                  </a:cubicBezTo>
                  <a:cubicBezTo>
                    <a:pt x="402" y="510"/>
                    <a:pt x="402" y="911"/>
                    <a:pt x="376" y="1337"/>
                  </a:cubicBezTo>
                  <a:cubicBezTo>
                    <a:pt x="376" y="1411"/>
                    <a:pt x="445" y="1499"/>
                    <a:pt x="522" y="1499"/>
                  </a:cubicBezTo>
                  <a:cubicBezTo>
                    <a:pt x="548" y="1499"/>
                    <a:pt x="576" y="1488"/>
                    <a:pt x="602" y="1462"/>
                  </a:cubicBezTo>
                  <a:cubicBezTo>
                    <a:pt x="727" y="1387"/>
                    <a:pt x="878" y="1262"/>
                    <a:pt x="1028" y="1212"/>
                  </a:cubicBezTo>
                  <a:cubicBezTo>
                    <a:pt x="1080" y="1186"/>
                    <a:pt x="1128" y="1173"/>
                    <a:pt x="1173" y="1173"/>
                  </a:cubicBezTo>
                  <a:cubicBezTo>
                    <a:pt x="1300" y="1173"/>
                    <a:pt x="1392" y="1276"/>
                    <a:pt x="1429" y="1462"/>
                  </a:cubicBezTo>
                  <a:cubicBezTo>
                    <a:pt x="1354" y="1537"/>
                    <a:pt x="1279" y="1588"/>
                    <a:pt x="1204" y="1613"/>
                  </a:cubicBezTo>
                  <a:cubicBezTo>
                    <a:pt x="878" y="1713"/>
                    <a:pt x="502" y="1713"/>
                    <a:pt x="176" y="1713"/>
                  </a:cubicBezTo>
                  <a:cubicBezTo>
                    <a:pt x="1" y="1713"/>
                    <a:pt x="51" y="1963"/>
                    <a:pt x="176" y="1989"/>
                  </a:cubicBezTo>
                  <a:cubicBezTo>
                    <a:pt x="271" y="2000"/>
                    <a:pt x="413" y="2011"/>
                    <a:pt x="573" y="2011"/>
                  </a:cubicBezTo>
                  <a:cubicBezTo>
                    <a:pt x="1087" y="2011"/>
                    <a:pt x="1787" y="1903"/>
                    <a:pt x="1730" y="1387"/>
                  </a:cubicBezTo>
                  <a:cubicBezTo>
                    <a:pt x="1730" y="1136"/>
                    <a:pt x="1479" y="936"/>
                    <a:pt x="1254" y="911"/>
                  </a:cubicBezTo>
                  <a:cubicBezTo>
                    <a:pt x="1213" y="902"/>
                    <a:pt x="1173" y="898"/>
                    <a:pt x="1134" y="898"/>
                  </a:cubicBezTo>
                  <a:cubicBezTo>
                    <a:pt x="957" y="898"/>
                    <a:pt x="796" y="984"/>
                    <a:pt x="652" y="1086"/>
                  </a:cubicBezTo>
                  <a:cubicBezTo>
                    <a:pt x="652" y="760"/>
                    <a:pt x="627" y="460"/>
                    <a:pt x="627" y="134"/>
                  </a:cubicBezTo>
                  <a:cubicBezTo>
                    <a:pt x="627" y="58"/>
                    <a:pt x="553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7" name="Google Shape;11467;p21"/>
            <p:cNvSpPr/>
            <p:nvPr/>
          </p:nvSpPr>
          <p:spPr>
            <a:xfrm>
              <a:off x="6255000" y="1287300"/>
              <a:ext cx="30525" cy="9800"/>
            </a:xfrm>
            <a:custGeom>
              <a:rect b="b" l="l" r="r" t="t"/>
              <a:pathLst>
                <a:path extrusionOk="0" h="392" w="1221">
                  <a:moveTo>
                    <a:pt x="633" y="1"/>
                  </a:moveTo>
                  <a:cubicBezTo>
                    <a:pt x="472" y="1"/>
                    <a:pt x="310" y="20"/>
                    <a:pt x="193" y="31"/>
                  </a:cubicBezTo>
                  <a:cubicBezTo>
                    <a:pt x="1" y="55"/>
                    <a:pt x="62" y="333"/>
                    <a:pt x="245" y="333"/>
                  </a:cubicBezTo>
                  <a:cubicBezTo>
                    <a:pt x="252" y="333"/>
                    <a:pt x="260" y="333"/>
                    <a:pt x="268" y="332"/>
                  </a:cubicBezTo>
                  <a:cubicBezTo>
                    <a:pt x="444" y="332"/>
                    <a:pt x="619" y="332"/>
                    <a:pt x="820" y="357"/>
                  </a:cubicBezTo>
                  <a:cubicBezTo>
                    <a:pt x="888" y="371"/>
                    <a:pt x="949" y="392"/>
                    <a:pt x="1011" y="392"/>
                  </a:cubicBezTo>
                  <a:cubicBezTo>
                    <a:pt x="1062" y="392"/>
                    <a:pt x="1114" y="377"/>
                    <a:pt x="1171" y="332"/>
                  </a:cubicBezTo>
                  <a:cubicBezTo>
                    <a:pt x="1221" y="307"/>
                    <a:pt x="1196" y="231"/>
                    <a:pt x="1171" y="181"/>
                  </a:cubicBezTo>
                  <a:cubicBezTo>
                    <a:pt x="1069" y="37"/>
                    <a:pt x="852" y="1"/>
                    <a:pt x="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8" name="Google Shape;11468;p21"/>
            <p:cNvSpPr/>
            <p:nvPr/>
          </p:nvSpPr>
          <p:spPr>
            <a:xfrm>
              <a:off x="6334375" y="1284100"/>
              <a:ext cx="37000" cy="37050"/>
            </a:xfrm>
            <a:custGeom>
              <a:rect b="b" l="l" r="r" t="t"/>
              <a:pathLst>
                <a:path extrusionOk="0" h="1482" w="1480">
                  <a:moveTo>
                    <a:pt x="916" y="0"/>
                  </a:moveTo>
                  <a:cubicBezTo>
                    <a:pt x="875" y="0"/>
                    <a:pt x="838" y="25"/>
                    <a:pt x="828" y="84"/>
                  </a:cubicBezTo>
                  <a:cubicBezTo>
                    <a:pt x="803" y="334"/>
                    <a:pt x="752" y="560"/>
                    <a:pt x="677" y="786"/>
                  </a:cubicBezTo>
                  <a:cubicBezTo>
                    <a:pt x="502" y="811"/>
                    <a:pt x="326" y="836"/>
                    <a:pt x="176" y="836"/>
                  </a:cubicBezTo>
                  <a:cubicBezTo>
                    <a:pt x="1" y="861"/>
                    <a:pt x="76" y="1111"/>
                    <a:pt x="201" y="1111"/>
                  </a:cubicBezTo>
                  <a:cubicBezTo>
                    <a:pt x="326" y="1086"/>
                    <a:pt x="452" y="1061"/>
                    <a:pt x="577" y="1061"/>
                  </a:cubicBezTo>
                  <a:cubicBezTo>
                    <a:pt x="527" y="1161"/>
                    <a:pt x="502" y="1262"/>
                    <a:pt x="527" y="1362"/>
                  </a:cubicBezTo>
                  <a:cubicBezTo>
                    <a:pt x="527" y="1435"/>
                    <a:pt x="581" y="1482"/>
                    <a:pt x="639" y="1482"/>
                  </a:cubicBezTo>
                  <a:cubicBezTo>
                    <a:pt x="660" y="1482"/>
                    <a:pt x="682" y="1476"/>
                    <a:pt x="702" y="1462"/>
                  </a:cubicBezTo>
                  <a:cubicBezTo>
                    <a:pt x="828" y="1362"/>
                    <a:pt x="903" y="1187"/>
                    <a:pt x="928" y="1011"/>
                  </a:cubicBezTo>
                  <a:cubicBezTo>
                    <a:pt x="1103" y="1011"/>
                    <a:pt x="1304" y="1011"/>
                    <a:pt x="1429" y="911"/>
                  </a:cubicBezTo>
                  <a:cubicBezTo>
                    <a:pt x="1479" y="861"/>
                    <a:pt x="1479" y="786"/>
                    <a:pt x="1429" y="760"/>
                  </a:cubicBezTo>
                  <a:cubicBezTo>
                    <a:pt x="1341" y="731"/>
                    <a:pt x="1253" y="719"/>
                    <a:pt x="1165" y="719"/>
                  </a:cubicBezTo>
                  <a:cubicBezTo>
                    <a:pt x="1103" y="719"/>
                    <a:pt x="1040" y="725"/>
                    <a:pt x="978" y="735"/>
                  </a:cubicBezTo>
                  <a:cubicBezTo>
                    <a:pt x="1028" y="535"/>
                    <a:pt x="1053" y="334"/>
                    <a:pt x="1053" y="134"/>
                  </a:cubicBezTo>
                  <a:cubicBezTo>
                    <a:pt x="1053" y="58"/>
                    <a:pt x="979" y="0"/>
                    <a:pt x="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9" name="Google Shape;11469;p21"/>
            <p:cNvSpPr/>
            <p:nvPr/>
          </p:nvSpPr>
          <p:spPr>
            <a:xfrm>
              <a:off x="6379900" y="1245050"/>
              <a:ext cx="273425" cy="77750"/>
            </a:xfrm>
            <a:custGeom>
              <a:rect b="b" l="l" r="r" t="t"/>
              <a:pathLst>
                <a:path extrusionOk="0" h="3110" w="10937">
                  <a:moveTo>
                    <a:pt x="2086" y="1"/>
                  </a:moveTo>
                  <a:cubicBezTo>
                    <a:pt x="1680" y="1"/>
                    <a:pt x="1294" y="60"/>
                    <a:pt x="1087" y="292"/>
                  </a:cubicBezTo>
                  <a:cubicBezTo>
                    <a:pt x="886" y="518"/>
                    <a:pt x="886" y="944"/>
                    <a:pt x="861" y="1195"/>
                  </a:cubicBezTo>
                  <a:cubicBezTo>
                    <a:pt x="811" y="1671"/>
                    <a:pt x="761" y="2147"/>
                    <a:pt x="711" y="2623"/>
                  </a:cubicBezTo>
                  <a:cubicBezTo>
                    <a:pt x="535" y="2348"/>
                    <a:pt x="360" y="2047"/>
                    <a:pt x="185" y="1746"/>
                  </a:cubicBezTo>
                  <a:cubicBezTo>
                    <a:pt x="168" y="1721"/>
                    <a:pt x="140" y="1710"/>
                    <a:pt x="112" y="1710"/>
                  </a:cubicBezTo>
                  <a:cubicBezTo>
                    <a:pt x="57" y="1710"/>
                    <a:pt x="1" y="1754"/>
                    <a:pt x="34" y="1821"/>
                  </a:cubicBezTo>
                  <a:cubicBezTo>
                    <a:pt x="235" y="2222"/>
                    <a:pt x="460" y="2623"/>
                    <a:pt x="686" y="3024"/>
                  </a:cubicBezTo>
                  <a:cubicBezTo>
                    <a:pt x="712" y="3077"/>
                    <a:pt x="774" y="3109"/>
                    <a:pt x="826" y="3109"/>
                  </a:cubicBezTo>
                  <a:cubicBezTo>
                    <a:pt x="872" y="3109"/>
                    <a:pt x="911" y="3083"/>
                    <a:pt x="911" y="3024"/>
                  </a:cubicBezTo>
                  <a:cubicBezTo>
                    <a:pt x="1037" y="2072"/>
                    <a:pt x="836" y="718"/>
                    <a:pt x="1889" y="317"/>
                  </a:cubicBezTo>
                  <a:cubicBezTo>
                    <a:pt x="2002" y="272"/>
                    <a:pt x="2155" y="257"/>
                    <a:pt x="2325" y="257"/>
                  </a:cubicBezTo>
                  <a:cubicBezTo>
                    <a:pt x="2723" y="257"/>
                    <a:pt x="3212" y="343"/>
                    <a:pt x="3493" y="343"/>
                  </a:cubicBezTo>
                  <a:cubicBezTo>
                    <a:pt x="3969" y="343"/>
                    <a:pt x="4445" y="343"/>
                    <a:pt x="4921" y="368"/>
                  </a:cubicBezTo>
                  <a:cubicBezTo>
                    <a:pt x="6342" y="386"/>
                    <a:pt x="7775" y="445"/>
                    <a:pt x="9213" y="445"/>
                  </a:cubicBezTo>
                  <a:cubicBezTo>
                    <a:pt x="9728" y="445"/>
                    <a:pt x="10245" y="438"/>
                    <a:pt x="10761" y="418"/>
                  </a:cubicBezTo>
                  <a:cubicBezTo>
                    <a:pt x="10937" y="418"/>
                    <a:pt x="10886" y="117"/>
                    <a:pt x="10736" y="117"/>
                  </a:cubicBezTo>
                  <a:cubicBezTo>
                    <a:pt x="9580" y="47"/>
                    <a:pt x="8412" y="26"/>
                    <a:pt x="7244" y="26"/>
                  </a:cubicBezTo>
                  <a:cubicBezTo>
                    <a:pt x="5906" y="26"/>
                    <a:pt x="4567" y="53"/>
                    <a:pt x="3242" y="67"/>
                  </a:cubicBezTo>
                  <a:cubicBezTo>
                    <a:pt x="2960" y="67"/>
                    <a:pt x="2512" y="1"/>
                    <a:pt x="2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0" name="Google Shape;11470;p21"/>
            <p:cNvSpPr/>
            <p:nvPr/>
          </p:nvSpPr>
          <p:spPr>
            <a:xfrm>
              <a:off x="6441975" y="1278000"/>
              <a:ext cx="42800" cy="51575"/>
            </a:xfrm>
            <a:custGeom>
              <a:rect b="b" l="l" r="r" t="t"/>
              <a:pathLst>
                <a:path extrusionOk="0" h="2063" w="1712">
                  <a:moveTo>
                    <a:pt x="405" y="1"/>
                  </a:moveTo>
                  <a:cubicBezTo>
                    <a:pt x="367" y="1"/>
                    <a:pt x="333" y="22"/>
                    <a:pt x="333" y="77"/>
                  </a:cubicBezTo>
                  <a:cubicBezTo>
                    <a:pt x="333" y="528"/>
                    <a:pt x="283" y="979"/>
                    <a:pt x="283" y="1456"/>
                  </a:cubicBezTo>
                  <a:cubicBezTo>
                    <a:pt x="283" y="1525"/>
                    <a:pt x="368" y="1619"/>
                    <a:pt x="445" y="1619"/>
                  </a:cubicBezTo>
                  <a:cubicBezTo>
                    <a:pt x="479" y="1619"/>
                    <a:pt x="511" y="1602"/>
                    <a:pt x="534" y="1556"/>
                  </a:cubicBezTo>
                  <a:cubicBezTo>
                    <a:pt x="634" y="1405"/>
                    <a:pt x="709" y="1255"/>
                    <a:pt x="860" y="1155"/>
                  </a:cubicBezTo>
                  <a:cubicBezTo>
                    <a:pt x="933" y="1106"/>
                    <a:pt x="1002" y="1081"/>
                    <a:pt x="1063" y="1081"/>
                  </a:cubicBezTo>
                  <a:cubicBezTo>
                    <a:pt x="1189" y="1081"/>
                    <a:pt x="1285" y="1186"/>
                    <a:pt x="1336" y="1405"/>
                  </a:cubicBezTo>
                  <a:cubicBezTo>
                    <a:pt x="1311" y="1506"/>
                    <a:pt x="1235" y="1581"/>
                    <a:pt x="1160" y="1631"/>
                  </a:cubicBezTo>
                  <a:cubicBezTo>
                    <a:pt x="1042" y="1705"/>
                    <a:pt x="802" y="1770"/>
                    <a:pt x="589" y="1770"/>
                  </a:cubicBezTo>
                  <a:cubicBezTo>
                    <a:pt x="440" y="1770"/>
                    <a:pt x="305" y="1738"/>
                    <a:pt x="233" y="1656"/>
                  </a:cubicBezTo>
                  <a:cubicBezTo>
                    <a:pt x="209" y="1638"/>
                    <a:pt x="182" y="1630"/>
                    <a:pt x="156" y="1630"/>
                  </a:cubicBezTo>
                  <a:cubicBezTo>
                    <a:pt x="74" y="1630"/>
                    <a:pt x="0" y="1711"/>
                    <a:pt x="58" y="1806"/>
                  </a:cubicBezTo>
                  <a:cubicBezTo>
                    <a:pt x="158" y="2007"/>
                    <a:pt x="347" y="2063"/>
                    <a:pt x="559" y="2063"/>
                  </a:cubicBezTo>
                  <a:cubicBezTo>
                    <a:pt x="665" y="2063"/>
                    <a:pt x="776" y="2049"/>
                    <a:pt x="885" y="2032"/>
                  </a:cubicBezTo>
                  <a:cubicBezTo>
                    <a:pt x="1235" y="2007"/>
                    <a:pt x="1586" y="1806"/>
                    <a:pt x="1662" y="1431"/>
                  </a:cubicBezTo>
                  <a:cubicBezTo>
                    <a:pt x="1712" y="1105"/>
                    <a:pt x="1511" y="854"/>
                    <a:pt x="1210" y="804"/>
                  </a:cubicBezTo>
                  <a:cubicBezTo>
                    <a:pt x="1154" y="789"/>
                    <a:pt x="1101" y="782"/>
                    <a:pt x="1049" y="782"/>
                  </a:cubicBezTo>
                  <a:cubicBezTo>
                    <a:pt x="846" y="782"/>
                    <a:pt x="679" y="890"/>
                    <a:pt x="559" y="1030"/>
                  </a:cubicBezTo>
                  <a:cubicBezTo>
                    <a:pt x="534" y="704"/>
                    <a:pt x="534" y="403"/>
                    <a:pt x="509" y="77"/>
                  </a:cubicBezTo>
                  <a:cubicBezTo>
                    <a:pt x="509" y="35"/>
                    <a:pt x="454" y="1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1" name="Google Shape;11471;p21"/>
            <p:cNvSpPr/>
            <p:nvPr/>
          </p:nvSpPr>
          <p:spPr>
            <a:xfrm>
              <a:off x="6481950" y="1268900"/>
              <a:ext cx="35400" cy="27425"/>
            </a:xfrm>
            <a:custGeom>
              <a:rect b="b" l="l" r="r" t="t"/>
              <a:pathLst>
                <a:path extrusionOk="0" h="1097" w="1416">
                  <a:moveTo>
                    <a:pt x="256" y="0"/>
                  </a:moveTo>
                  <a:cubicBezTo>
                    <a:pt x="175" y="0"/>
                    <a:pt x="97" y="47"/>
                    <a:pt x="37" y="165"/>
                  </a:cubicBezTo>
                  <a:cubicBezTo>
                    <a:pt x="1" y="221"/>
                    <a:pt x="86" y="303"/>
                    <a:pt x="153" y="303"/>
                  </a:cubicBezTo>
                  <a:cubicBezTo>
                    <a:pt x="177" y="303"/>
                    <a:pt x="200" y="292"/>
                    <a:pt x="213" y="266"/>
                  </a:cubicBezTo>
                  <a:cubicBezTo>
                    <a:pt x="228" y="250"/>
                    <a:pt x="242" y="244"/>
                    <a:pt x="253" y="244"/>
                  </a:cubicBezTo>
                  <a:cubicBezTo>
                    <a:pt x="338" y="244"/>
                    <a:pt x="338" y="592"/>
                    <a:pt x="338" y="592"/>
                  </a:cubicBezTo>
                  <a:cubicBezTo>
                    <a:pt x="338" y="667"/>
                    <a:pt x="338" y="717"/>
                    <a:pt x="363" y="792"/>
                  </a:cubicBezTo>
                  <a:cubicBezTo>
                    <a:pt x="413" y="917"/>
                    <a:pt x="489" y="1018"/>
                    <a:pt x="614" y="1068"/>
                  </a:cubicBezTo>
                  <a:cubicBezTo>
                    <a:pt x="667" y="1089"/>
                    <a:pt x="720" y="1097"/>
                    <a:pt x="773" y="1097"/>
                  </a:cubicBezTo>
                  <a:cubicBezTo>
                    <a:pt x="845" y="1097"/>
                    <a:pt x="917" y="1082"/>
                    <a:pt x="990" y="1068"/>
                  </a:cubicBezTo>
                  <a:cubicBezTo>
                    <a:pt x="1115" y="1043"/>
                    <a:pt x="1291" y="1043"/>
                    <a:pt x="1391" y="917"/>
                  </a:cubicBezTo>
                  <a:cubicBezTo>
                    <a:pt x="1416" y="892"/>
                    <a:pt x="1391" y="842"/>
                    <a:pt x="1366" y="792"/>
                  </a:cubicBezTo>
                  <a:cubicBezTo>
                    <a:pt x="1306" y="718"/>
                    <a:pt x="1230" y="696"/>
                    <a:pt x="1146" y="696"/>
                  </a:cubicBezTo>
                  <a:cubicBezTo>
                    <a:pt x="1088" y="696"/>
                    <a:pt x="1026" y="707"/>
                    <a:pt x="965" y="717"/>
                  </a:cubicBezTo>
                  <a:cubicBezTo>
                    <a:pt x="898" y="730"/>
                    <a:pt x="824" y="758"/>
                    <a:pt x="762" y="758"/>
                  </a:cubicBezTo>
                  <a:cubicBezTo>
                    <a:pt x="707" y="758"/>
                    <a:pt x="662" y="737"/>
                    <a:pt x="639" y="667"/>
                  </a:cubicBezTo>
                  <a:cubicBezTo>
                    <a:pt x="614" y="566"/>
                    <a:pt x="639" y="441"/>
                    <a:pt x="614" y="366"/>
                  </a:cubicBezTo>
                  <a:cubicBezTo>
                    <a:pt x="581" y="183"/>
                    <a:pt x="415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2" name="Google Shape;11472;p21"/>
            <p:cNvSpPr/>
            <p:nvPr/>
          </p:nvSpPr>
          <p:spPr>
            <a:xfrm>
              <a:off x="6523800" y="1310425"/>
              <a:ext cx="53075" cy="12150"/>
            </a:xfrm>
            <a:custGeom>
              <a:rect b="b" l="l" r="r" t="t"/>
              <a:pathLst>
                <a:path extrusionOk="0" h="486" w="2123">
                  <a:moveTo>
                    <a:pt x="1513" y="0"/>
                  </a:moveTo>
                  <a:cubicBezTo>
                    <a:pt x="1075" y="0"/>
                    <a:pt x="597" y="107"/>
                    <a:pt x="193" y="184"/>
                  </a:cubicBezTo>
                  <a:cubicBezTo>
                    <a:pt x="1" y="208"/>
                    <a:pt x="85" y="486"/>
                    <a:pt x="248" y="486"/>
                  </a:cubicBezTo>
                  <a:cubicBezTo>
                    <a:pt x="254" y="486"/>
                    <a:pt x="261" y="485"/>
                    <a:pt x="268" y="484"/>
                  </a:cubicBezTo>
                  <a:cubicBezTo>
                    <a:pt x="544" y="434"/>
                    <a:pt x="820" y="409"/>
                    <a:pt x="1095" y="384"/>
                  </a:cubicBezTo>
                  <a:cubicBezTo>
                    <a:pt x="1164" y="378"/>
                    <a:pt x="1235" y="376"/>
                    <a:pt x="1306" y="376"/>
                  </a:cubicBezTo>
                  <a:cubicBezTo>
                    <a:pt x="1378" y="376"/>
                    <a:pt x="1451" y="378"/>
                    <a:pt x="1525" y="378"/>
                  </a:cubicBezTo>
                  <a:cubicBezTo>
                    <a:pt x="1672" y="378"/>
                    <a:pt x="1822" y="372"/>
                    <a:pt x="1973" y="334"/>
                  </a:cubicBezTo>
                  <a:cubicBezTo>
                    <a:pt x="2123" y="284"/>
                    <a:pt x="2023" y="58"/>
                    <a:pt x="1897" y="33"/>
                  </a:cubicBezTo>
                  <a:cubicBezTo>
                    <a:pt x="1775" y="10"/>
                    <a:pt x="1646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3" name="Google Shape;11473;p21"/>
            <p:cNvSpPr/>
            <p:nvPr/>
          </p:nvSpPr>
          <p:spPr>
            <a:xfrm>
              <a:off x="6581250" y="1283075"/>
              <a:ext cx="36800" cy="48550"/>
            </a:xfrm>
            <a:custGeom>
              <a:rect b="b" l="l" r="r" t="t"/>
              <a:pathLst>
                <a:path extrusionOk="0" h="1942" w="1472">
                  <a:moveTo>
                    <a:pt x="128" y="0"/>
                  </a:moveTo>
                  <a:cubicBezTo>
                    <a:pt x="94" y="0"/>
                    <a:pt x="61" y="22"/>
                    <a:pt x="50" y="75"/>
                  </a:cubicBezTo>
                  <a:cubicBezTo>
                    <a:pt x="0" y="375"/>
                    <a:pt x="151" y="726"/>
                    <a:pt x="451" y="877"/>
                  </a:cubicBezTo>
                  <a:cubicBezTo>
                    <a:pt x="534" y="918"/>
                    <a:pt x="647" y="937"/>
                    <a:pt x="766" y="937"/>
                  </a:cubicBezTo>
                  <a:cubicBezTo>
                    <a:pt x="863" y="937"/>
                    <a:pt x="963" y="924"/>
                    <a:pt x="1053" y="902"/>
                  </a:cubicBezTo>
                  <a:lnTo>
                    <a:pt x="1053" y="902"/>
                  </a:lnTo>
                  <a:cubicBezTo>
                    <a:pt x="1028" y="952"/>
                    <a:pt x="1003" y="1002"/>
                    <a:pt x="1003" y="1052"/>
                  </a:cubicBezTo>
                  <a:cubicBezTo>
                    <a:pt x="928" y="1303"/>
                    <a:pt x="827" y="1553"/>
                    <a:pt x="827" y="1804"/>
                  </a:cubicBezTo>
                  <a:cubicBezTo>
                    <a:pt x="827" y="1859"/>
                    <a:pt x="895" y="1942"/>
                    <a:pt x="961" y="1942"/>
                  </a:cubicBezTo>
                  <a:cubicBezTo>
                    <a:pt x="984" y="1942"/>
                    <a:pt x="1008" y="1931"/>
                    <a:pt x="1028" y="1904"/>
                  </a:cubicBezTo>
                  <a:cubicBezTo>
                    <a:pt x="1153" y="1679"/>
                    <a:pt x="1178" y="1428"/>
                    <a:pt x="1253" y="1177"/>
                  </a:cubicBezTo>
                  <a:cubicBezTo>
                    <a:pt x="1304" y="902"/>
                    <a:pt x="1379" y="626"/>
                    <a:pt x="1454" y="350"/>
                  </a:cubicBezTo>
                  <a:cubicBezTo>
                    <a:pt x="1472" y="262"/>
                    <a:pt x="1377" y="173"/>
                    <a:pt x="1302" y="173"/>
                  </a:cubicBezTo>
                  <a:cubicBezTo>
                    <a:pt x="1271" y="173"/>
                    <a:pt x="1243" y="188"/>
                    <a:pt x="1228" y="225"/>
                  </a:cubicBezTo>
                  <a:cubicBezTo>
                    <a:pt x="1203" y="325"/>
                    <a:pt x="1203" y="400"/>
                    <a:pt x="1178" y="476"/>
                  </a:cubicBezTo>
                  <a:lnTo>
                    <a:pt x="1153" y="476"/>
                  </a:lnTo>
                  <a:cubicBezTo>
                    <a:pt x="991" y="499"/>
                    <a:pt x="872" y="629"/>
                    <a:pt x="697" y="629"/>
                  </a:cubicBezTo>
                  <a:cubicBezTo>
                    <a:pt x="682" y="629"/>
                    <a:pt x="667" y="628"/>
                    <a:pt x="652" y="626"/>
                  </a:cubicBezTo>
                  <a:cubicBezTo>
                    <a:pt x="376" y="576"/>
                    <a:pt x="226" y="350"/>
                    <a:pt x="226" y="100"/>
                  </a:cubicBezTo>
                  <a:cubicBezTo>
                    <a:pt x="226" y="42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4" name="Google Shape;11474;p21"/>
            <p:cNvSpPr/>
            <p:nvPr/>
          </p:nvSpPr>
          <p:spPr>
            <a:xfrm>
              <a:off x="6626975" y="1299300"/>
              <a:ext cx="36375" cy="29225"/>
            </a:xfrm>
            <a:custGeom>
              <a:rect b="b" l="l" r="r" t="t"/>
              <a:pathLst>
                <a:path extrusionOk="0" h="1169" w="1455">
                  <a:moveTo>
                    <a:pt x="1032" y="0"/>
                  </a:moveTo>
                  <a:cubicBezTo>
                    <a:pt x="633" y="0"/>
                    <a:pt x="264" y="199"/>
                    <a:pt x="51" y="553"/>
                  </a:cubicBezTo>
                  <a:cubicBezTo>
                    <a:pt x="1" y="604"/>
                    <a:pt x="26" y="679"/>
                    <a:pt x="51" y="729"/>
                  </a:cubicBezTo>
                  <a:cubicBezTo>
                    <a:pt x="139" y="852"/>
                    <a:pt x="276" y="913"/>
                    <a:pt x="419" y="913"/>
                  </a:cubicBezTo>
                  <a:cubicBezTo>
                    <a:pt x="480" y="913"/>
                    <a:pt x="542" y="902"/>
                    <a:pt x="602" y="879"/>
                  </a:cubicBezTo>
                  <a:cubicBezTo>
                    <a:pt x="803" y="829"/>
                    <a:pt x="928" y="704"/>
                    <a:pt x="1079" y="579"/>
                  </a:cubicBezTo>
                  <a:cubicBezTo>
                    <a:pt x="1079" y="754"/>
                    <a:pt x="1079" y="954"/>
                    <a:pt x="1154" y="1080"/>
                  </a:cubicBezTo>
                  <a:cubicBezTo>
                    <a:pt x="1182" y="1136"/>
                    <a:pt x="1234" y="1169"/>
                    <a:pt x="1283" y="1169"/>
                  </a:cubicBezTo>
                  <a:cubicBezTo>
                    <a:pt x="1321" y="1169"/>
                    <a:pt x="1357" y="1149"/>
                    <a:pt x="1379" y="1105"/>
                  </a:cubicBezTo>
                  <a:cubicBezTo>
                    <a:pt x="1455" y="879"/>
                    <a:pt x="1379" y="579"/>
                    <a:pt x="1379" y="353"/>
                  </a:cubicBezTo>
                  <a:cubicBezTo>
                    <a:pt x="1357" y="263"/>
                    <a:pt x="1294" y="174"/>
                    <a:pt x="1192" y="174"/>
                  </a:cubicBezTo>
                  <a:cubicBezTo>
                    <a:pt x="1180" y="174"/>
                    <a:pt x="1167" y="175"/>
                    <a:pt x="1154" y="178"/>
                  </a:cubicBezTo>
                  <a:cubicBezTo>
                    <a:pt x="1003" y="228"/>
                    <a:pt x="878" y="353"/>
                    <a:pt x="728" y="453"/>
                  </a:cubicBezTo>
                  <a:cubicBezTo>
                    <a:pt x="659" y="522"/>
                    <a:pt x="507" y="632"/>
                    <a:pt x="386" y="632"/>
                  </a:cubicBezTo>
                  <a:cubicBezTo>
                    <a:pt x="374" y="632"/>
                    <a:pt x="363" y="631"/>
                    <a:pt x="352" y="629"/>
                  </a:cubicBezTo>
                  <a:cubicBezTo>
                    <a:pt x="527" y="353"/>
                    <a:pt x="803" y="203"/>
                    <a:pt x="1129" y="178"/>
                  </a:cubicBezTo>
                  <a:cubicBezTo>
                    <a:pt x="1229" y="152"/>
                    <a:pt x="1179" y="2"/>
                    <a:pt x="1104" y="2"/>
                  </a:cubicBezTo>
                  <a:cubicBezTo>
                    <a:pt x="1080" y="1"/>
                    <a:pt x="1056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5" name="Google Shape;11475;p21"/>
            <p:cNvSpPr/>
            <p:nvPr/>
          </p:nvSpPr>
          <p:spPr>
            <a:xfrm>
              <a:off x="6673350" y="1296825"/>
              <a:ext cx="38875" cy="34700"/>
            </a:xfrm>
            <a:custGeom>
              <a:rect b="b" l="l" r="r" t="t"/>
              <a:pathLst>
                <a:path extrusionOk="0" h="1388" w="1555">
                  <a:moveTo>
                    <a:pt x="1028" y="1"/>
                  </a:moveTo>
                  <a:cubicBezTo>
                    <a:pt x="552" y="1"/>
                    <a:pt x="1" y="402"/>
                    <a:pt x="101" y="953"/>
                  </a:cubicBezTo>
                  <a:cubicBezTo>
                    <a:pt x="151" y="1229"/>
                    <a:pt x="351" y="1354"/>
                    <a:pt x="602" y="1379"/>
                  </a:cubicBezTo>
                  <a:cubicBezTo>
                    <a:pt x="655" y="1384"/>
                    <a:pt x="715" y="1387"/>
                    <a:pt x="776" y="1387"/>
                  </a:cubicBezTo>
                  <a:cubicBezTo>
                    <a:pt x="1033" y="1387"/>
                    <a:pt x="1338" y="1336"/>
                    <a:pt x="1479" y="1154"/>
                  </a:cubicBezTo>
                  <a:cubicBezTo>
                    <a:pt x="1554" y="1079"/>
                    <a:pt x="1479" y="953"/>
                    <a:pt x="1404" y="953"/>
                  </a:cubicBezTo>
                  <a:cubicBezTo>
                    <a:pt x="1396" y="952"/>
                    <a:pt x="1387" y="952"/>
                    <a:pt x="1376" y="952"/>
                  </a:cubicBezTo>
                  <a:cubicBezTo>
                    <a:pt x="1232" y="952"/>
                    <a:pt x="901" y="1049"/>
                    <a:pt x="665" y="1049"/>
                  </a:cubicBezTo>
                  <a:cubicBezTo>
                    <a:pt x="514" y="1049"/>
                    <a:pt x="402" y="1009"/>
                    <a:pt x="402" y="878"/>
                  </a:cubicBezTo>
                  <a:cubicBezTo>
                    <a:pt x="402" y="552"/>
                    <a:pt x="777" y="277"/>
                    <a:pt x="1078" y="226"/>
                  </a:cubicBezTo>
                  <a:cubicBezTo>
                    <a:pt x="1204" y="201"/>
                    <a:pt x="11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6" name="Google Shape;11476;p21"/>
            <p:cNvSpPr/>
            <p:nvPr/>
          </p:nvSpPr>
          <p:spPr>
            <a:xfrm>
              <a:off x="6295525" y="1342575"/>
              <a:ext cx="356550" cy="21250"/>
            </a:xfrm>
            <a:custGeom>
              <a:rect b="b" l="l" r="r" t="t"/>
              <a:pathLst>
                <a:path extrusionOk="0" h="850" w="14262">
                  <a:moveTo>
                    <a:pt x="126" y="0"/>
                  </a:moveTo>
                  <a:cubicBezTo>
                    <a:pt x="1" y="0"/>
                    <a:pt x="26" y="201"/>
                    <a:pt x="126" y="201"/>
                  </a:cubicBezTo>
                  <a:cubicBezTo>
                    <a:pt x="2507" y="477"/>
                    <a:pt x="4913" y="602"/>
                    <a:pt x="7319" y="702"/>
                  </a:cubicBezTo>
                  <a:cubicBezTo>
                    <a:pt x="8744" y="750"/>
                    <a:pt x="10221" y="849"/>
                    <a:pt x="11676" y="849"/>
                  </a:cubicBezTo>
                  <a:cubicBezTo>
                    <a:pt x="12499" y="849"/>
                    <a:pt x="13315" y="818"/>
                    <a:pt x="14111" y="727"/>
                  </a:cubicBezTo>
                  <a:cubicBezTo>
                    <a:pt x="14261" y="702"/>
                    <a:pt x="14236" y="502"/>
                    <a:pt x="14111" y="477"/>
                  </a:cubicBezTo>
                  <a:cubicBezTo>
                    <a:pt x="13055" y="385"/>
                    <a:pt x="11983" y="367"/>
                    <a:pt x="10909" y="367"/>
                  </a:cubicBezTo>
                  <a:cubicBezTo>
                    <a:pt x="10204" y="367"/>
                    <a:pt x="9497" y="374"/>
                    <a:pt x="8794" y="374"/>
                  </a:cubicBezTo>
                  <a:cubicBezTo>
                    <a:pt x="8233" y="374"/>
                    <a:pt x="7673" y="369"/>
                    <a:pt x="7119" y="351"/>
                  </a:cubicBezTo>
                  <a:cubicBezTo>
                    <a:pt x="4788" y="251"/>
                    <a:pt x="2457" y="101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7" name="Google Shape;11477;p21"/>
            <p:cNvSpPr/>
            <p:nvPr/>
          </p:nvSpPr>
          <p:spPr>
            <a:xfrm>
              <a:off x="6402675" y="1373100"/>
              <a:ext cx="75050" cy="40425"/>
            </a:xfrm>
            <a:custGeom>
              <a:rect b="b" l="l" r="r" t="t"/>
              <a:pathLst>
                <a:path extrusionOk="0" h="1617" w="3002">
                  <a:moveTo>
                    <a:pt x="1148" y="1"/>
                  </a:moveTo>
                  <a:cubicBezTo>
                    <a:pt x="943" y="1"/>
                    <a:pt x="707" y="104"/>
                    <a:pt x="552" y="208"/>
                  </a:cubicBezTo>
                  <a:cubicBezTo>
                    <a:pt x="444" y="273"/>
                    <a:pt x="522" y="449"/>
                    <a:pt x="625" y="449"/>
                  </a:cubicBezTo>
                  <a:cubicBezTo>
                    <a:pt x="642" y="449"/>
                    <a:pt x="660" y="444"/>
                    <a:pt x="677" y="434"/>
                  </a:cubicBezTo>
                  <a:cubicBezTo>
                    <a:pt x="746" y="385"/>
                    <a:pt x="811" y="359"/>
                    <a:pt x="871" y="359"/>
                  </a:cubicBezTo>
                  <a:cubicBezTo>
                    <a:pt x="966" y="359"/>
                    <a:pt x="1052" y="422"/>
                    <a:pt x="1128" y="559"/>
                  </a:cubicBezTo>
                  <a:cubicBezTo>
                    <a:pt x="1028" y="634"/>
                    <a:pt x="903" y="709"/>
                    <a:pt x="777" y="784"/>
                  </a:cubicBezTo>
                  <a:cubicBezTo>
                    <a:pt x="577" y="885"/>
                    <a:pt x="376" y="960"/>
                    <a:pt x="176" y="1010"/>
                  </a:cubicBezTo>
                  <a:cubicBezTo>
                    <a:pt x="0" y="1060"/>
                    <a:pt x="126" y="1286"/>
                    <a:pt x="226" y="1311"/>
                  </a:cubicBezTo>
                  <a:cubicBezTo>
                    <a:pt x="752" y="1436"/>
                    <a:pt x="1304" y="1536"/>
                    <a:pt x="1830" y="1586"/>
                  </a:cubicBezTo>
                  <a:cubicBezTo>
                    <a:pt x="1989" y="1597"/>
                    <a:pt x="2144" y="1617"/>
                    <a:pt x="2293" y="1617"/>
                  </a:cubicBezTo>
                  <a:cubicBezTo>
                    <a:pt x="2494" y="1617"/>
                    <a:pt x="2684" y="1580"/>
                    <a:pt x="2858" y="1436"/>
                  </a:cubicBezTo>
                  <a:cubicBezTo>
                    <a:pt x="3002" y="1333"/>
                    <a:pt x="2858" y="1128"/>
                    <a:pt x="2719" y="1128"/>
                  </a:cubicBezTo>
                  <a:cubicBezTo>
                    <a:pt x="2689" y="1128"/>
                    <a:pt x="2659" y="1138"/>
                    <a:pt x="2632" y="1160"/>
                  </a:cubicBezTo>
                  <a:cubicBezTo>
                    <a:pt x="2483" y="1267"/>
                    <a:pt x="2292" y="1301"/>
                    <a:pt x="2092" y="1301"/>
                  </a:cubicBezTo>
                  <a:cubicBezTo>
                    <a:pt x="1822" y="1301"/>
                    <a:pt x="1534" y="1239"/>
                    <a:pt x="1304" y="1211"/>
                  </a:cubicBezTo>
                  <a:cubicBezTo>
                    <a:pt x="1153" y="1185"/>
                    <a:pt x="1003" y="1160"/>
                    <a:pt x="853" y="1135"/>
                  </a:cubicBezTo>
                  <a:cubicBezTo>
                    <a:pt x="1228" y="985"/>
                    <a:pt x="1655" y="709"/>
                    <a:pt x="1554" y="358"/>
                  </a:cubicBezTo>
                  <a:cubicBezTo>
                    <a:pt x="1506" y="92"/>
                    <a:pt x="1340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8" name="Google Shape;11478;p21"/>
            <p:cNvSpPr/>
            <p:nvPr/>
          </p:nvSpPr>
          <p:spPr>
            <a:xfrm>
              <a:off x="6485375" y="1381475"/>
              <a:ext cx="44375" cy="32650"/>
            </a:xfrm>
            <a:custGeom>
              <a:rect b="b" l="l" r="r" t="t"/>
              <a:pathLst>
                <a:path extrusionOk="0" h="1306" w="1775">
                  <a:moveTo>
                    <a:pt x="978" y="0"/>
                  </a:moveTo>
                  <a:cubicBezTo>
                    <a:pt x="822" y="0"/>
                    <a:pt x="663" y="65"/>
                    <a:pt x="527" y="174"/>
                  </a:cubicBezTo>
                  <a:cubicBezTo>
                    <a:pt x="301" y="349"/>
                    <a:pt x="1" y="650"/>
                    <a:pt x="201" y="926"/>
                  </a:cubicBezTo>
                  <a:cubicBezTo>
                    <a:pt x="288" y="1070"/>
                    <a:pt x="440" y="1123"/>
                    <a:pt x="602" y="1123"/>
                  </a:cubicBezTo>
                  <a:cubicBezTo>
                    <a:pt x="722" y="1123"/>
                    <a:pt x="846" y="1094"/>
                    <a:pt x="953" y="1051"/>
                  </a:cubicBezTo>
                  <a:cubicBezTo>
                    <a:pt x="1078" y="1001"/>
                    <a:pt x="1204" y="951"/>
                    <a:pt x="1304" y="850"/>
                  </a:cubicBezTo>
                  <a:cubicBezTo>
                    <a:pt x="1304" y="1051"/>
                    <a:pt x="1379" y="1201"/>
                    <a:pt x="1580" y="1302"/>
                  </a:cubicBezTo>
                  <a:cubicBezTo>
                    <a:pt x="1590" y="1304"/>
                    <a:pt x="1601" y="1305"/>
                    <a:pt x="1611" y="1305"/>
                  </a:cubicBezTo>
                  <a:cubicBezTo>
                    <a:pt x="1699" y="1305"/>
                    <a:pt x="1775" y="1216"/>
                    <a:pt x="1730" y="1126"/>
                  </a:cubicBezTo>
                  <a:cubicBezTo>
                    <a:pt x="1605" y="876"/>
                    <a:pt x="1580" y="675"/>
                    <a:pt x="1655" y="374"/>
                  </a:cubicBezTo>
                  <a:cubicBezTo>
                    <a:pt x="1672" y="272"/>
                    <a:pt x="1573" y="170"/>
                    <a:pt x="1493" y="170"/>
                  </a:cubicBezTo>
                  <a:cubicBezTo>
                    <a:pt x="1454" y="170"/>
                    <a:pt x="1420" y="193"/>
                    <a:pt x="1404" y="249"/>
                  </a:cubicBezTo>
                  <a:cubicBezTo>
                    <a:pt x="1304" y="575"/>
                    <a:pt x="953" y="825"/>
                    <a:pt x="602" y="825"/>
                  </a:cubicBezTo>
                  <a:cubicBezTo>
                    <a:pt x="502" y="825"/>
                    <a:pt x="402" y="825"/>
                    <a:pt x="477" y="675"/>
                  </a:cubicBezTo>
                  <a:cubicBezTo>
                    <a:pt x="502" y="600"/>
                    <a:pt x="602" y="525"/>
                    <a:pt x="652" y="475"/>
                  </a:cubicBezTo>
                  <a:cubicBezTo>
                    <a:pt x="759" y="350"/>
                    <a:pt x="905" y="237"/>
                    <a:pt x="1070" y="237"/>
                  </a:cubicBezTo>
                  <a:cubicBezTo>
                    <a:pt x="1137" y="237"/>
                    <a:pt x="1207" y="256"/>
                    <a:pt x="1279" y="299"/>
                  </a:cubicBezTo>
                  <a:cubicBezTo>
                    <a:pt x="1296" y="312"/>
                    <a:pt x="1312" y="318"/>
                    <a:pt x="1326" y="318"/>
                  </a:cubicBezTo>
                  <a:cubicBezTo>
                    <a:pt x="1393" y="318"/>
                    <a:pt x="1416" y="190"/>
                    <a:pt x="1354" y="149"/>
                  </a:cubicBezTo>
                  <a:cubicBezTo>
                    <a:pt x="1240" y="46"/>
                    <a:pt x="1110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79" name="Google Shape;11479;p21"/>
          <p:cNvGrpSpPr/>
          <p:nvPr/>
        </p:nvGrpSpPr>
        <p:grpSpPr>
          <a:xfrm rot="1514788">
            <a:off x="5041770" y="1187651"/>
            <a:ext cx="1376274" cy="908487"/>
            <a:chOff x="5248525" y="821375"/>
            <a:chExt cx="1082824" cy="694544"/>
          </a:xfrm>
        </p:grpSpPr>
        <p:sp>
          <p:nvSpPr>
            <p:cNvPr id="11480" name="Google Shape;11480;p21"/>
            <p:cNvSpPr/>
            <p:nvPr/>
          </p:nvSpPr>
          <p:spPr>
            <a:xfrm>
              <a:off x="5386964" y="1033865"/>
              <a:ext cx="843217" cy="475585"/>
            </a:xfrm>
            <a:custGeom>
              <a:rect b="b" l="l" r="r" t="t"/>
              <a:pathLst>
                <a:path extrusionOk="0" h="14027" w="24870">
                  <a:moveTo>
                    <a:pt x="2110" y="1"/>
                  </a:moveTo>
                  <a:lnTo>
                    <a:pt x="172" y="5463"/>
                  </a:lnTo>
                  <a:lnTo>
                    <a:pt x="0" y="5941"/>
                  </a:lnTo>
                  <a:lnTo>
                    <a:pt x="22760" y="14026"/>
                  </a:lnTo>
                  <a:lnTo>
                    <a:pt x="22995" y="13368"/>
                  </a:lnTo>
                  <a:lnTo>
                    <a:pt x="24870" y="8086"/>
                  </a:lnTo>
                  <a:lnTo>
                    <a:pt x="2110" y="1"/>
                  </a:lnTo>
                  <a:close/>
                </a:path>
              </a:pathLst>
            </a:custGeom>
            <a:solidFill>
              <a:srgbClr val="028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1" name="Google Shape;11481;p21"/>
            <p:cNvSpPr/>
            <p:nvPr/>
          </p:nvSpPr>
          <p:spPr>
            <a:xfrm>
              <a:off x="5455115" y="824528"/>
              <a:ext cx="851795" cy="486876"/>
            </a:xfrm>
            <a:custGeom>
              <a:rect b="b" l="l" r="r" t="t"/>
              <a:pathLst>
                <a:path extrusionOk="0" h="14360" w="25123">
                  <a:moveTo>
                    <a:pt x="2209" y="0"/>
                  </a:moveTo>
                  <a:lnTo>
                    <a:pt x="0" y="6220"/>
                  </a:lnTo>
                  <a:lnTo>
                    <a:pt x="22914" y="14359"/>
                  </a:lnTo>
                  <a:lnTo>
                    <a:pt x="25122" y="814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00AF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2" name="Google Shape;11482;p21"/>
            <p:cNvSpPr/>
            <p:nvPr/>
          </p:nvSpPr>
          <p:spPr>
            <a:xfrm>
              <a:off x="5343564" y="832157"/>
              <a:ext cx="980431" cy="665352"/>
            </a:xfrm>
            <a:custGeom>
              <a:rect b="b" l="l" r="r" t="t"/>
              <a:pathLst>
                <a:path extrusionOk="0" h="19624" w="28917">
                  <a:moveTo>
                    <a:pt x="3858" y="0"/>
                  </a:moveTo>
                  <a:lnTo>
                    <a:pt x="0" y="10853"/>
                  </a:lnTo>
                  <a:cubicBezTo>
                    <a:pt x="36" y="10889"/>
                    <a:pt x="72" y="10916"/>
                    <a:pt x="118" y="10934"/>
                  </a:cubicBezTo>
                  <a:lnTo>
                    <a:pt x="1452" y="11412"/>
                  </a:lnTo>
                  <a:lnTo>
                    <a:pt x="3390" y="5950"/>
                  </a:lnTo>
                  <a:lnTo>
                    <a:pt x="5328" y="496"/>
                  </a:lnTo>
                  <a:lnTo>
                    <a:pt x="3994" y="27"/>
                  </a:lnTo>
                  <a:cubicBezTo>
                    <a:pt x="3948" y="18"/>
                    <a:pt x="3903" y="9"/>
                    <a:pt x="3858" y="0"/>
                  </a:cubicBezTo>
                  <a:close/>
                  <a:moveTo>
                    <a:pt x="28061" y="8681"/>
                  </a:moveTo>
                  <a:lnTo>
                    <a:pt x="26150" y="14035"/>
                  </a:lnTo>
                  <a:lnTo>
                    <a:pt x="24275" y="19317"/>
                  </a:lnTo>
                  <a:lnTo>
                    <a:pt x="25140" y="19624"/>
                  </a:lnTo>
                  <a:lnTo>
                    <a:pt x="28917" y="8978"/>
                  </a:lnTo>
                  <a:lnTo>
                    <a:pt x="28061" y="8681"/>
                  </a:ln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3" name="Google Shape;11483;p21"/>
            <p:cNvSpPr/>
            <p:nvPr/>
          </p:nvSpPr>
          <p:spPr>
            <a:xfrm>
              <a:off x="5248525" y="830292"/>
              <a:ext cx="225875" cy="369870"/>
            </a:xfrm>
            <a:custGeom>
              <a:rect b="b" l="l" r="r" t="t"/>
              <a:pathLst>
                <a:path extrusionOk="0" h="10909" w="6662">
                  <a:moveTo>
                    <a:pt x="5792" y="0"/>
                  </a:moveTo>
                  <a:cubicBezTo>
                    <a:pt x="3890" y="0"/>
                    <a:pt x="2470" y="856"/>
                    <a:pt x="1550" y="2561"/>
                  </a:cubicBezTo>
                  <a:cubicBezTo>
                    <a:pt x="1019" y="3553"/>
                    <a:pt x="640" y="4607"/>
                    <a:pt x="424" y="5743"/>
                  </a:cubicBezTo>
                  <a:cubicBezTo>
                    <a:pt x="0" y="7934"/>
                    <a:pt x="802" y="9655"/>
                    <a:pt x="2803" y="10908"/>
                  </a:cubicBezTo>
                  <a:lnTo>
                    <a:pt x="6661" y="55"/>
                  </a:lnTo>
                  <a:cubicBezTo>
                    <a:pt x="6361" y="18"/>
                    <a:pt x="6071" y="0"/>
                    <a:pt x="5792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4" name="Google Shape;11484;p21"/>
            <p:cNvSpPr/>
            <p:nvPr/>
          </p:nvSpPr>
          <p:spPr>
            <a:xfrm>
              <a:off x="5250356" y="821375"/>
              <a:ext cx="1080993" cy="694544"/>
            </a:xfrm>
            <a:custGeom>
              <a:rect b="b" l="l" r="r" t="t"/>
              <a:pathLst>
                <a:path extrusionOk="0" h="20485" w="31883">
                  <a:moveTo>
                    <a:pt x="30903" y="9238"/>
                  </a:moveTo>
                  <a:lnTo>
                    <a:pt x="31425" y="9422"/>
                  </a:lnTo>
                  <a:lnTo>
                    <a:pt x="31425" y="9422"/>
                  </a:lnTo>
                  <a:cubicBezTo>
                    <a:pt x="31154" y="10260"/>
                    <a:pt x="30869" y="11089"/>
                    <a:pt x="30584" y="11910"/>
                  </a:cubicBezTo>
                  <a:cubicBezTo>
                    <a:pt x="30287" y="12803"/>
                    <a:pt x="29971" y="13686"/>
                    <a:pt x="29656" y="14578"/>
                  </a:cubicBezTo>
                  <a:lnTo>
                    <a:pt x="28700" y="17238"/>
                  </a:lnTo>
                  <a:cubicBezTo>
                    <a:pt x="28398" y="18060"/>
                    <a:pt x="28088" y="18875"/>
                    <a:pt x="27770" y="19697"/>
                  </a:cubicBezTo>
                  <a:lnTo>
                    <a:pt x="27770" y="19697"/>
                  </a:lnTo>
                  <a:lnTo>
                    <a:pt x="27262" y="19517"/>
                  </a:lnTo>
                  <a:lnTo>
                    <a:pt x="27262" y="19517"/>
                  </a:lnTo>
                  <a:cubicBezTo>
                    <a:pt x="27552" y="18623"/>
                    <a:pt x="27856" y="17736"/>
                    <a:pt x="28160" y="16841"/>
                  </a:cubicBezTo>
                  <a:cubicBezTo>
                    <a:pt x="28493" y="15894"/>
                    <a:pt x="28818" y="14948"/>
                    <a:pt x="29160" y="14002"/>
                  </a:cubicBezTo>
                  <a:cubicBezTo>
                    <a:pt x="29503" y="13055"/>
                    <a:pt x="29836" y="12109"/>
                    <a:pt x="30179" y="11171"/>
                  </a:cubicBezTo>
                  <a:cubicBezTo>
                    <a:pt x="30419" y="10523"/>
                    <a:pt x="30660" y="9880"/>
                    <a:pt x="30903" y="9238"/>
                  </a:cubicBezTo>
                  <a:close/>
                  <a:moveTo>
                    <a:pt x="5751" y="373"/>
                  </a:moveTo>
                  <a:cubicBezTo>
                    <a:pt x="6073" y="381"/>
                    <a:pt x="6404" y="417"/>
                    <a:pt x="6717" y="470"/>
                  </a:cubicBezTo>
                  <a:lnTo>
                    <a:pt x="6717" y="470"/>
                  </a:lnTo>
                  <a:cubicBezTo>
                    <a:pt x="6935" y="557"/>
                    <a:pt x="7145" y="636"/>
                    <a:pt x="7355" y="724"/>
                  </a:cubicBezTo>
                  <a:cubicBezTo>
                    <a:pt x="7581" y="814"/>
                    <a:pt x="7797" y="904"/>
                    <a:pt x="8013" y="994"/>
                  </a:cubicBezTo>
                  <a:cubicBezTo>
                    <a:pt x="8013" y="994"/>
                    <a:pt x="8013" y="1003"/>
                    <a:pt x="8013" y="1003"/>
                  </a:cubicBezTo>
                  <a:cubicBezTo>
                    <a:pt x="8033" y="1009"/>
                    <a:pt x="8052" y="1011"/>
                    <a:pt x="8071" y="1011"/>
                  </a:cubicBezTo>
                  <a:cubicBezTo>
                    <a:pt x="8152" y="1011"/>
                    <a:pt x="8228" y="966"/>
                    <a:pt x="8257" y="886"/>
                  </a:cubicBezTo>
                  <a:lnTo>
                    <a:pt x="8257" y="877"/>
                  </a:lnTo>
                  <a:lnTo>
                    <a:pt x="8414" y="444"/>
                  </a:lnTo>
                  <a:lnTo>
                    <a:pt x="8414" y="444"/>
                  </a:lnTo>
                  <a:cubicBezTo>
                    <a:pt x="10263" y="1072"/>
                    <a:pt x="12104" y="1701"/>
                    <a:pt x="13945" y="2347"/>
                  </a:cubicBezTo>
                  <a:cubicBezTo>
                    <a:pt x="15847" y="3005"/>
                    <a:pt x="17749" y="3672"/>
                    <a:pt x="19641" y="4339"/>
                  </a:cubicBezTo>
                  <a:lnTo>
                    <a:pt x="22490" y="5348"/>
                  </a:lnTo>
                  <a:lnTo>
                    <a:pt x="25329" y="6367"/>
                  </a:lnTo>
                  <a:cubicBezTo>
                    <a:pt x="27160" y="7029"/>
                    <a:pt x="28991" y="7701"/>
                    <a:pt x="30814" y="8396"/>
                  </a:cubicBezTo>
                  <a:lnTo>
                    <a:pt x="30814" y="8396"/>
                  </a:lnTo>
                  <a:cubicBezTo>
                    <a:pt x="30764" y="8551"/>
                    <a:pt x="30714" y="8705"/>
                    <a:pt x="30664" y="8859"/>
                  </a:cubicBezTo>
                  <a:lnTo>
                    <a:pt x="30664" y="8859"/>
                  </a:lnTo>
                  <a:cubicBezTo>
                    <a:pt x="30645" y="8878"/>
                    <a:pt x="30630" y="8901"/>
                    <a:pt x="30620" y="8927"/>
                  </a:cubicBezTo>
                  <a:cubicBezTo>
                    <a:pt x="30610" y="8958"/>
                    <a:pt x="30607" y="8990"/>
                    <a:pt x="30611" y="9019"/>
                  </a:cubicBezTo>
                  <a:lnTo>
                    <a:pt x="30611" y="9019"/>
                  </a:lnTo>
                  <a:cubicBezTo>
                    <a:pt x="30384" y="9706"/>
                    <a:pt x="30151" y="10391"/>
                    <a:pt x="29917" y="11072"/>
                  </a:cubicBezTo>
                  <a:cubicBezTo>
                    <a:pt x="29602" y="12027"/>
                    <a:pt x="29259" y="12974"/>
                    <a:pt x="28926" y="13920"/>
                  </a:cubicBezTo>
                  <a:cubicBezTo>
                    <a:pt x="28592" y="14867"/>
                    <a:pt x="28250" y="15804"/>
                    <a:pt x="27907" y="16751"/>
                  </a:cubicBezTo>
                  <a:cubicBezTo>
                    <a:pt x="27557" y="17694"/>
                    <a:pt x="27216" y="18628"/>
                    <a:pt x="26847" y="19562"/>
                  </a:cubicBezTo>
                  <a:lnTo>
                    <a:pt x="26847" y="19562"/>
                  </a:lnTo>
                  <a:cubicBezTo>
                    <a:pt x="26846" y="19565"/>
                    <a:pt x="26845" y="19569"/>
                    <a:pt x="26844" y="19572"/>
                  </a:cubicBezTo>
                  <a:lnTo>
                    <a:pt x="26841" y="19578"/>
                  </a:lnTo>
                  <a:lnTo>
                    <a:pt x="26841" y="19578"/>
                  </a:lnTo>
                  <a:cubicBezTo>
                    <a:pt x="26840" y="19580"/>
                    <a:pt x="26838" y="19581"/>
                    <a:pt x="26835" y="19581"/>
                  </a:cubicBezTo>
                  <a:cubicBezTo>
                    <a:pt x="26832" y="19592"/>
                    <a:pt x="26830" y="19603"/>
                    <a:pt x="26829" y="19614"/>
                  </a:cubicBezTo>
                  <a:lnTo>
                    <a:pt x="26829" y="19614"/>
                  </a:lnTo>
                  <a:lnTo>
                    <a:pt x="26673" y="20051"/>
                  </a:lnTo>
                  <a:lnTo>
                    <a:pt x="26673" y="20051"/>
                  </a:lnTo>
                  <a:cubicBezTo>
                    <a:pt x="24831" y="19414"/>
                    <a:pt x="22989" y="18785"/>
                    <a:pt x="21147" y="18148"/>
                  </a:cubicBezTo>
                  <a:lnTo>
                    <a:pt x="15450" y="16147"/>
                  </a:lnTo>
                  <a:lnTo>
                    <a:pt x="9753" y="14137"/>
                  </a:lnTo>
                  <a:cubicBezTo>
                    <a:pt x="7921" y="13474"/>
                    <a:pt x="6090" y="12811"/>
                    <a:pt x="4274" y="12091"/>
                  </a:cubicBezTo>
                  <a:lnTo>
                    <a:pt x="4274" y="12091"/>
                  </a:lnTo>
                  <a:lnTo>
                    <a:pt x="4381" y="11793"/>
                  </a:lnTo>
                  <a:cubicBezTo>
                    <a:pt x="4417" y="11694"/>
                    <a:pt x="4363" y="11586"/>
                    <a:pt x="4264" y="11550"/>
                  </a:cubicBezTo>
                  <a:cubicBezTo>
                    <a:pt x="3813" y="11397"/>
                    <a:pt x="3371" y="11252"/>
                    <a:pt x="2921" y="11099"/>
                  </a:cubicBezTo>
                  <a:lnTo>
                    <a:pt x="2921" y="11099"/>
                  </a:lnTo>
                  <a:lnTo>
                    <a:pt x="2957" y="11108"/>
                  </a:lnTo>
                  <a:cubicBezTo>
                    <a:pt x="2398" y="10784"/>
                    <a:pt x="1884" y="10378"/>
                    <a:pt x="1460" y="9891"/>
                  </a:cubicBezTo>
                  <a:cubicBezTo>
                    <a:pt x="1046" y="9404"/>
                    <a:pt x="739" y="8828"/>
                    <a:pt x="595" y="8215"/>
                  </a:cubicBezTo>
                  <a:cubicBezTo>
                    <a:pt x="442" y="7602"/>
                    <a:pt x="451" y="6962"/>
                    <a:pt x="550" y="6331"/>
                  </a:cubicBezTo>
                  <a:cubicBezTo>
                    <a:pt x="604" y="6015"/>
                    <a:pt x="685" y="5700"/>
                    <a:pt x="766" y="5393"/>
                  </a:cubicBezTo>
                  <a:cubicBezTo>
                    <a:pt x="856" y="5078"/>
                    <a:pt x="956" y="4771"/>
                    <a:pt x="1055" y="4465"/>
                  </a:cubicBezTo>
                  <a:cubicBezTo>
                    <a:pt x="1514" y="3266"/>
                    <a:pt x="2010" y="2022"/>
                    <a:pt x="3029" y="1211"/>
                  </a:cubicBezTo>
                  <a:cubicBezTo>
                    <a:pt x="3534" y="814"/>
                    <a:pt x="4147" y="562"/>
                    <a:pt x="4787" y="454"/>
                  </a:cubicBezTo>
                  <a:cubicBezTo>
                    <a:pt x="5102" y="391"/>
                    <a:pt x="5426" y="373"/>
                    <a:pt x="5751" y="373"/>
                  </a:cubicBezTo>
                  <a:close/>
                  <a:moveTo>
                    <a:pt x="8302" y="1"/>
                  </a:moveTo>
                  <a:cubicBezTo>
                    <a:pt x="8223" y="1"/>
                    <a:pt x="8150" y="51"/>
                    <a:pt x="8122" y="129"/>
                  </a:cubicBezTo>
                  <a:lnTo>
                    <a:pt x="8113" y="129"/>
                  </a:lnTo>
                  <a:lnTo>
                    <a:pt x="7956" y="581"/>
                  </a:lnTo>
                  <a:lnTo>
                    <a:pt x="7956" y="581"/>
                  </a:lnTo>
                  <a:cubicBezTo>
                    <a:pt x="7792" y="532"/>
                    <a:pt x="7628" y="479"/>
                    <a:pt x="7464" y="427"/>
                  </a:cubicBezTo>
                  <a:cubicBezTo>
                    <a:pt x="7238" y="363"/>
                    <a:pt x="7013" y="291"/>
                    <a:pt x="6788" y="219"/>
                  </a:cubicBezTo>
                  <a:lnTo>
                    <a:pt x="6779" y="219"/>
                  </a:lnTo>
                  <a:cubicBezTo>
                    <a:pt x="6779" y="210"/>
                    <a:pt x="6770" y="210"/>
                    <a:pt x="6761" y="210"/>
                  </a:cubicBezTo>
                  <a:cubicBezTo>
                    <a:pt x="6451" y="177"/>
                    <a:pt x="6140" y="157"/>
                    <a:pt x="5828" y="157"/>
                  </a:cubicBezTo>
                  <a:cubicBezTo>
                    <a:pt x="5468" y="157"/>
                    <a:pt x="5108" y="183"/>
                    <a:pt x="4750" y="246"/>
                  </a:cubicBezTo>
                  <a:cubicBezTo>
                    <a:pt x="4083" y="363"/>
                    <a:pt x="3434" y="616"/>
                    <a:pt x="2876" y="994"/>
                  </a:cubicBezTo>
                  <a:cubicBezTo>
                    <a:pt x="2299" y="1373"/>
                    <a:pt x="1821" y="1887"/>
                    <a:pt x="1442" y="2464"/>
                  </a:cubicBezTo>
                  <a:cubicBezTo>
                    <a:pt x="1253" y="2752"/>
                    <a:pt x="1100" y="3050"/>
                    <a:pt x="956" y="3347"/>
                  </a:cubicBezTo>
                  <a:cubicBezTo>
                    <a:pt x="802" y="3654"/>
                    <a:pt x="676" y="3969"/>
                    <a:pt x="568" y="4294"/>
                  </a:cubicBezTo>
                  <a:cubicBezTo>
                    <a:pt x="343" y="4934"/>
                    <a:pt x="171" y="5583"/>
                    <a:pt x="81" y="6268"/>
                  </a:cubicBezTo>
                  <a:cubicBezTo>
                    <a:pt x="0" y="6944"/>
                    <a:pt x="27" y="7647"/>
                    <a:pt x="225" y="8314"/>
                  </a:cubicBezTo>
                  <a:cubicBezTo>
                    <a:pt x="406" y="8981"/>
                    <a:pt x="766" y="9594"/>
                    <a:pt x="1208" y="10108"/>
                  </a:cubicBezTo>
                  <a:cubicBezTo>
                    <a:pt x="1659" y="10630"/>
                    <a:pt x="2209" y="11045"/>
                    <a:pt x="2776" y="11397"/>
                  </a:cubicBezTo>
                  <a:cubicBezTo>
                    <a:pt x="2785" y="11406"/>
                    <a:pt x="2794" y="11415"/>
                    <a:pt x="2803" y="11415"/>
                  </a:cubicBezTo>
                  <a:lnTo>
                    <a:pt x="2812" y="11415"/>
                  </a:lnTo>
                  <a:cubicBezTo>
                    <a:pt x="3194" y="11555"/>
                    <a:pt x="3575" y="11695"/>
                    <a:pt x="3957" y="11841"/>
                  </a:cubicBezTo>
                  <a:lnTo>
                    <a:pt x="3957" y="11841"/>
                  </a:lnTo>
                  <a:lnTo>
                    <a:pt x="3849" y="12136"/>
                  </a:lnTo>
                  <a:lnTo>
                    <a:pt x="3840" y="12154"/>
                  </a:lnTo>
                  <a:cubicBezTo>
                    <a:pt x="3813" y="12253"/>
                    <a:pt x="3867" y="12361"/>
                    <a:pt x="3966" y="12388"/>
                  </a:cubicBezTo>
                  <a:cubicBezTo>
                    <a:pt x="5886" y="12992"/>
                    <a:pt x="7788" y="13650"/>
                    <a:pt x="9690" y="14317"/>
                  </a:cubicBezTo>
                  <a:lnTo>
                    <a:pt x="15378" y="16345"/>
                  </a:lnTo>
                  <a:lnTo>
                    <a:pt x="21057" y="18400"/>
                  </a:lnTo>
                  <a:cubicBezTo>
                    <a:pt x="22950" y="19076"/>
                    <a:pt x="24833" y="19779"/>
                    <a:pt x="26726" y="20473"/>
                  </a:cubicBezTo>
                  <a:cubicBezTo>
                    <a:pt x="26747" y="20481"/>
                    <a:pt x="26769" y="20485"/>
                    <a:pt x="26791" y="20485"/>
                  </a:cubicBezTo>
                  <a:cubicBezTo>
                    <a:pt x="26871" y="20485"/>
                    <a:pt x="26950" y="20435"/>
                    <a:pt x="26979" y="20356"/>
                  </a:cubicBezTo>
                  <a:lnTo>
                    <a:pt x="27142" y="19880"/>
                  </a:lnTo>
                  <a:lnTo>
                    <a:pt x="27142" y="19880"/>
                  </a:lnTo>
                  <a:lnTo>
                    <a:pt x="27817" y="20122"/>
                  </a:lnTo>
                  <a:lnTo>
                    <a:pt x="27835" y="20131"/>
                  </a:lnTo>
                  <a:cubicBezTo>
                    <a:pt x="27852" y="20136"/>
                    <a:pt x="27869" y="20138"/>
                    <a:pt x="27886" y="20138"/>
                  </a:cubicBezTo>
                  <a:cubicBezTo>
                    <a:pt x="27967" y="20138"/>
                    <a:pt x="28040" y="20087"/>
                    <a:pt x="28069" y="20005"/>
                  </a:cubicBezTo>
                  <a:cubicBezTo>
                    <a:pt x="28358" y="19112"/>
                    <a:pt x="28655" y="18220"/>
                    <a:pt x="28962" y="17328"/>
                  </a:cubicBezTo>
                  <a:lnTo>
                    <a:pt x="29890" y="14660"/>
                  </a:lnTo>
                  <a:cubicBezTo>
                    <a:pt x="30215" y="13776"/>
                    <a:pt x="30530" y="12893"/>
                    <a:pt x="30855" y="12009"/>
                  </a:cubicBezTo>
                  <a:cubicBezTo>
                    <a:pt x="31179" y="11126"/>
                    <a:pt x="31504" y="10243"/>
                    <a:pt x="31846" y="9368"/>
                  </a:cubicBezTo>
                  <a:cubicBezTo>
                    <a:pt x="31846" y="9368"/>
                    <a:pt x="31846" y="9359"/>
                    <a:pt x="31846" y="9359"/>
                  </a:cubicBezTo>
                  <a:cubicBezTo>
                    <a:pt x="31882" y="9260"/>
                    <a:pt x="31837" y="9152"/>
                    <a:pt x="31738" y="9116"/>
                  </a:cubicBezTo>
                  <a:lnTo>
                    <a:pt x="31729" y="9116"/>
                  </a:lnTo>
                  <a:lnTo>
                    <a:pt x="31043" y="8870"/>
                  </a:lnTo>
                  <a:lnTo>
                    <a:pt x="31043" y="8870"/>
                  </a:lnTo>
                  <a:cubicBezTo>
                    <a:pt x="31109" y="8697"/>
                    <a:pt x="31176" y="8523"/>
                    <a:pt x="31242" y="8350"/>
                  </a:cubicBezTo>
                  <a:cubicBezTo>
                    <a:pt x="31242" y="8350"/>
                    <a:pt x="31242" y="8341"/>
                    <a:pt x="31242" y="8341"/>
                  </a:cubicBezTo>
                  <a:cubicBezTo>
                    <a:pt x="31278" y="8242"/>
                    <a:pt x="31224" y="8133"/>
                    <a:pt x="31125" y="8097"/>
                  </a:cubicBezTo>
                  <a:cubicBezTo>
                    <a:pt x="29214" y="7466"/>
                    <a:pt x="27303" y="6817"/>
                    <a:pt x="25410" y="6150"/>
                  </a:cubicBezTo>
                  <a:lnTo>
                    <a:pt x="22562" y="5150"/>
                  </a:lnTo>
                  <a:lnTo>
                    <a:pt x="19714" y="4131"/>
                  </a:lnTo>
                  <a:cubicBezTo>
                    <a:pt x="17821" y="3455"/>
                    <a:pt x="15928" y="2779"/>
                    <a:pt x="14035" y="2085"/>
                  </a:cubicBezTo>
                  <a:cubicBezTo>
                    <a:pt x="12142" y="1409"/>
                    <a:pt x="10258" y="706"/>
                    <a:pt x="8365" y="12"/>
                  </a:cubicBezTo>
                  <a:cubicBezTo>
                    <a:pt x="8344" y="4"/>
                    <a:pt x="8323" y="1"/>
                    <a:pt x="8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5" name="Google Shape;11485;p21"/>
            <p:cNvSpPr/>
            <p:nvPr/>
          </p:nvSpPr>
          <p:spPr>
            <a:xfrm>
              <a:off x="5385438" y="842193"/>
              <a:ext cx="146402" cy="383398"/>
            </a:xfrm>
            <a:custGeom>
              <a:rect b="b" l="l" r="r" t="t"/>
              <a:pathLst>
                <a:path extrusionOk="0" h="11308" w="4318">
                  <a:moveTo>
                    <a:pt x="4098" y="1"/>
                  </a:moveTo>
                  <a:cubicBezTo>
                    <a:pt x="4017" y="1"/>
                    <a:pt x="3941" y="57"/>
                    <a:pt x="3912" y="137"/>
                  </a:cubicBezTo>
                  <a:cubicBezTo>
                    <a:pt x="3624" y="1057"/>
                    <a:pt x="3299" y="1967"/>
                    <a:pt x="2984" y="2877"/>
                  </a:cubicBezTo>
                  <a:lnTo>
                    <a:pt x="2001" y="5609"/>
                  </a:lnTo>
                  <a:lnTo>
                    <a:pt x="1028" y="8331"/>
                  </a:lnTo>
                  <a:cubicBezTo>
                    <a:pt x="703" y="9241"/>
                    <a:pt x="361" y="10143"/>
                    <a:pt x="36" y="11053"/>
                  </a:cubicBezTo>
                  <a:cubicBezTo>
                    <a:pt x="0" y="11152"/>
                    <a:pt x="54" y="11269"/>
                    <a:pt x="154" y="11296"/>
                  </a:cubicBezTo>
                  <a:cubicBezTo>
                    <a:pt x="174" y="11304"/>
                    <a:pt x="196" y="11308"/>
                    <a:pt x="217" y="11308"/>
                  </a:cubicBezTo>
                  <a:cubicBezTo>
                    <a:pt x="295" y="11308"/>
                    <a:pt x="368" y="11257"/>
                    <a:pt x="397" y="11179"/>
                  </a:cubicBezTo>
                  <a:cubicBezTo>
                    <a:pt x="712" y="10269"/>
                    <a:pt x="1028" y="9358"/>
                    <a:pt x="1343" y="8448"/>
                  </a:cubicBezTo>
                  <a:lnTo>
                    <a:pt x="2308" y="5717"/>
                  </a:lnTo>
                  <a:lnTo>
                    <a:pt x="3272" y="2985"/>
                  </a:lnTo>
                  <a:cubicBezTo>
                    <a:pt x="3597" y="2075"/>
                    <a:pt x="3921" y="1165"/>
                    <a:pt x="4273" y="263"/>
                  </a:cubicBezTo>
                  <a:cubicBezTo>
                    <a:pt x="4282" y="263"/>
                    <a:pt x="4282" y="254"/>
                    <a:pt x="4282" y="254"/>
                  </a:cubicBezTo>
                  <a:cubicBezTo>
                    <a:pt x="4318" y="155"/>
                    <a:pt x="4255" y="47"/>
                    <a:pt x="4156" y="11"/>
                  </a:cubicBezTo>
                  <a:cubicBezTo>
                    <a:pt x="4136" y="4"/>
                    <a:pt x="4117" y="1"/>
                    <a:pt x="40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86" name="Google Shape;11486;p21"/>
          <p:cNvGrpSpPr/>
          <p:nvPr/>
        </p:nvGrpSpPr>
        <p:grpSpPr>
          <a:xfrm flipH="1">
            <a:off x="719922" y="934457"/>
            <a:ext cx="3253287" cy="176025"/>
            <a:chOff x="4345425" y="2175475"/>
            <a:chExt cx="800750" cy="176025"/>
          </a:xfrm>
        </p:grpSpPr>
        <p:sp>
          <p:nvSpPr>
            <p:cNvPr id="11487" name="Google Shape;11487;p21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8" name="Google Shape;11488;p21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92" name="Shape 1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93" name="Google Shape;11493;p22"/>
          <p:cNvGrpSpPr/>
          <p:nvPr/>
        </p:nvGrpSpPr>
        <p:grpSpPr>
          <a:xfrm rot="774136">
            <a:off x="1633044" y="2577318"/>
            <a:ext cx="1303213" cy="585343"/>
            <a:chOff x="4345425" y="2175475"/>
            <a:chExt cx="800750" cy="176025"/>
          </a:xfrm>
        </p:grpSpPr>
        <p:sp>
          <p:nvSpPr>
            <p:cNvPr id="11494" name="Google Shape;11494;p22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5" name="Google Shape;11495;p22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96" name="Google Shape;11496;p22"/>
          <p:cNvSpPr txBox="1"/>
          <p:nvPr>
            <p:ph idx="3" type="subTitle"/>
          </p:nvPr>
        </p:nvSpPr>
        <p:spPr>
          <a:xfrm>
            <a:off x="10315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Mutable</a:t>
            </a:r>
            <a:endParaRPr/>
          </a:p>
        </p:txBody>
      </p:sp>
      <p:sp>
        <p:nvSpPr>
          <p:cNvPr id="11497" name="Google Shape;11497;p22"/>
          <p:cNvSpPr txBox="1"/>
          <p:nvPr>
            <p:ph idx="1" type="body"/>
          </p:nvPr>
        </p:nvSpPr>
        <p:spPr>
          <a:xfrm>
            <a:off x="720000" y="2980202"/>
            <a:ext cx="3129300" cy="170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Means objects can be modified or altered after they are created. This means you can change, add or remove elements.</a:t>
            </a:r>
            <a:endParaRPr/>
          </a:p>
          <a:p>
            <a:pPr indent="0" lvl="0" marL="0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Ex: List, Set</a:t>
            </a:r>
            <a:endParaRPr/>
          </a:p>
        </p:txBody>
      </p:sp>
      <p:grpSp>
        <p:nvGrpSpPr>
          <p:cNvPr id="11498" name="Google Shape;11498;p22"/>
          <p:cNvGrpSpPr/>
          <p:nvPr/>
        </p:nvGrpSpPr>
        <p:grpSpPr>
          <a:xfrm rot="774136">
            <a:off x="6244644" y="2577318"/>
            <a:ext cx="1303213" cy="585343"/>
            <a:chOff x="4345425" y="2175475"/>
            <a:chExt cx="800750" cy="176025"/>
          </a:xfrm>
        </p:grpSpPr>
        <p:sp>
          <p:nvSpPr>
            <p:cNvPr id="11499" name="Google Shape;11499;p22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0" name="Google Shape;11500;p22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501" name="Google Shape;11501;p22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Mutable Vs.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Immutable</a:t>
            </a:r>
            <a:endParaRPr/>
          </a:p>
        </p:txBody>
      </p:sp>
      <p:grpSp>
        <p:nvGrpSpPr>
          <p:cNvPr id="11502" name="Google Shape;11502;p22"/>
          <p:cNvGrpSpPr/>
          <p:nvPr/>
        </p:nvGrpSpPr>
        <p:grpSpPr>
          <a:xfrm>
            <a:off x="6682192" y="859247"/>
            <a:ext cx="1491960" cy="454575"/>
            <a:chOff x="6157325" y="1245050"/>
            <a:chExt cx="554900" cy="169075"/>
          </a:xfrm>
        </p:grpSpPr>
        <p:sp>
          <p:nvSpPr>
            <p:cNvPr id="11503" name="Google Shape;11503;p22"/>
            <p:cNvSpPr/>
            <p:nvPr/>
          </p:nvSpPr>
          <p:spPr>
            <a:xfrm>
              <a:off x="6157325" y="1320350"/>
              <a:ext cx="47050" cy="41875"/>
            </a:xfrm>
            <a:custGeom>
              <a:rect b="b" l="l" r="r" t="t"/>
              <a:pathLst>
                <a:path extrusionOk="0" h="1675" w="1882">
                  <a:moveTo>
                    <a:pt x="1759" y="0"/>
                  </a:moveTo>
                  <a:cubicBezTo>
                    <a:pt x="1737" y="0"/>
                    <a:pt x="1714" y="11"/>
                    <a:pt x="1694" y="37"/>
                  </a:cubicBezTo>
                  <a:cubicBezTo>
                    <a:pt x="1494" y="263"/>
                    <a:pt x="1268" y="463"/>
                    <a:pt x="1042" y="689"/>
                  </a:cubicBezTo>
                  <a:cubicBezTo>
                    <a:pt x="842" y="463"/>
                    <a:pt x="641" y="263"/>
                    <a:pt x="416" y="62"/>
                  </a:cubicBezTo>
                  <a:cubicBezTo>
                    <a:pt x="387" y="26"/>
                    <a:pt x="349" y="10"/>
                    <a:pt x="313" y="10"/>
                  </a:cubicBezTo>
                  <a:cubicBezTo>
                    <a:pt x="226" y="10"/>
                    <a:pt x="152" y="99"/>
                    <a:pt x="240" y="188"/>
                  </a:cubicBezTo>
                  <a:cubicBezTo>
                    <a:pt x="441" y="413"/>
                    <a:pt x="641" y="639"/>
                    <a:pt x="842" y="839"/>
                  </a:cubicBezTo>
                  <a:cubicBezTo>
                    <a:pt x="591" y="1040"/>
                    <a:pt x="316" y="1190"/>
                    <a:pt x="90" y="1416"/>
                  </a:cubicBezTo>
                  <a:cubicBezTo>
                    <a:pt x="1" y="1505"/>
                    <a:pt x="91" y="1674"/>
                    <a:pt x="200" y="1674"/>
                  </a:cubicBezTo>
                  <a:cubicBezTo>
                    <a:pt x="213" y="1674"/>
                    <a:pt x="227" y="1672"/>
                    <a:pt x="240" y="1666"/>
                  </a:cubicBezTo>
                  <a:cubicBezTo>
                    <a:pt x="541" y="1541"/>
                    <a:pt x="817" y="1290"/>
                    <a:pt x="1068" y="1065"/>
                  </a:cubicBezTo>
                  <a:cubicBezTo>
                    <a:pt x="1193" y="1215"/>
                    <a:pt x="1343" y="1366"/>
                    <a:pt x="1494" y="1466"/>
                  </a:cubicBezTo>
                  <a:cubicBezTo>
                    <a:pt x="1525" y="1481"/>
                    <a:pt x="1556" y="1488"/>
                    <a:pt x="1584" y="1488"/>
                  </a:cubicBezTo>
                  <a:cubicBezTo>
                    <a:pt x="1694" y="1488"/>
                    <a:pt x="1769" y="1385"/>
                    <a:pt x="1669" y="1265"/>
                  </a:cubicBezTo>
                  <a:cubicBezTo>
                    <a:pt x="1569" y="1115"/>
                    <a:pt x="1418" y="990"/>
                    <a:pt x="1268" y="864"/>
                  </a:cubicBezTo>
                  <a:cubicBezTo>
                    <a:pt x="1469" y="639"/>
                    <a:pt x="1669" y="413"/>
                    <a:pt x="1844" y="163"/>
                  </a:cubicBezTo>
                  <a:cubicBezTo>
                    <a:pt x="1882" y="88"/>
                    <a:pt x="182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4" name="Google Shape;11504;p22"/>
            <p:cNvSpPr/>
            <p:nvPr/>
          </p:nvSpPr>
          <p:spPr>
            <a:xfrm>
              <a:off x="6224725" y="1327375"/>
              <a:ext cx="46400" cy="9125"/>
            </a:xfrm>
            <a:custGeom>
              <a:rect b="b" l="l" r="r" t="t"/>
              <a:pathLst>
                <a:path extrusionOk="0" h="365" w="1856">
                  <a:moveTo>
                    <a:pt x="1282" y="1"/>
                  </a:moveTo>
                  <a:cubicBezTo>
                    <a:pt x="1160" y="1"/>
                    <a:pt x="1041" y="7"/>
                    <a:pt x="928" y="7"/>
                  </a:cubicBezTo>
                  <a:lnTo>
                    <a:pt x="151" y="7"/>
                  </a:lnTo>
                  <a:cubicBezTo>
                    <a:pt x="1" y="7"/>
                    <a:pt x="26" y="258"/>
                    <a:pt x="151" y="258"/>
                  </a:cubicBezTo>
                  <a:cubicBezTo>
                    <a:pt x="427" y="283"/>
                    <a:pt x="677" y="308"/>
                    <a:pt x="953" y="308"/>
                  </a:cubicBezTo>
                  <a:cubicBezTo>
                    <a:pt x="1135" y="328"/>
                    <a:pt x="1334" y="365"/>
                    <a:pt x="1536" y="365"/>
                  </a:cubicBezTo>
                  <a:cubicBezTo>
                    <a:pt x="1584" y="365"/>
                    <a:pt x="1632" y="363"/>
                    <a:pt x="1680" y="358"/>
                  </a:cubicBezTo>
                  <a:cubicBezTo>
                    <a:pt x="1855" y="308"/>
                    <a:pt x="1780" y="82"/>
                    <a:pt x="1655" y="32"/>
                  </a:cubicBezTo>
                  <a:cubicBezTo>
                    <a:pt x="1529" y="7"/>
                    <a:pt x="140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5" name="Google Shape;11505;p22"/>
            <p:cNvSpPr/>
            <p:nvPr/>
          </p:nvSpPr>
          <p:spPr>
            <a:xfrm>
              <a:off x="6217875" y="1343050"/>
              <a:ext cx="49475" cy="9600"/>
            </a:xfrm>
            <a:custGeom>
              <a:rect b="b" l="l" r="r" t="t"/>
              <a:pathLst>
                <a:path extrusionOk="0" h="384" w="1979">
                  <a:moveTo>
                    <a:pt x="134" y="0"/>
                  </a:moveTo>
                  <a:cubicBezTo>
                    <a:pt x="0" y="0"/>
                    <a:pt x="13" y="236"/>
                    <a:pt x="174" y="282"/>
                  </a:cubicBezTo>
                  <a:cubicBezTo>
                    <a:pt x="475" y="357"/>
                    <a:pt x="801" y="382"/>
                    <a:pt x="1102" y="382"/>
                  </a:cubicBezTo>
                  <a:cubicBezTo>
                    <a:pt x="1157" y="382"/>
                    <a:pt x="1215" y="383"/>
                    <a:pt x="1274" y="383"/>
                  </a:cubicBezTo>
                  <a:cubicBezTo>
                    <a:pt x="1512" y="383"/>
                    <a:pt x="1768" y="367"/>
                    <a:pt x="1929" y="207"/>
                  </a:cubicBezTo>
                  <a:cubicBezTo>
                    <a:pt x="1979" y="157"/>
                    <a:pt x="1954" y="32"/>
                    <a:pt x="1854" y="32"/>
                  </a:cubicBezTo>
                  <a:cubicBezTo>
                    <a:pt x="1787" y="12"/>
                    <a:pt x="1721" y="4"/>
                    <a:pt x="1655" y="4"/>
                  </a:cubicBezTo>
                  <a:cubicBezTo>
                    <a:pt x="1471" y="4"/>
                    <a:pt x="1286" y="63"/>
                    <a:pt x="1102" y="82"/>
                  </a:cubicBezTo>
                  <a:cubicBezTo>
                    <a:pt x="801" y="82"/>
                    <a:pt x="500" y="57"/>
                    <a:pt x="174" y="7"/>
                  </a:cubicBezTo>
                  <a:cubicBezTo>
                    <a:pt x="160" y="2"/>
                    <a:pt x="147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6" name="Google Shape;11506;p22"/>
            <p:cNvSpPr/>
            <p:nvPr/>
          </p:nvSpPr>
          <p:spPr>
            <a:xfrm>
              <a:off x="6284250" y="1264050"/>
              <a:ext cx="44700" cy="50275"/>
            </a:xfrm>
            <a:custGeom>
              <a:rect b="b" l="l" r="r" t="t"/>
              <a:pathLst>
                <a:path extrusionOk="0" h="2011" w="1788">
                  <a:moveTo>
                    <a:pt x="495" y="0"/>
                  </a:moveTo>
                  <a:cubicBezTo>
                    <a:pt x="458" y="0"/>
                    <a:pt x="427" y="25"/>
                    <a:pt x="427" y="84"/>
                  </a:cubicBezTo>
                  <a:cubicBezTo>
                    <a:pt x="402" y="510"/>
                    <a:pt x="402" y="911"/>
                    <a:pt x="376" y="1337"/>
                  </a:cubicBezTo>
                  <a:cubicBezTo>
                    <a:pt x="376" y="1411"/>
                    <a:pt x="445" y="1499"/>
                    <a:pt x="522" y="1499"/>
                  </a:cubicBezTo>
                  <a:cubicBezTo>
                    <a:pt x="548" y="1499"/>
                    <a:pt x="576" y="1488"/>
                    <a:pt x="602" y="1462"/>
                  </a:cubicBezTo>
                  <a:cubicBezTo>
                    <a:pt x="727" y="1387"/>
                    <a:pt x="878" y="1262"/>
                    <a:pt x="1028" y="1212"/>
                  </a:cubicBezTo>
                  <a:cubicBezTo>
                    <a:pt x="1080" y="1186"/>
                    <a:pt x="1128" y="1173"/>
                    <a:pt x="1173" y="1173"/>
                  </a:cubicBezTo>
                  <a:cubicBezTo>
                    <a:pt x="1300" y="1173"/>
                    <a:pt x="1392" y="1276"/>
                    <a:pt x="1429" y="1462"/>
                  </a:cubicBezTo>
                  <a:cubicBezTo>
                    <a:pt x="1354" y="1537"/>
                    <a:pt x="1279" y="1588"/>
                    <a:pt x="1204" y="1613"/>
                  </a:cubicBezTo>
                  <a:cubicBezTo>
                    <a:pt x="878" y="1713"/>
                    <a:pt x="502" y="1713"/>
                    <a:pt x="176" y="1713"/>
                  </a:cubicBezTo>
                  <a:cubicBezTo>
                    <a:pt x="1" y="1713"/>
                    <a:pt x="51" y="1963"/>
                    <a:pt x="176" y="1989"/>
                  </a:cubicBezTo>
                  <a:cubicBezTo>
                    <a:pt x="271" y="2000"/>
                    <a:pt x="413" y="2011"/>
                    <a:pt x="573" y="2011"/>
                  </a:cubicBezTo>
                  <a:cubicBezTo>
                    <a:pt x="1087" y="2011"/>
                    <a:pt x="1787" y="1903"/>
                    <a:pt x="1730" y="1387"/>
                  </a:cubicBezTo>
                  <a:cubicBezTo>
                    <a:pt x="1730" y="1136"/>
                    <a:pt x="1479" y="936"/>
                    <a:pt x="1254" y="911"/>
                  </a:cubicBezTo>
                  <a:cubicBezTo>
                    <a:pt x="1213" y="902"/>
                    <a:pt x="1173" y="898"/>
                    <a:pt x="1134" y="898"/>
                  </a:cubicBezTo>
                  <a:cubicBezTo>
                    <a:pt x="957" y="898"/>
                    <a:pt x="796" y="984"/>
                    <a:pt x="652" y="1086"/>
                  </a:cubicBezTo>
                  <a:cubicBezTo>
                    <a:pt x="652" y="760"/>
                    <a:pt x="627" y="460"/>
                    <a:pt x="627" y="134"/>
                  </a:cubicBezTo>
                  <a:cubicBezTo>
                    <a:pt x="627" y="58"/>
                    <a:pt x="553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7" name="Google Shape;11507;p22"/>
            <p:cNvSpPr/>
            <p:nvPr/>
          </p:nvSpPr>
          <p:spPr>
            <a:xfrm>
              <a:off x="6255000" y="1287300"/>
              <a:ext cx="30525" cy="9800"/>
            </a:xfrm>
            <a:custGeom>
              <a:rect b="b" l="l" r="r" t="t"/>
              <a:pathLst>
                <a:path extrusionOk="0" h="392" w="1221">
                  <a:moveTo>
                    <a:pt x="633" y="1"/>
                  </a:moveTo>
                  <a:cubicBezTo>
                    <a:pt x="472" y="1"/>
                    <a:pt x="310" y="20"/>
                    <a:pt x="193" y="31"/>
                  </a:cubicBezTo>
                  <a:cubicBezTo>
                    <a:pt x="1" y="55"/>
                    <a:pt x="62" y="333"/>
                    <a:pt x="245" y="333"/>
                  </a:cubicBezTo>
                  <a:cubicBezTo>
                    <a:pt x="252" y="333"/>
                    <a:pt x="260" y="333"/>
                    <a:pt x="268" y="332"/>
                  </a:cubicBezTo>
                  <a:cubicBezTo>
                    <a:pt x="444" y="332"/>
                    <a:pt x="619" y="332"/>
                    <a:pt x="820" y="357"/>
                  </a:cubicBezTo>
                  <a:cubicBezTo>
                    <a:pt x="888" y="371"/>
                    <a:pt x="949" y="392"/>
                    <a:pt x="1011" y="392"/>
                  </a:cubicBezTo>
                  <a:cubicBezTo>
                    <a:pt x="1062" y="392"/>
                    <a:pt x="1114" y="377"/>
                    <a:pt x="1171" y="332"/>
                  </a:cubicBezTo>
                  <a:cubicBezTo>
                    <a:pt x="1221" y="307"/>
                    <a:pt x="1196" y="231"/>
                    <a:pt x="1171" y="181"/>
                  </a:cubicBezTo>
                  <a:cubicBezTo>
                    <a:pt x="1069" y="37"/>
                    <a:pt x="852" y="1"/>
                    <a:pt x="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8" name="Google Shape;11508;p22"/>
            <p:cNvSpPr/>
            <p:nvPr/>
          </p:nvSpPr>
          <p:spPr>
            <a:xfrm>
              <a:off x="6334375" y="1284100"/>
              <a:ext cx="37000" cy="37050"/>
            </a:xfrm>
            <a:custGeom>
              <a:rect b="b" l="l" r="r" t="t"/>
              <a:pathLst>
                <a:path extrusionOk="0" h="1482" w="1480">
                  <a:moveTo>
                    <a:pt x="916" y="0"/>
                  </a:moveTo>
                  <a:cubicBezTo>
                    <a:pt x="875" y="0"/>
                    <a:pt x="838" y="25"/>
                    <a:pt x="828" y="84"/>
                  </a:cubicBezTo>
                  <a:cubicBezTo>
                    <a:pt x="803" y="334"/>
                    <a:pt x="752" y="560"/>
                    <a:pt x="677" y="786"/>
                  </a:cubicBezTo>
                  <a:cubicBezTo>
                    <a:pt x="502" y="811"/>
                    <a:pt x="326" y="836"/>
                    <a:pt x="176" y="836"/>
                  </a:cubicBezTo>
                  <a:cubicBezTo>
                    <a:pt x="1" y="861"/>
                    <a:pt x="76" y="1111"/>
                    <a:pt x="201" y="1111"/>
                  </a:cubicBezTo>
                  <a:cubicBezTo>
                    <a:pt x="326" y="1086"/>
                    <a:pt x="452" y="1061"/>
                    <a:pt x="577" y="1061"/>
                  </a:cubicBezTo>
                  <a:cubicBezTo>
                    <a:pt x="527" y="1161"/>
                    <a:pt x="502" y="1262"/>
                    <a:pt x="527" y="1362"/>
                  </a:cubicBezTo>
                  <a:cubicBezTo>
                    <a:pt x="527" y="1435"/>
                    <a:pt x="581" y="1482"/>
                    <a:pt x="639" y="1482"/>
                  </a:cubicBezTo>
                  <a:cubicBezTo>
                    <a:pt x="660" y="1482"/>
                    <a:pt x="682" y="1476"/>
                    <a:pt x="702" y="1462"/>
                  </a:cubicBezTo>
                  <a:cubicBezTo>
                    <a:pt x="828" y="1362"/>
                    <a:pt x="903" y="1187"/>
                    <a:pt x="928" y="1011"/>
                  </a:cubicBezTo>
                  <a:cubicBezTo>
                    <a:pt x="1103" y="1011"/>
                    <a:pt x="1304" y="1011"/>
                    <a:pt x="1429" y="911"/>
                  </a:cubicBezTo>
                  <a:cubicBezTo>
                    <a:pt x="1479" y="861"/>
                    <a:pt x="1479" y="786"/>
                    <a:pt x="1429" y="760"/>
                  </a:cubicBezTo>
                  <a:cubicBezTo>
                    <a:pt x="1341" y="731"/>
                    <a:pt x="1253" y="719"/>
                    <a:pt x="1165" y="719"/>
                  </a:cubicBezTo>
                  <a:cubicBezTo>
                    <a:pt x="1103" y="719"/>
                    <a:pt x="1040" y="725"/>
                    <a:pt x="978" y="735"/>
                  </a:cubicBezTo>
                  <a:cubicBezTo>
                    <a:pt x="1028" y="535"/>
                    <a:pt x="1053" y="334"/>
                    <a:pt x="1053" y="134"/>
                  </a:cubicBezTo>
                  <a:cubicBezTo>
                    <a:pt x="1053" y="58"/>
                    <a:pt x="979" y="0"/>
                    <a:pt x="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9" name="Google Shape;11509;p22"/>
            <p:cNvSpPr/>
            <p:nvPr/>
          </p:nvSpPr>
          <p:spPr>
            <a:xfrm>
              <a:off x="6379900" y="1245050"/>
              <a:ext cx="273425" cy="77750"/>
            </a:xfrm>
            <a:custGeom>
              <a:rect b="b" l="l" r="r" t="t"/>
              <a:pathLst>
                <a:path extrusionOk="0" h="3110" w="10937">
                  <a:moveTo>
                    <a:pt x="2086" y="1"/>
                  </a:moveTo>
                  <a:cubicBezTo>
                    <a:pt x="1680" y="1"/>
                    <a:pt x="1294" y="60"/>
                    <a:pt x="1087" y="292"/>
                  </a:cubicBezTo>
                  <a:cubicBezTo>
                    <a:pt x="886" y="518"/>
                    <a:pt x="886" y="944"/>
                    <a:pt x="861" y="1195"/>
                  </a:cubicBezTo>
                  <a:cubicBezTo>
                    <a:pt x="811" y="1671"/>
                    <a:pt x="761" y="2147"/>
                    <a:pt x="711" y="2623"/>
                  </a:cubicBezTo>
                  <a:cubicBezTo>
                    <a:pt x="535" y="2348"/>
                    <a:pt x="360" y="2047"/>
                    <a:pt x="185" y="1746"/>
                  </a:cubicBezTo>
                  <a:cubicBezTo>
                    <a:pt x="168" y="1721"/>
                    <a:pt x="140" y="1710"/>
                    <a:pt x="112" y="1710"/>
                  </a:cubicBezTo>
                  <a:cubicBezTo>
                    <a:pt x="57" y="1710"/>
                    <a:pt x="1" y="1754"/>
                    <a:pt x="34" y="1821"/>
                  </a:cubicBezTo>
                  <a:cubicBezTo>
                    <a:pt x="235" y="2222"/>
                    <a:pt x="460" y="2623"/>
                    <a:pt x="686" y="3024"/>
                  </a:cubicBezTo>
                  <a:cubicBezTo>
                    <a:pt x="712" y="3077"/>
                    <a:pt x="774" y="3109"/>
                    <a:pt x="826" y="3109"/>
                  </a:cubicBezTo>
                  <a:cubicBezTo>
                    <a:pt x="872" y="3109"/>
                    <a:pt x="911" y="3083"/>
                    <a:pt x="911" y="3024"/>
                  </a:cubicBezTo>
                  <a:cubicBezTo>
                    <a:pt x="1037" y="2072"/>
                    <a:pt x="836" y="718"/>
                    <a:pt x="1889" y="317"/>
                  </a:cubicBezTo>
                  <a:cubicBezTo>
                    <a:pt x="2002" y="272"/>
                    <a:pt x="2155" y="257"/>
                    <a:pt x="2325" y="257"/>
                  </a:cubicBezTo>
                  <a:cubicBezTo>
                    <a:pt x="2723" y="257"/>
                    <a:pt x="3212" y="343"/>
                    <a:pt x="3493" y="343"/>
                  </a:cubicBezTo>
                  <a:cubicBezTo>
                    <a:pt x="3969" y="343"/>
                    <a:pt x="4445" y="343"/>
                    <a:pt x="4921" y="368"/>
                  </a:cubicBezTo>
                  <a:cubicBezTo>
                    <a:pt x="6342" y="386"/>
                    <a:pt x="7775" y="445"/>
                    <a:pt x="9213" y="445"/>
                  </a:cubicBezTo>
                  <a:cubicBezTo>
                    <a:pt x="9728" y="445"/>
                    <a:pt x="10245" y="438"/>
                    <a:pt x="10761" y="418"/>
                  </a:cubicBezTo>
                  <a:cubicBezTo>
                    <a:pt x="10937" y="418"/>
                    <a:pt x="10886" y="117"/>
                    <a:pt x="10736" y="117"/>
                  </a:cubicBezTo>
                  <a:cubicBezTo>
                    <a:pt x="9580" y="47"/>
                    <a:pt x="8412" y="26"/>
                    <a:pt x="7244" y="26"/>
                  </a:cubicBezTo>
                  <a:cubicBezTo>
                    <a:pt x="5906" y="26"/>
                    <a:pt x="4567" y="53"/>
                    <a:pt x="3242" y="67"/>
                  </a:cubicBezTo>
                  <a:cubicBezTo>
                    <a:pt x="2960" y="67"/>
                    <a:pt x="2512" y="1"/>
                    <a:pt x="2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0" name="Google Shape;11510;p22"/>
            <p:cNvSpPr/>
            <p:nvPr/>
          </p:nvSpPr>
          <p:spPr>
            <a:xfrm>
              <a:off x="6441975" y="1278000"/>
              <a:ext cx="42800" cy="51575"/>
            </a:xfrm>
            <a:custGeom>
              <a:rect b="b" l="l" r="r" t="t"/>
              <a:pathLst>
                <a:path extrusionOk="0" h="2063" w="1712">
                  <a:moveTo>
                    <a:pt x="405" y="1"/>
                  </a:moveTo>
                  <a:cubicBezTo>
                    <a:pt x="367" y="1"/>
                    <a:pt x="333" y="22"/>
                    <a:pt x="333" y="77"/>
                  </a:cubicBezTo>
                  <a:cubicBezTo>
                    <a:pt x="333" y="528"/>
                    <a:pt x="283" y="979"/>
                    <a:pt x="283" y="1456"/>
                  </a:cubicBezTo>
                  <a:cubicBezTo>
                    <a:pt x="283" y="1525"/>
                    <a:pt x="368" y="1619"/>
                    <a:pt x="445" y="1619"/>
                  </a:cubicBezTo>
                  <a:cubicBezTo>
                    <a:pt x="479" y="1619"/>
                    <a:pt x="511" y="1602"/>
                    <a:pt x="534" y="1556"/>
                  </a:cubicBezTo>
                  <a:cubicBezTo>
                    <a:pt x="634" y="1405"/>
                    <a:pt x="709" y="1255"/>
                    <a:pt x="860" y="1155"/>
                  </a:cubicBezTo>
                  <a:cubicBezTo>
                    <a:pt x="933" y="1106"/>
                    <a:pt x="1002" y="1081"/>
                    <a:pt x="1063" y="1081"/>
                  </a:cubicBezTo>
                  <a:cubicBezTo>
                    <a:pt x="1189" y="1081"/>
                    <a:pt x="1285" y="1186"/>
                    <a:pt x="1336" y="1405"/>
                  </a:cubicBezTo>
                  <a:cubicBezTo>
                    <a:pt x="1311" y="1506"/>
                    <a:pt x="1235" y="1581"/>
                    <a:pt x="1160" y="1631"/>
                  </a:cubicBezTo>
                  <a:cubicBezTo>
                    <a:pt x="1042" y="1705"/>
                    <a:pt x="802" y="1770"/>
                    <a:pt x="589" y="1770"/>
                  </a:cubicBezTo>
                  <a:cubicBezTo>
                    <a:pt x="440" y="1770"/>
                    <a:pt x="305" y="1738"/>
                    <a:pt x="233" y="1656"/>
                  </a:cubicBezTo>
                  <a:cubicBezTo>
                    <a:pt x="209" y="1638"/>
                    <a:pt x="182" y="1630"/>
                    <a:pt x="156" y="1630"/>
                  </a:cubicBezTo>
                  <a:cubicBezTo>
                    <a:pt x="74" y="1630"/>
                    <a:pt x="0" y="1711"/>
                    <a:pt x="58" y="1806"/>
                  </a:cubicBezTo>
                  <a:cubicBezTo>
                    <a:pt x="158" y="2007"/>
                    <a:pt x="347" y="2063"/>
                    <a:pt x="559" y="2063"/>
                  </a:cubicBezTo>
                  <a:cubicBezTo>
                    <a:pt x="665" y="2063"/>
                    <a:pt x="776" y="2049"/>
                    <a:pt x="885" y="2032"/>
                  </a:cubicBezTo>
                  <a:cubicBezTo>
                    <a:pt x="1235" y="2007"/>
                    <a:pt x="1586" y="1806"/>
                    <a:pt x="1662" y="1431"/>
                  </a:cubicBezTo>
                  <a:cubicBezTo>
                    <a:pt x="1712" y="1105"/>
                    <a:pt x="1511" y="854"/>
                    <a:pt x="1210" y="804"/>
                  </a:cubicBezTo>
                  <a:cubicBezTo>
                    <a:pt x="1154" y="789"/>
                    <a:pt x="1101" y="782"/>
                    <a:pt x="1049" y="782"/>
                  </a:cubicBezTo>
                  <a:cubicBezTo>
                    <a:pt x="846" y="782"/>
                    <a:pt x="679" y="890"/>
                    <a:pt x="559" y="1030"/>
                  </a:cubicBezTo>
                  <a:cubicBezTo>
                    <a:pt x="534" y="704"/>
                    <a:pt x="534" y="403"/>
                    <a:pt x="509" y="77"/>
                  </a:cubicBezTo>
                  <a:cubicBezTo>
                    <a:pt x="509" y="35"/>
                    <a:pt x="454" y="1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1" name="Google Shape;11511;p22"/>
            <p:cNvSpPr/>
            <p:nvPr/>
          </p:nvSpPr>
          <p:spPr>
            <a:xfrm>
              <a:off x="6481950" y="1268900"/>
              <a:ext cx="35400" cy="27425"/>
            </a:xfrm>
            <a:custGeom>
              <a:rect b="b" l="l" r="r" t="t"/>
              <a:pathLst>
                <a:path extrusionOk="0" h="1097" w="1416">
                  <a:moveTo>
                    <a:pt x="256" y="0"/>
                  </a:moveTo>
                  <a:cubicBezTo>
                    <a:pt x="175" y="0"/>
                    <a:pt x="97" y="47"/>
                    <a:pt x="37" y="165"/>
                  </a:cubicBezTo>
                  <a:cubicBezTo>
                    <a:pt x="1" y="221"/>
                    <a:pt x="86" y="303"/>
                    <a:pt x="153" y="303"/>
                  </a:cubicBezTo>
                  <a:cubicBezTo>
                    <a:pt x="177" y="303"/>
                    <a:pt x="200" y="292"/>
                    <a:pt x="213" y="266"/>
                  </a:cubicBezTo>
                  <a:cubicBezTo>
                    <a:pt x="228" y="250"/>
                    <a:pt x="242" y="244"/>
                    <a:pt x="253" y="244"/>
                  </a:cubicBezTo>
                  <a:cubicBezTo>
                    <a:pt x="338" y="244"/>
                    <a:pt x="338" y="592"/>
                    <a:pt x="338" y="592"/>
                  </a:cubicBezTo>
                  <a:cubicBezTo>
                    <a:pt x="338" y="667"/>
                    <a:pt x="338" y="717"/>
                    <a:pt x="363" y="792"/>
                  </a:cubicBezTo>
                  <a:cubicBezTo>
                    <a:pt x="413" y="917"/>
                    <a:pt x="489" y="1018"/>
                    <a:pt x="614" y="1068"/>
                  </a:cubicBezTo>
                  <a:cubicBezTo>
                    <a:pt x="667" y="1089"/>
                    <a:pt x="720" y="1097"/>
                    <a:pt x="773" y="1097"/>
                  </a:cubicBezTo>
                  <a:cubicBezTo>
                    <a:pt x="845" y="1097"/>
                    <a:pt x="917" y="1082"/>
                    <a:pt x="990" y="1068"/>
                  </a:cubicBezTo>
                  <a:cubicBezTo>
                    <a:pt x="1115" y="1043"/>
                    <a:pt x="1291" y="1043"/>
                    <a:pt x="1391" y="917"/>
                  </a:cubicBezTo>
                  <a:cubicBezTo>
                    <a:pt x="1416" y="892"/>
                    <a:pt x="1391" y="842"/>
                    <a:pt x="1366" y="792"/>
                  </a:cubicBezTo>
                  <a:cubicBezTo>
                    <a:pt x="1306" y="718"/>
                    <a:pt x="1230" y="696"/>
                    <a:pt x="1146" y="696"/>
                  </a:cubicBezTo>
                  <a:cubicBezTo>
                    <a:pt x="1088" y="696"/>
                    <a:pt x="1026" y="707"/>
                    <a:pt x="965" y="717"/>
                  </a:cubicBezTo>
                  <a:cubicBezTo>
                    <a:pt x="898" y="730"/>
                    <a:pt x="824" y="758"/>
                    <a:pt x="762" y="758"/>
                  </a:cubicBezTo>
                  <a:cubicBezTo>
                    <a:pt x="707" y="758"/>
                    <a:pt x="662" y="737"/>
                    <a:pt x="639" y="667"/>
                  </a:cubicBezTo>
                  <a:cubicBezTo>
                    <a:pt x="614" y="566"/>
                    <a:pt x="639" y="441"/>
                    <a:pt x="614" y="366"/>
                  </a:cubicBezTo>
                  <a:cubicBezTo>
                    <a:pt x="581" y="183"/>
                    <a:pt x="415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2" name="Google Shape;11512;p22"/>
            <p:cNvSpPr/>
            <p:nvPr/>
          </p:nvSpPr>
          <p:spPr>
            <a:xfrm>
              <a:off x="6523800" y="1310425"/>
              <a:ext cx="53075" cy="12150"/>
            </a:xfrm>
            <a:custGeom>
              <a:rect b="b" l="l" r="r" t="t"/>
              <a:pathLst>
                <a:path extrusionOk="0" h="486" w="2123">
                  <a:moveTo>
                    <a:pt x="1513" y="0"/>
                  </a:moveTo>
                  <a:cubicBezTo>
                    <a:pt x="1075" y="0"/>
                    <a:pt x="597" y="107"/>
                    <a:pt x="193" y="184"/>
                  </a:cubicBezTo>
                  <a:cubicBezTo>
                    <a:pt x="1" y="208"/>
                    <a:pt x="85" y="486"/>
                    <a:pt x="248" y="486"/>
                  </a:cubicBezTo>
                  <a:cubicBezTo>
                    <a:pt x="254" y="486"/>
                    <a:pt x="261" y="485"/>
                    <a:pt x="268" y="484"/>
                  </a:cubicBezTo>
                  <a:cubicBezTo>
                    <a:pt x="544" y="434"/>
                    <a:pt x="820" y="409"/>
                    <a:pt x="1095" y="384"/>
                  </a:cubicBezTo>
                  <a:cubicBezTo>
                    <a:pt x="1164" y="378"/>
                    <a:pt x="1235" y="376"/>
                    <a:pt x="1306" y="376"/>
                  </a:cubicBezTo>
                  <a:cubicBezTo>
                    <a:pt x="1378" y="376"/>
                    <a:pt x="1451" y="378"/>
                    <a:pt x="1525" y="378"/>
                  </a:cubicBezTo>
                  <a:cubicBezTo>
                    <a:pt x="1672" y="378"/>
                    <a:pt x="1822" y="372"/>
                    <a:pt x="1973" y="334"/>
                  </a:cubicBezTo>
                  <a:cubicBezTo>
                    <a:pt x="2123" y="284"/>
                    <a:pt x="2023" y="58"/>
                    <a:pt x="1897" y="33"/>
                  </a:cubicBezTo>
                  <a:cubicBezTo>
                    <a:pt x="1775" y="10"/>
                    <a:pt x="1646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3" name="Google Shape;11513;p22"/>
            <p:cNvSpPr/>
            <p:nvPr/>
          </p:nvSpPr>
          <p:spPr>
            <a:xfrm>
              <a:off x="6581250" y="1283075"/>
              <a:ext cx="36800" cy="48550"/>
            </a:xfrm>
            <a:custGeom>
              <a:rect b="b" l="l" r="r" t="t"/>
              <a:pathLst>
                <a:path extrusionOk="0" h="1942" w="1472">
                  <a:moveTo>
                    <a:pt x="128" y="0"/>
                  </a:moveTo>
                  <a:cubicBezTo>
                    <a:pt x="94" y="0"/>
                    <a:pt x="61" y="22"/>
                    <a:pt x="50" y="75"/>
                  </a:cubicBezTo>
                  <a:cubicBezTo>
                    <a:pt x="0" y="375"/>
                    <a:pt x="151" y="726"/>
                    <a:pt x="451" y="877"/>
                  </a:cubicBezTo>
                  <a:cubicBezTo>
                    <a:pt x="534" y="918"/>
                    <a:pt x="647" y="937"/>
                    <a:pt x="766" y="937"/>
                  </a:cubicBezTo>
                  <a:cubicBezTo>
                    <a:pt x="863" y="937"/>
                    <a:pt x="963" y="924"/>
                    <a:pt x="1053" y="902"/>
                  </a:cubicBezTo>
                  <a:lnTo>
                    <a:pt x="1053" y="902"/>
                  </a:lnTo>
                  <a:cubicBezTo>
                    <a:pt x="1028" y="952"/>
                    <a:pt x="1003" y="1002"/>
                    <a:pt x="1003" y="1052"/>
                  </a:cubicBezTo>
                  <a:cubicBezTo>
                    <a:pt x="928" y="1303"/>
                    <a:pt x="827" y="1553"/>
                    <a:pt x="827" y="1804"/>
                  </a:cubicBezTo>
                  <a:cubicBezTo>
                    <a:pt x="827" y="1859"/>
                    <a:pt x="895" y="1942"/>
                    <a:pt x="961" y="1942"/>
                  </a:cubicBezTo>
                  <a:cubicBezTo>
                    <a:pt x="984" y="1942"/>
                    <a:pt x="1008" y="1931"/>
                    <a:pt x="1028" y="1904"/>
                  </a:cubicBezTo>
                  <a:cubicBezTo>
                    <a:pt x="1153" y="1679"/>
                    <a:pt x="1178" y="1428"/>
                    <a:pt x="1253" y="1177"/>
                  </a:cubicBezTo>
                  <a:cubicBezTo>
                    <a:pt x="1304" y="902"/>
                    <a:pt x="1379" y="626"/>
                    <a:pt x="1454" y="350"/>
                  </a:cubicBezTo>
                  <a:cubicBezTo>
                    <a:pt x="1472" y="262"/>
                    <a:pt x="1377" y="173"/>
                    <a:pt x="1302" y="173"/>
                  </a:cubicBezTo>
                  <a:cubicBezTo>
                    <a:pt x="1271" y="173"/>
                    <a:pt x="1243" y="188"/>
                    <a:pt x="1228" y="225"/>
                  </a:cubicBezTo>
                  <a:cubicBezTo>
                    <a:pt x="1203" y="325"/>
                    <a:pt x="1203" y="400"/>
                    <a:pt x="1178" y="476"/>
                  </a:cubicBezTo>
                  <a:lnTo>
                    <a:pt x="1153" y="476"/>
                  </a:lnTo>
                  <a:cubicBezTo>
                    <a:pt x="991" y="499"/>
                    <a:pt x="872" y="629"/>
                    <a:pt x="697" y="629"/>
                  </a:cubicBezTo>
                  <a:cubicBezTo>
                    <a:pt x="682" y="629"/>
                    <a:pt x="667" y="628"/>
                    <a:pt x="652" y="626"/>
                  </a:cubicBezTo>
                  <a:cubicBezTo>
                    <a:pt x="376" y="576"/>
                    <a:pt x="226" y="350"/>
                    <a:pt x="226" y="100"/>
                  </a:cubicBezTo>
                  <a:cubicBezTo>
                    <a:pt x="226" y="42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4" name="Google Shape;11514;p22"/>
            <p:cNvSpPr/>
            <p:nvPr/>
          </p:nvSpPr>
          <p:spPr>
            <a:xfrm>
              <a:off x="6626975" y="1299300"/>
              <a:ext cx="36375" cy="29225"/>
            </a:xfrm>
            <a:custGeom>
              <a:rect b="b" l="l" r="r" t="t"/>
              <a:pathLst>
                <a:path extrusionOk="0" h="1169" w="1455">
                  <a:moveTo>
                    <a:pt x="1032" y="0"/>
                  </a:moveTo>
                  <a:cubicBezTo>
                    <a:pt x="633" y="0"/>
                    <a:pt x="264" y="199"/>
                    <a:pt x="51" y="553"/>
                  </a:cubicBezTo>
                  <a:cubicBezTo>
                    <a:pt x="1" y="604"/>
                    <a:pt x="26" y="679"/>
                    <a:pt x="51" y="729"/>
                  </a:cubicBezTo>
                  <a:cubicBezTo>
                    <a:pt x="139" y="852"/>
                    <a:pt x="276" y="913"/>
                    <a:pt x="419" y="913"/>
                  </a:cubicBezTo>
                  <a:cubicBezTo>
                    <a:pt x="480" y="913"/>
                    <a:pt x="542" y="902"/>
                    <a:pt x="602" y="879"/>
                  </a:cubicBezTo>
                  <a:cubicBezTo>
                    <a:pt x="803" y="829"/>
                    <a:pt x="928" y="704"/>
                    <a:pt x="1079" y="579"/>
                  </a:cubicBezTo>
                  <a:cubicBezTo>
                    <a:pt x="1079" y="754"/>
                    <a:pt x="1079" y="954"/>
                    <a:pt x="1154" y="1080"/>
                  </a:cubicBezTo>
                  <a:cubicBezTo>
                    <a:pt x="1182" y="1136"/>
                    <a:pt x="1234" y="1169"/>
                    <a:pt x="1283" y="1169"/>
                  </a:cubicBezTo>
                  <a:cubicBezTo>
                    <a:pt x="1321" y="1169"/>
                    <a:pt x="1357" y="1149"/>
                    <a:pt x="1379" y="1105"/>
                  </a:cubicBezTo>
                  <a:cubicBezTo>
                    <a:pt x="1455" y="879"/>
                    <a:pt x="1379" y="579"/>
                    <a:pt x="1379" y="353"/>
                  </a:cubicBezTo>
                  <a:cubicBezTo>
                    <a:pt x="1357" y="263"/>
                    <a:pt x="1294" y="174"/>
                    <a:pt x="1192" y="174"/>
                  </a:cubicBezTo>
                  <a:cubicBezTo>
                    <a:pt x="1180" y="174"/>
                    <a:pt x="1167" y="175"/>
                    <a:pt x="1154" y="178"/>
                  </a:cubicBezTo>
                  <a:cubicBezTo>
                    <a:pt x="1003" y="228"/>
                    <a:pt x="878" y="353"/>
                    <a:pt x="728" y="453"/>
                  </a:cubicBezTo>
                  <a:cubicBezTo>
                    <a:pt x="659" y="522"/>
                    <a:pt x="507" y="632"/>
                    <a:pt x="386" y="632"/>
                  </a:cubicBezTo>
                  <a:cubicBezTo>
                    <a:pt x="374" y="632"/>
                    <a:pt x="363" y="631"/>
                    <a:pt x="352" y="629"/>
                  </a:cubicBezTo>
                  <a:cubicBezTo>
                    <a:pt x="527" y="353"/>
                    <a:pt x="803" y="203"/>
                    <a:pt x="1129" y="178"/>
                  </a:cubicBezTo>
                  <a:cubicBezTo>
                    <a:pt x="1229" y="152"/>
                    <a:pt x="1179" y="2"/>
                    <a:pt x="1104" y="2"/>
                  </a:cubicBezTo>
                  <a:cubicBezTo>
                    <a:pt x="1080" y="1"/>
                    <a:pt x="1056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5" name="Google Shape;11515;p22"/>
            <p:cNvSpPr/>
            <p:nvPr/>
          </p:nvSpPr>
          <p:spPr>
            <a:xfrm>
              <a:off x="6673350" y="1296825"/>
              <a:ext cx="38875" cy="34700"/>
            </a:xfrm>
            <a:custGeom>
              <a:rect b="b" l="l" r="r" t="t"/>
              <a:pathLst>
                <a:path extrusionOk="0" h="1388" w="1555">
                  <a:moveTo>
                    <a:pt x="1028" y="1"/>
                  </a:moveTo>
                  <a:cubicBezTo>
                    <a:pt x="552" y="1"/>
                    <a:pt x="1" y="402"/>
                    <a:pt x="101" y="953"/>
                  </a:cubicBezTo>
                  <a:cubicBezTo>
                    <a:pt x="151" y="1229"/>
                    <a:pt x="351" y="1354"/>
                    <a:pt x="602" y="1379"/>
                  </a:cubicBezTo>
                  <a:cubicBezTo>
                    <a:pt x="655" y="1384"/>
                    <a:pt x="715" y="1387"/>
                    <a:pt x="776" y="1387"/>
                  </a:cubicBezTo>
                  <a:cubicBezTo>
                    <a:pt x="1033" y="1387"/>
                    <a:pt x="1338" y="1336"/>
                    <a:pt x="1479" y="1154"/>
                  </a:cubicBezTo>
                  <a:cubicBezTo>
                    <a:pt x="1554" y="1079"/>
                    <a:pt x="1479" y="953"/>
                    <a:pt x="1404" y="953"/>
                  </a:cubicBezTo>
                  <a:cubicBezTo>
                    <a:pt x="1396" y="952"/>
                    <a:pt x="1387" y="952"/>
                    <a:pt x="1376" y="952"/>
                  </a:cubicBezTo>
                  <a:cubicBezTo>
                    <a:pt x="1232" y="952"/>
                    <a:pt x="901" y="1049"/>
                    <a:pt x="665" y="1049"/>
                  </a:cubicBezTo>
                  <a:cubicBezTo>
                    <a:pt x="514" y="1049"/>
                    <a:pt x="402" y="1009"/>
                    <a:pt x="402" y="878"/>
                  </a:cubicBezTo>
                  <a:cubicBezTo>
                    <a:pt x="402" y="552"/>
                    <a:pt x="777" y="277"/>
                    <a:pt x="1078" y="226"/>
                  </a:cubicBezTo>
                  <a:cubicBezTo>
                    <a:pt x="1204" y="201"/>
                    <a:pt x="11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6" name="Google Shape;11516;p22"/>
            <p:cNvSpPr/>
            <p:nvPr/>
          </p:nvSpPr>
          <p:spPr>
            <a:xfrm>
              <a:off x="6295525" y="1342575"/>
              <a:ext cx="356550" cy="21250"/>
            </a:xfrm>
            <a:custGeom>
              <a:rect b="b" l="l" r="r" t="t"/>
              <a:pathLst>
                <a:path extrusionOk="0" h="850" w="14262">
                  <a:moveTo>
                    <a:pt x="126" y="0"/>
                  </a:moveTo>
                  <a:cubicBezTo>
                    <a:pt x="1" y="0"/>
                    <a:pt x="26" y="201"/>
                    <a:pt x="126" y="201"/>
                  </a:cubicBezTo>
                  <a:cubicBezTo>
                    <a:pt x="2507" y="477"/>
                    <a:pt x="4913" y="602"/>
                    <a:pt x="7319" y="702"/>
                  </a:cubicBezTo>
                  <a:cubicBezTo>
                    <a:pt x="8744" y="750"/>
                    <a:pt x="10221" y="849"/>
                    <a:pt x="11676" y="849"/>
                  </a:cubicBezTo>
                  <a:cubicBezTo>
                    <a:pt x="12499" y="849"/>
                    <a:pt x="13315" y="818"/>
                    <a:pt x="14111" y="727"/>
                  </a:cubicBezTo>
                  <a:cubicBezTo>
                    <a:pt x="14261" y="702"/>
                    <a:pt x="14236" y="502"/>
                    <a:pt x="14111" y="477"/>
                  </a:cubicBezTo>
                  <a:cubicBezTo>
                    <a:pt x="13055" y="385"/>
                    <a:pt x="11983" y="367"/>
                    <a:pt x="10909" y="367"/>
                  </a:cubicBezTo>
                  <a:cubicBezTo>
                    <a:pt x="10204" y="367"/>
                    <a:pt x="9497" y="374"/>
                    <a:pt x="8794" y="374"/>
                  </a:cubicBezTo>
                  <a:cubicBezTo>
                    <a:pt x="8233" y="374"/>
                    <a:pt x="7673" y="369"/>
                    <a:pt x="7119" y="351"/>
                  </a:cubicBezTo>
                  <a:cubicBezTo>
                    <a:pt x="4788" y="251"/>
                    <a:pt x="2457" y="101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7" name="Google Shape;11517;p22"/>
            <p:cNvSpPr/>
            <p:nvPr/>
          </p:nvSpPr>
          <p:spPr>
            <a:xfrm>
              <a:off x="6402675" y="1373100"/>
              <a:ext cx="75050" cy="40425"/>
            </a:xfrm>
            <a:custGeom>
              <a:rect b="b" l="l" r="r" t="t"/>
              <a:pathLst>
                <a:path extrusionOk="0" h="1617" w="3002">
                  <a:moveTo>
                    <a:pt x="1148" y="1"/>
                  </a:moveTo>
                  <a:cubicBezTo>
                    <a:pt x="943" y="1"/>
                    <a:pt x="707" y="104"/>
                    <a:pt x="552" y="208"/>
                  </a:cubicBezTo>
                  <a:cubicBezTo>
                    <a:pt x="444" y="273"/>
                    <a:pt x="522" y="449"/>
                    <a:pt x="625" y="449"/>
                  </a:cubicBezTo>
                  <a:cubicBezTo>
                    <a:pt x="642" y="449"/>
                    <a:pt x="660" y="444"/>
                    <a:pt x="677" y="434"/>
                  </a:cubicBezTo>
                  <a:cubicBezTo>
                    <a:pt x="746" y="385"/>
                    <a:pt x="811" y="359"/>
                    <a:pt x="871" y="359"/>
                  </a:cubicBezTo>
                  <a:cubicBezTo>
                    <a:pt x="966" y="359"/>
                    <a:pt x="1052" y="422"/>
                    <a:pt x="1128" y="559"/>
                  </a:cubicBezTo>
                  <a:cubicBezTo>
                    <a:pt x="1028" y="634"/>
                    <a:pt x="903" y="709"/>
                    <a:pt x="777" y="784"/>
                  </a:cubicBezTo>
                  <a:cubicBezTo>
                    <a:pt x="577" y="885"/>
                    <a:pt x="376" y="960"/>
                    <a:pt x="176" y="1010"/>
                  </a:cubicBezTo>
                  <a:cubicBezTo>
                    <a:pt x="0" y="1060"/>
                    <a:pt x="126" y="1286"/>
                    <a:pt x="226" y="1311"/>
                  </a:cubicBezTo>
                  <a:cubicBezTo>
                    <a:pt x="752" y="1436"/>
                    <a:pt x="1304" y="1536"/>
                    <a:pt x="1830" y="1586"/>
                  </a:cubicBezTo>
                  <a:cubicBezTo>
                    <a:pt x="1989" y="1597"/>
                    <a:pt x="2144" y="1617"/>
                    <a:pt x="2293" y="1617"/>
                  </a:cubicBezTo>
                  <a:cubicBezTo>
                    <a:pt x="2494" y="1617"/>
                    <a:pt x="2684" y="1580"/>
                    <a:pt x="2858" y="1436"/>
                  </a:cubicBezTo>
                  <a:cubicBezTo>
                    <a:pt x="3002" y="1333"/>
                    <a:pt x="2858" y="1128"/>
                    <a:pt x="2719" y="1128"/>
                  </a:cubicBezTo>
                  <a:cubicBezTo>
                    <a:pt x="2689" y="1128"/>
                    <a:pt x="2659" y="1138"/>
                    <a:pt x="2632" y="1160"/>
                  </a:cubicBezTo>
                  <a:cubicBezTo>
                    <a:pt x="2483" y="1267"/>
                    <a:pt x="2292" y="1301"/>
                    <a:pt x="2092" y="1301"/>
                  </a:cubicBezTo>
                  <a:cubicBezTo>
                    <a:pt x="1822" y="1301"/>
                    <a:pt x="1534" y="1239"/>
                    <a:pt x="1304" y="1211"/>
                  </a:cubicBezTo>
                  <a:cubicBezTo>
                    <a:pt x="1153" y="1185"/>
                    <a:pt x="1003" y="1160"/>
                    <a:pt x="853" y="1135"/>
                  </a:cubicBezTo>
                  <a:cubicBezTo>
                    <a:pt x="1228" y="985"/>
                    <a:pt x="1655" y="709"/>
                    <a:pt x="1554" y="358"/>
                  </a:cubicBezTo>
                  <a:cubicBezTo>
                    <a:pt x="1506" y="92"/>
                    <a:pt x="1340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8" name="Google Shape;11518;p22"/>
            <p:cNvSpPr/>
            <p:nvPr/>
          </p:nvSpPr>
          <p:spPr>
            <a:xfrm>
              <a:off x="6485375" y="1381475"/>
              <a:ext cx="44375" cy="32650"/>
            </a:xfrm>
            <a:custGeom>
              <a:rect b="b" l="l" r="r" t="t"/>
              <a:pathLst>
                <a:path extrusionOk="0" h="1306" w="1775">
                  <a:moveTo>
                    <a:pt x="978" y="0"/>
                  </a:moveTo>
                  <a:cubicBezTo>
                    <a:pt x="822" y="0"/>
                    <a:pt x="663" y="65"/>
                    <a:pt x="527" y="174"/>
                  </a:cubicBezTo>
                  <a:cubicBezTo>
                    <a:pt x="301" y="349"/>
                    <a:pt x="1" y="650"/>
                    <a:pt x="201" y="926"/>
                  </a:cubicBezTo>
                  <a:cubicBezTo>
                    <a:pt x="288" y="1070"/>
                    <a:pt x="440" y="1123"/>
                    <a:pt x="602" y="1123"/>
                  </a:cubicBezTo>
                  <a:cubicBezTo>
                    <a:pt x="722" y="1123"/>
                    <a:pt x="846" y="1094"/>
                    <a:pt x="953" y="1051"/>
                  </a:cubicBezTo>
                  <a:cubicBezTo>
                    <a:pt x="1078" y="1001"/>
                    <a:pt x="1204" y="951"/>
                    <a:pt x="1304" y="850"/>
                  </a:cubicBezTo>
                  <a:cubicBezTo>
                    <a:pt x="1304" y="1051"/>
                    <a:pt x="1379" y="1201"/>
                    <a:pt x="1580" y="1302"/>
                  </a:cubicBezTo>
                  <a:cubicBezTo>
                    <a:pt x="1590" y="1304"/>
                    <a:pt x="1601" y="1305"/>
                    <a:pt x="1611" y="1305"/>
                  </a:cubicBezTo>
                  <a:cubicBezTo>
                    <a:pt x="1699" y="1305"/>
                    <a:pt x="1775" y="1216"/>
                    <a:pt x="1730" y="1126"/>
                  </a:cubicBezTo>
                  <a:cubicBezTo>
                    <a:pt x="1605" y="876"/>
                    <a:pt x="1580" y="675"/>
                    <a:pt x="1655" y="374"/>
                  </a:cubicBezTo>
                  <a:cubicBezTo>
                    <a:pt x="1672" y="272"/>
                    <a:pt x="1573" y="170"/>
                    <a:pt x="1493" y="170"/>
                  </a:cubicBezTo>
                  <a:cubicBezTo>
                    <a:pt x="1454" y="170"/>
                    <a:pt x="1420" y="193"/>
                    <a:pt x="1404" y="249"/>
                  </a:cubicBezTo>
                  <a:cubicBezTo>
                    <a:pt x="1304" y="575"/>
                    <a:pt x="953" y="825"/>
                    <a:pt x="602" y="825"/>
                  </a:cubicBezTo>
                  <a:cubicBezTo>
                    <a:pt x="502" y="825"/>
                    <a:pt x="402" y="825"/>
                    <a:pt x="477" y="675"/>
                  </a:cubicBezTo>
                  <a:cubicBezTo>
                    <a:pt x="502" y="600"/>
                    <a:pt x="602" y="525"/>
                    <a:pt x="652" y="475"/>
                  </a:cubicBezTo>
                  <a:cubicBezTo>
                    <a:pt x="759" y="350"/>
                    <a:pt x="905" y="237"/>
                    <a:pt x="1070" y="237"/>
                  </a:cubicBezTo>
                  <a:cubicBezTo>
                    <a:pt x="1137" y="237"/>
                    <a:pt x="1207" y="256"/>
                    <a:pt x="1279" y="299"/>
                  </a:cubicBezTo>
                  <a:cubicBezTo>
                    <a:pt x="1296" y="312"/>
                    <a:pt x="1312" y="318"/>
                    <a:pt x="1326" y="318"/>
                  </a:cubicBezTo>
                  <a:cubicBezTo>
                    <a:pt x="1393" y="318"/>
                    <a:pt x="1416" y="190"/>
                    <a:pt x="1354" y="149"/>
                  </a:cubicBezTo>
                  <a:cubicBezTo>
                    <a:pt x="1240" y="46"/>
                    <a:pt x="1110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519" name="Google Shape;11519;p22"/>
          <p:cNvSpPr txBox="1"/>
          <p:nvPr>
            <p:ph idx="4" type="subTitle"/>
          </p:nvPr>
        </p:nvSpPr>
        <p:spPr>
          <a:xfrm>
            <a:off x="5643150" y="25863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"/>
              <a:t>Immutable</a:t>
            </a:r>
            <a:endParaRPr/>
          </a:p>
        </p:txBody>
      </p:sp>
      <p:grpSp>
        <p:nvGrpSpPr>
          <p:cNvPr id="11520" name="Google Shape;11520;p22"/>
          <p:cNvGrpSpPr/>
          <p:nvPr/>
        </p:nvGrpSpPr>
        <p:grpSpPr>
          <a:xfrm rot="1514788">
            <a:off x="5041770" y="1187651"/>
            <a:ext cx="1376274" cy="908487"/>
            <a:chOff x="5248525" y="821375"/>
            <a:chExt cx="1082824" cy="694544"/>
          </a:xfrm>
        </p:grpSpPr>
        <p:sp>
          <p:nvSpPr>
            <p:cNvPr id="11521" name="Google Shape;11521;p22"/>
            <p:cNvSpPr/>
            <p:nvPr/>
          </p:nvSpPr>
          <p:spPr>
            <a:xfrm>
              <a:off x="5386964" y="1033865"/>
              <a:ext cx="843217" cy="475585"/>
            </a:xfrm>
            <a:custGeom>
              <a:rect b="b" l="l" r="r" t="t"/>
              <a:pathLst>
                <a:path extrusionOk="0" h="14027" w="24870">
                  <a:moveTo>
                    <a:pt x="2110" y="1"/>
                  </a:moveTo>
                  <a:lnTo>
                    <a:pt x="172" y="5463"/>
                  </a:lnTo>
                  <a:lnTo>
                    <a:pt x="0" y="5941"/>
                  </a:lnTo>
                  <a:lnTo>
                    <a:pt x="22760" y="14026"/>
                  </a:lnTo>
                  <a:lnTo>
                    <a:pt x="22995" y="13368"/>
                  </a:lnTo>
                  <a:lnTo>
                    <a:pt x="24870" y="8086"/>
                  </a:lnTo>
                  <a:lnTo>
                    <a:pt x="2110" y="1"/>
                  </a:lnTo>
                  <a:close/>
                </a:path>
              </a:pathLst>
            </a:custGeom>
            <a:solidFill>
              <a:srgbClr val="028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2" name="Google Shape;11522;p22"/>
            <p:cNvSpPr/>
            <p:nvPr/>
          </p:nvSpPr>
          <p:spPr>
            <a:xfrm>
              <a:off x="5455115" y="824528"/>
              <a:ext cx="851795" cy="486876"/>
            </a:xfrm>
            <a:custGeom>
              <a:rect b="b" l="l" r="r" t="t"/>
              <a:pathLst>
                <a:path extrusionOk="0" h="14360" w="25123">
                  <a:moveTo>
                    <a:pt x="2209" y="0"/>
                  </a:moveTo>
                  <a:lnTo>
                    <a:pt x="0" y="6220"/>
                  </a:lnTo>
                  <a:lnTo>
                    <a:pt x="22914" y="14359"/>
                  </a:lnTo>
                  <a:lnTo>
                    <a:pt x="25122" y="814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00AF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3" name="Google Shape;11523;p22"/>
            <p:cNvSpPr/>
            <p:nvPr/>
          </p:nvSpPr>
          <p:spPr>
            <a:xfrm>
              <a:off x="5343564" y="832157"/>
              <a:ext cx="980431" cy="665352"/>
            </a:xfrm>
            <a:custGeom>
              <a:rect b="b" l="l" r="r" t="t"/>
              <a:pathLst>
                <a:path extrusionOk="0" h="19624" w="28917">
                  <a:moveTo>
                    <a:pt x="3858" y="0"/>
                  </a:moveTo>
                  <a:lnTo>
                    <a:pt x="0" y="10853"/>
                  </a:lnTo>
                  <a:cubicBezTo>
                    <a:pt x="36" y="10889"/>
                    <a:pt x="72" y="10916"/>
                    <a:pt x="118" y="10934"/>
                  </a:cubicBezTo>
                  <a:lnTo>
                    <a:pt x="1452" y="11412"/>
                  </a:lnTo>
                  <a:lnTo>
                    <a:pt x="3390" y="5950"/>
                  </a:lnTo>
                  <a:lnTo>
                    <a:pt x="5328" y="496"/>
                  </a:lnTo>
                  <a:lnTo>
                    <a:pt x="3994" y="27"/>
                  </a:lnTo>
                  <a:cubicBezTo>
                    <a:pt x="3948" y="18"/>
                    <a:pt x="3903" y="9"/>
                    <a:pt x="3858" y="0"/>
                  </a:cubicBezTo>
                  <a:close/>
                  <a:moveTo>
                    <a:pt x="28061" y="8681"/>
                  </a:moveTo>
                  <a:lnTo>
                    <a:pt x="26150" y="14035"/>
                  </a:lnTo>
                  <a:lnTo>
                    <a:pt x="24275" y="19317"/>
                  </a:lnTo>
                  <a:lnTo>
                    <a:pt x="25140" y="19624"/>
                  </a:lnTo>
                  <a:lnTo>
                    <a:pt x="28917" y="8978"/>
                  </a:lnTo>
                  <a:lnTo>
                    <a:pt x="28061" y="8681"/>
                  </a:ln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4" name="Google Shape;11524;p22"/>
            <p:cNvSpPr/>
            <p:nvPr/>
          </p:nvSpPr>
          <p:spPr>
            <a:xfrm>
              <a:off x="5248525" y="830292"/>
              <a:ext cx="225875" cy="369870"/>
            </a:xfrm>
            <a:custGeom>
              <a:rect b="b" l="l" r="r" t="t"/>
              <a:pathLst>
                <a:path extrusionOk="0" h="10909" w="6662">
                  <a:moveTo>
                    <a:pt x="5792" y="0"/>
                  </a:moveTo>
                  <a:cubicBezTo>
                    <a:pt x="3890" y="0"/>
                    <a:pt x="2470" y="856"/>
                    <a:pt x="1550" y="2561"/>
                  </a:cubicBezTo>
                  <a:cubicBezTo>
                    <a:pt x="1019" y="3553"/>
                    <a:pt x="640" y="4607"/>
                    <a:pt x="424" y="5743"/>
                  </a:cubicBezTo>
                  <a:cubicBezTo>
                    <a:pt x="0" y="7934"/>
                    <a:pt x="802" y="9655"/>
                    <a:pt x="2803" y="10908"/>
                  </a:cubicBezTo>
                  <a:lnTo>
                    <a:pt x="6661" y="55"/>
                  </a:lnTo>
                  <a:cubicBezTo>
                    <a:pt x="6361" y="18"/>
                    <a:pt x="6071" y="0"/>
                    <a:pt x="5792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5" name="Google Shape;11525;p22"/>
            <p:cNvSpPr/>
            <p:nvPr/>
          </p:nvSpPr>
          <p:spPr>
            <a:xfrm>
              <a:off x="5250356" y="821375"/>
              <a:ext cx="1080993" cy="694544"/>
            </a:xfrm>
            <a:custGeom>
              <a:rect b="b" l="l" r="r" t="t"/>
              <a:pathLst>
                <a:path extrusionOk="0" h="20485" w="31883">
                  <a:moveTo>
                    <a:pt x="30903" y="9238"/>
                  </a:moveTo>
                  <a:lnTo>
                    <a:pt x="31425" y="9422"/>
                  </a:lnTo>
                  <a:lnTo>
                    <a:pt x="31425" y="9422"/>
                  </a:lnTo>
                  <a:cubicBezTo>
                    <a:pt x="31154" y="10260"/>
                    <a:pt x="30869" y="11089"/>
                    <a:pt x="30584" y="11910"/>
                  </a:cubicBezTo>
                  <a:cubicBezTo>
                    <a:pt x="30287" y="12803"/>
                    <a:pt x="29971" y="13686"/>
                    <a:pt x="29656" y="14578"/>
                  </a:cubicBezTo>
                  <a:lnTo>
                    <a:pt x="28700" y="17238"/>
                  </a:lnTo>
                  <a:cubicBezTo>
                    <a:pt x="28398" y="18060"/>
                    <a:pt x="28088" y="18875"/>
                    <a:pt x="27770" y="19697"/>
                  </a:cubicBezTo>
                  <a:lnTo>
                    <a:pt x="27770" y="19697"/>
                  </a:lnTo>
                  <a:lnTo>
                    <a:pt x="27262" y="19517"/>
                  </a:lnTo>
                  <a:lnTo>
                    <a:pt x="27262" y="19517"/>
                  </a:lnTo>
                  <a:cubicBezTo>
                    <a:pt x="27552" y="18623"/>
                    <a:pt x="27856" y="17736"/>
                    <a:pt x="28160" y="16841"/>
                  </a:cubicBezTo>
                  <a:cubicBezTo>
                    <a:pt x="28493" y="15894"/>
                    <a:pt x="28818" y="14948"/>
                    <a:pt x="29160" y="14002"/>
                  </a:cubicBezTo>
                  <a:cubicBezTo>
                    <a:pt x="29503" y="13055"/>
                    <a:pt x="29836" y="12109"/>
                    <a:pt x="30179" y="11171"/>
                  </a:cubicBezTo>
                  <a:cubicBezTo>
                    <a:pt x="30419" y="10523"/>
                    <a:pt x="30660" y="9880"/>
                    <a:pt x="30903" y="9238"/>
                  </a:cubicBezTo>
                  <a:close/>
                  <a:moveTo>
                    <a:pt x="5751" y="373"/>
                  </a:moveTo>
                  <a:cubicBezTo>
                    <a:pt x="6073" y="381"/>
                    <a:pt x="6404" y="417"/>
                    <a:pt x="6717" y="470"/>
                  </a:cubicBezTo>
                  <a:lnTo>
                    <a:pt x="6717" y="470"/>
                  </a:lnTo>
                  <a:cubicBezTo>
                    <a:pt x="6935" y="557"/>
                    <a:pt x="7145" y="636"/>
                    <a:pt x="7355" y="724"/>
                  </a:cubicBezTo>
                  <a:cubicBezTo>
                    <a:pt x="7581" y="814"/>
                    <a:pt x="7797" y="904"/>
                    <a:pt x="8013" y="994"/>
                  </a:cubicBezTo>
                  <a:cubicBezTo>
                    <a:pt x="8013" y="994"/>
                    <a:pt x="8013" y="1003"/>
                    <a:pt x="8013" y="1003"/>
                  </a:cubicBezTo>
                  <a:cubicBezTo>
                    <a:pt x="8033" y="1009"/>
                    <a:pt x="8052" y="1011"/>
                    <a:pt x="8071" y="1011"/>
                  </a:cubicBezTo>
                  <a:cubicBezTo>
                    <a:pt x="8152" y="1011"/>
                    <a:pt x="8228" y="966"/>
                    <a:pt x="8257" y="886"/>
                  </a:cubicBezTo>
                  <a:lnTo>
                    <a:pt x="8257" y="877"/>
                  </a:lnTo>
                  <a:lnTo>
                    <a:pt x="8414" y="444"/>
                  </a:lnTo>
                  <a:lnTo>
                    <a:pt x="8414" y="444"/>
                  </a:lnTo>
                  <a:cubicBezTo>
                    <a:pt x="10263" y="1072"/>
                    <a:pt x="12104" y="1701"/>
                    <a:pt x="13945" y="2347"/>
                  </a:cubicBezTo>
                  <a:cubicBezTo>
                    <a:pt x="15847" y="3005"/>
                    <a:pt x="17749" y="3672"/>
                    <a:pt x="19641" y="4339"/>
                  </a:cubicBezTo>
                  <a:lnTo>
                    <a:pt x="22490" y="5348"/>
                  </a:lnTo>
                  <a:lnTo>
                    <a:pt x="25329" y="6367"/>
                  </a:lnTo>
                  <a:cubicBezTo>
                    <a:pt x="27160" y="7029"/>
                    <a:pt x="28991" y="7701"/>
                    <a:pt x="30814" y="8396"/>
                  </a:cubicBezTo>
                  <a:lnTo>
                    <a:pt x="30814" y="8396"/>
                  </a:lnTo>
                  <a:cubicBezTo>
                    <a:pt x="30764" y="8551"/>
                    <a:pt x="30714" y="8705"/>
                    <a:pt x="30664" y="8859"/>
                  </a:cubicBezTo>
                  <a:lnTo>
                    <a:pt x="30664" y="8859"/>
                  </a:lnTo>
                  <a:cubicBezTo>
                    <a:pt x="30645" y="8878"/>
                    <a:pt x="30630" y="8901"/>
                    <a:pt x="30620" y="8927"/>
                  </a:cubicBezTo>
                  <a:cubicBezTo>
                    <a:pt x="30610" y="8958"/>
                    <a:pt x="30607" y="8990"/>
                    <a:pt x="30611" y="9019"/>
                  </a:cubicBezTo>
                  <a:lnTo>
                    <a:pt x="30611" y="9019"/>
                  </a:lnTo>
                  <a:cubicBezTo>
                    <a:pt x="30384" y="9706"/>
                    <a:pt x="30151" y="10391"/>
                    <a:pt x="29917" y="11072"/>
                  </a:cubicBezTo>
                  <a:cubicBezTo>
                    <a:pt x="29602" y="12027"/>
                    <a:pt x="29259" y="12974"/>
                    <a:pt x="28926" y="13920"/>
                  </a:cubicBezTo>
                  <a:cubicBezTo>
                    <a:pt x="28592" y="14867"/>
                    <a:pt x="28250" y="15804"/>
                    <a:pt x="27907" y="16751"/>
                  </a:cubicBezTo>
                  <a:cubicBezTo>
                    <a:pt x="27557" y="17694"/>
                    <a:pt x="27216" y="18628"/>
                    <a:pt x="26847" y="19562"/>
                  </a:cubicBezTo>
                  <a:lnTo>
                    <a:pt x="26847" y="19562"/>
                  </a:lnTo>
                  <a:cubicBezTo>
                    <a:pt x="26846" y="19565"/>
                    <a:pt x="26845" y="19569"/>
                    <a:pt x="26844" y="19572"/>
                  </a:cubicBezTo>
                  <a:lnTo>
                    <a:pt x="26841" y="19578"/>
                  </a:lnTo>
                  <a:lnTo>
                    <a:pt x="26841" y="19578"/>
                  </a:lnTo>
                  <a:cubicBezTo>
                    <a:pt x="26840" y="19580"/>
                    <a:pt x="26838" y="19581"/>
                    <a:pt x="26835" y="19581"/>
                  </a:cubicBezTo>
                  <a:cubicBezTo>
                    <a:pt x="26832" y="19592"/>
                    <a:pt x="26830" y="19603"/>
                    <a:pt x="26829" y="19614"/>
                  </a:cubicBezTo>
                  <a:lnTo>
                    <a:pt x="26829" y="19614"/>
                  </a:lnTo>
                  <a:lnTo>
                    <a:pt x="26673" y="20051"/>
                  </a:lnTo>
                  <a:lnTo>
                    <a:pt x="26673" y="20051"/>
                  </a:lnTo>
                  <a:cubicBezTo>
                    <a:pt x="24831" y="19414"/>
                    <a:pt x="22989" y="18785"/>
                    <a:pt x="21147" y="18148"/>
                  </a:cubicBezTo>
                  <a:lnTo>
                    <a:pt x="15450" y="16147"/>
                  </a:lnTo>
                  <a:lnTo>
                    <a:pt x="9753" y="14137"/>
                  </a:lnTo>
                  <a:cubicBezTo>
                    <a:pt x="7921" y="13474"/>
                    <a:pt x="6090" y="12811"/>
                    <a:pt x="4274" y="12091"/>
                  </a:cubicBezTo>
                  <a:lnTo>
                    <a:pt x="4274" y="12091"/>
                  </a:lnTo>
                  <a:lnTo>
                    <a:pt x="4381" y="11793"/>
                  </a:lnTo>
                  <a:cubicBezTo>
                    <a:pt x="4417" y="11694"/>
                    <a:pt x="4363" y="11586"/>
                    <a:pt x="4264" y="11550"/>
                  </a:cubicBezTo>
                  <a:cubicBezTo>
                    <a:pt x="3813" y="11397"/>
                    <a:pt x="3371" y="11252"/>
                    <a:pt x="2921" y="11099"/>
                  </a:cubicBezTo>
                  <a:lnTo>
                    <a:pt x="2921" y="11099"/>
                  </a:lnTo>
                  <a:lnTo>
                    <a:pt x="2957" y="11108"/>
                  </a:lnTo>
                  <a:cubicBezTo>
                    <a:pt x="2398" y="10784"/>
                    <a:pt x="1884" y="10378"/>
                    <a:pt x="1460" y="9891"/>
                  </a:cubicBezTo>
                  <a:cubicBezTo>
                    <a:pt x="1046" y="9404"/>
                    <a:pt x="739" y="8828"/>
                    <a:pt x="595" y="8215"/>
                  </a:cubicBezTo>
                  <a:cubicBezTo>
                    <a:pt x="442" y="7602"/>
                    <a:pt x="451" y="6962"/>
                    <a:pt x="550" y="6331"/>
                  </a:cubicBezTo>
                  <a:cubicBezTo>
                    <a:pt x="604" y="6015"/>
                    <a:pt x="685" y="5700"/>
                    <a:pt x="766" y="5393"/>
                  </a:cubicBezTo>
                  <a:cubicBezTo>
                    <a:pt x="856" y="5078"/>
                    <a:pt x="956" y="4771"/>
                    <a:pt x="1055" y="4465"/>
                  </a:cubicBezTo>
                  <a:cubicBezTo>
                    <a:pt x="1514" y="3266"/>
                    <a:pt x="2010" y="2022"/>
                    <a:pt x="3029" y="1211"/>
                  </a:cubicBezTo>
                  <a:cubicBezTo>
                    <a:pt x="3534" y="814"/>
                    <a:pt x="4147" y="562"/>
                    <a:pt x="4787" y="454"/>
                  </a:cubicBezTo>
                  <a:cubicBezTo>
                    <a:pt x="5102" y="391"/>
                    <a:pt x="5426" y="373"/>
                    <a:pt x="5751" y="373"/>
                  </a:cubicBezTo>
                  <a:close/>
                  <a:moveTo>
                    <a:pt x="8302" y="1"/>
                  </a:moveTo>
                  <a:cubicBezTo>
                    <a:pt x="8223" y="1"/>
                    <a:pt x="8150" y="51"/>
                    <a:pt x="8122" y="129"/>
                  </a:cubicBezTo>
                  <a:lnTo>
                    <a:pt x="8113" y="129"/>
                  </a:lnTo>
                  <a:lnTo>
                    <a:pt x="7956" y="581"/>
                  </a:lnTo>
                  <a:lnTo>
                    <a:pt x="7956" y="581"/>
                  </a:lnTo>
                  <a:cubicBezTo>
                    <a:pt x="7792" y="532"/>
                    <a:pt x="7628" y="479"/>
                    <a:pt x="7464" y="427"/>
                  </a:cubicBezTo>
                  <a:cubicBezTo>
                    <a:pt x="7238" y="363"/>
                    <a:pt x="7013" y="291"/>
                    <a:pt x="6788" y="219"/>
                  </a:cubicBezTo>
                  <a:lnTo>
                    <a:pt x="6779" y="219"/>
                  </a:lnTo>
                  <a:cubicBezTo>
                    <a:pt x="6779" y="210"/>
                    <a:pt x="6770" y="210"/>
                    <a:pt x="6761" y="210"/>
                  </a:cubicBezTo>
                  <a:cubicBezTo>
                    <a:pt x="6451" y="177"/>
                    <a:pt x="6140" y="157"/>
                    <a:pt x="5828" y="157"/>
                  </a:cubicBezTo>
                  <a:cubicBezTo>
                    <a:pt x="5468" y="157"/>
                    <a:pt x="5108" y="183"/>
                    <a:pt x="4750" y="246"/>
                  </a:cubicBezTo>
                  <a:cubicBezTo>
                    <a:pt x="4083" y="363"/>
                    <a:pt x="3434" y="616"/>
                    <a:pt x="2876" y="994"/>
                  </a:cubicBezTo>
                  <a:cubicBezTo>
                    <a:pt x="2299" y="1373"/>
                    <a:pt x="1821" y="1887"/>
                    <a:pt x="1442" y="2464"/>
                  </a:cubicBezTo>
                  <a:cubicBezTo>
                    <a:pt x="1253" y="2752"/>
                    <a:pt x="1100" y="3050"/>
                    <a:pt x="956" y="3347"/>
                  </a:cubicBezTo>
                  <a:cubicBezTo>
                    <a:pt x="802" y="3654"/>
                    <a:pt x="676" y="3969"/>
                    <a:pt x="568" y="4294"/>
                  </a:cubicBezTo>
                  <a:cubicBezTo>
                    <a:pt x="343" y="4934"/>
                    <a:pt x="171" y="5583"/>
                    <a:pt x="81" y="6268"/>
                  </a:cubicBezTo>
                  <a:cubicBezTo>
                    <a:pt x="0" y="6944"/>
                    <a:pt x="27" y="7647"/>
                    <a:pt x="225" y="8314"/>
                  </a:cubicBezTo>
                  <a:cubicBezTo>
                    <a:pt x="406" y="8981"/>
                    <a:pt x="766" y="9594"/>
                    <a:pt x="1208" y="10108"/>
                  </a:cubicBezTo>
                  <a:cubicBezTo>
                    <a:pt x="1659" y="10630"/>
                    <a:pt x="2209" y="11045"/>
                    <a:pt x="2776" y="11397"/>
                  </a:cubicBezTo>
                  <a:cubicBezTo>
                    <a:pt x="2785" y="11406"/>
                    <a:pt x="2794" y="11415"/>
                    <a:pt x="2803" y="11415"/>
                  </a:cubicBezTo>
                  <a:lnTo>
                    <a:pt x="2812" y="11415"/>
                  </a:lnTo>
                  <a:cubicBezTo>
                    <a:pt x="3194" y="11555"/>
                    <a:pt x="3575" y="11695"/>
                    <a:pt x="3957" y="11841"/>
                  </a:cubicBezTo>
                  <a:lnTo>
                    <a:pt x="3957" y="11841"/>
                  </a:lnTo>
                  <a:lnTo>
                    <a:pt x="3849" y="12136"/>
                  </a:lnTo>
                  <a:lnTo>
                    <a:pt x="3840" y="12154"/>
                  </a:lnTo>
                  <a:cubicBezTo>
                    <a:pt x="3813" y="12253"/>
                    <a:pt x="3867" y="12361"/>
                    <a:pt x="3966" y="12388"/>
                  </a:cubicBezTo>
                  <a:cubicBezTo>
                    <a:pt x="5886" y="12992"/>
                    <a:pt x="7788" y="13650"/>
                    <a:pt x="9690" y="14317"/>
                  </a:cubicBezTo>
                  <a:lnTo>
                    <a:pt x="15378" y="16345"/>
                  </a:lnTo>
                  <a:lnTo>
                    <a:pt x="21057" y="18400"/>
                  </a:lnTo>
                  <a:cubicBezTo>
                    <a:pt x="22950" y="19076"/>
                    <a:pt x="24833" y="19779"/>
                    <a:pt x="26726" y="20473"/>
                  </a:cubicBezTo>
                  <a:cubicBezTo>
                    <a:pt x="26747" y="20481"/>
                    <a:pt x="26769" y="20485"/>
                    <a:pt x="26791" y="20485"/>
                  </a:cubicBezTo>
                  <a:cubicBezTo>
                    <a:pt x="26871" y="20485"/>
                    <a:pt x="26950" y="20435"/>
                    <a:pt x="26979" y="20356"/>
                  </a:cubicBezTo>
                  <a:lnTo>
                    <a:pt x="27142" y="19880"/>
                  </a:lnTo>
                  <a:lnTo>
                    <a:pt x="27142" y="19880"/>
                  </a:lnTo>
                  <a:lnTo>
                    <a:pt x="27817" y="20122"/>
                  </a:lnTo>
                  <a:lnTo>
                    <a:pt x="27835" y="20131"/>
                  </a:lnTo>
                  <a:cubicBezTo>
                    <a:pt x="27852" y="20136"/>
                    <a:pt x="27869" y="20138"/>
                    <a:pt x="27886" y="20138"/>
                  </a:cubicBezTo>
                  <a:cubicBezTo>
                    <a:pt x="27967" y="20138"/>
                    <a:pt x="28040" y="20087"/>
                    <a:pt x="28069" y="20005"/>
                  </a:cubicBezTo>
                  <a:cubicBezTo>
                    <a:pt x="28358" y="19112"/>
                    <a:pt x="28655" y="18220"/>
                    <a:pt x="28962" y="17328"/>
                  </a:cubicBezTo>
                  <a:lnTo>
                    <a:pt x="29890" y="14660"/>
                  </a:lnTo>
                  <a:cubicBezTo>
                    <a:pt x="30215" y="13776"/>
                    <a:pt x="30530" y="12893"/>
                    <a:pt x="30855" y="12009"/>
                  </a:cubicBezTo>
                  <a:cubicBezTo>
                    <a:pt x="31179" y="11126"/>
                    <a:pt x="31504" y="10243"/>
                    <a:pt x="31846" y="9368"/>
                  </a:cubicBezTo>
                  <a:cubicBezTo>
                    <a:pt x="31846" y="9368"/>
                    <a:pt x="31846" y="9359"/>
                    <a:pt x="31846" y="9359"/>
                  </a:cubicBezTo>
                  <a:cubicBezTo>
                    <a:pt x="31882" y="9260"/>
                    <a:pt x="31837" y="9152"/>
                    <a:pt x="31738" y="9116"/>
                  </a:cubicBezTo>
                  <a:lnTo>
                    <a:pt x="31729" y="9116"/>
                  </a:lnTo>
                  <a:lnTo>
                    <a:pt x="31043" y="8870"/>
                  </a:lnTo>
                  <a:lnTo>
                    <a:pt x="31043" y="8870"/>
                  </a:lnTo>
                  <a:cubicBezTo>
                    <a:pt x="31109" y="8697"/>
                    <a:pt x="31176" y="8523"/>
                    <a:pt x="31242" y="8350"/>
                  </a:cubicBezTo>
                  <a:cubicBezTo>
                    <a:pt x="31242" y="8350"/>
                    <a:pt x="31242" y="8341"/>
                    <a:pt x="31242" y="8341"/>
                  </a:cubicBezTo>
                  <a:cubicBezTo>
                    <a:pt x="31278" y="8242"/>
                    <a:pt x="31224" y="8133"/>
                    <a:pt x="31125" y="8097"/>
                  </a:cubicBezTo>
                  <a:cubicBezTo>
                    <a:pt x="29214" y="7466"/>
                    <a:pt x="27303" y="6817"/>
                    <a:pt x="25410" y="6150"/>
                  </a:cubicBezTo>
                  <a:lnTo>
                    <a:pt x="22562" y="5150"/>
                  </a:lnTo>
                  <a:lnTo>
                    <a:pt x="19714" y="4131"/>
                  </a:lnTo>
                  <a:cubicBezTo>
                    <a:pt x="17821" y="3455"/>
                    <a:pt x="15928" y="2779"/>
                    <a:pt x="14035" y="2085"/>
                  </a:cubicBezTo>
                  <a:cubicBezTo>
                    <a:pt x="12142" y="1409"/>
                    <a:pt x="10258" y="706"/>
                    <a:pt x="8365" y="12"/>
                  </a:cubicBezTo>
                  <a:cubicBezTo>
                    <a:pt x="8344" y="4"/>
                    <a:pt x="8323" y="1"/>
                    <a:pt x="8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6" name="Google Shape;11526;p22"/>
            <p:cNvSpPr/>
            <p:nvPr/>
          </p:nvSpPr>
          <p:spPr>
            <a:xfrm>
              <a:off x="5385438" y="842193"/>
              <a:ext cx="146402" cy="383398"/>
            </a:xfrm>
            <a:custGeom>
              <a:rect b="b" l="l" r="r" t="t"/>
              <a:pathLst>
                <a:path extrusionOk="0" h="11308" w="4318">
                  <a:moveTo>
                    <a:pt x="4098" y="1"/>
                  </a:moveTo>
                  <a:cubicBezTo>
                    <a:pt x="4017" y="1"/>
                    <a:pt x="3941" y="57"/>
                    <a:pt x="3912" y="137"/>
                  </a:cubicBezTo>
                  <a:cubicBezTo>
                    <a:pt x="3624" y="1057"/>
                    <a:pt x="3299" y="1967"/>
                    <a:pt x="2984" y="2877"/>
                  </a:cubicBezTo>
                  <a:lnTo>
                    <a:pt x="2001" y="5609"/>
                  </a:lnTo>
                  <a:lnTo>
                    <a:pt x="1028" y="8331"/>
                  </a:lnTo>
                  <a:cubicBezTo>
                    <a:pt x="703" y="9241"/>
                    <a:pt x="361" y="10143"/>
                    <a:pt x="36" y="11053"/>
                  </a:cubicBezTo>
                  <a:cubicBezTo>
                    <a:pt x="0" y="11152"/>
                    <a:pt x="54" y="11269"/>
                    <a:pt x="154" y="11296"/>
                  </a:cubicBezTo>
                  <a:cubicBezTo>
                    <a:pt x="174" y="11304"/>
                    <a:pt x="196" y="11308"/>
                    <a:pt x="217" y="11308"/>
                  </a:cubicBezTo>
                  <a:cubicBezTo>
                    <a:pt x="295" y="11308"/>
                    <a:pt x="368" y="11257"/>
                    <a:pt x="397" y="11179"/>
                  </a:cubicBezTo>
                  <a:cubicBezTo>
                    <a:pt x="712" y="10269"/>
                    <a:pt x="1028" y="9358"/>
                    <a:pt x="1343" y="8448"/>
                  </a:cubicBezTo>
                  <a:lnTo>
                    <a:pt x="2308" y="5717"/>
                  </a:lnTo>
                  <a:lnTo>
                    <a:pt x="3272" y="2985"/>
                  </a:lnTo>
                  <a:cubicBezTo>
                    <a:pt x="3597" y="2075"/>
                    <a:pt x="3921" y="1165"/>
                    <a:pt x="4273" y="263"/>
                  </a:cubicBezTo>
                  <a:cubicBezTo>
                    <a:pt x="4282" y="263"/>
                    <a:pt x="4282" y="254"/>
                    <a:pt x="4282" y="254"/>
                  </a:cubicBezTo>
                  <a:cubicBezTo>
                    <a:pt x="4318" y="155"/>
                    <a:pt x="4255" y="47"/>
                    <a:pt x="4156" y="11"/>
                  </a:cubicBezTo>
                  <a:cubicBezTo>
                    <a:pt x="4136" y="4"/>
                    <a:pt x="4117" y="1"/>
                    <a:pt x="40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527" name="Google Shape;11527;p22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Means objects CANNOT be modified or altered after they are created. This means you cannot change, add or remove elements.</a:t>
            </a:r>
            <a:endParaRPr/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Ex: Tuple</a:t>
            </a:r>
            <a:endParaRPr/>
          </a:p>
        </p:txBody>
      </p:sp>
      <p:grpSp>
        <p:nvGrpSpPr>
          <p:cNvPr id="11528" name="Google Shape;11528;p22"/>
          <p:cNvGrpSpPr/>
          <p:nvPr/>
        </p:nvGrpSpPr>
        <p:grpSpPr>
          <a:xfrm flipH="1">
            <a:off x="719922" y="934457"/>
            <a:ext cx="3253287" cy="176025"/>
            <a:chOff x="4345425" y="2175475"/>
            <a:chExt cx="800750" cy="176025"/>
          </a:xfrm>
        </p:grpSpPr>
        <p:sp>
          <p:nvSpPr>
            <p:cNvPr id="11529" name="Google Shape;11529;p22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0" name="Google Shape;11530;p22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31" name="Google Shape;11531;p22"/>
          <p:cNvGrpSpPr/>
          <p:nvPr/>
        </p:nvGrpSpPr>
        <p:grpSpPr>
          <a:xfrm flipH="1">
            <a:off x="719986" y="1396579"/>
            <a:ext cx="2997127" cy="176025"/>
            <a:chOff x="4345425" y="2175475"/>
            <a:chExt cx="800750" cy="176025"/>
          </a:xfrm>
        </p:grpSpPr>
        <p:sp>
          <p:nvSpPr>
            <p:cNvPr id="11532" name="Google Shape;11532;p22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3" name="Google Shape;11533;p22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37" name="Shape 11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38" name="Google Shape;11538;p25"/>
          <p:cNvGrpSpPr/>
          <p:nvPr/>
        </p:nvGrpSpPr>
        <p:grpSpPr>
          <a:xfrm rot="774136">
            <a:off x="1633044" y="2577318"/>
            <a:ext cx="1303213" cy="585343"/>
            <a:chOff x="4345425" y="2175475"/>
            <a:chExt cx="800750" cy="176025"/>
          </a:xfrm>
        </p:grpSpPr>
        <p:sp>
          <p:nvSpPr>
            <p:cNvPr id="11539" name="Google Shape;11539;p25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0" name="Google Shape;11540;p25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41" name="Google Shape;11541;p25"/>
          <p:cNvGrpSpPr/>
          <p:nvPr/>
        </p:nvGrpSpPr>
        <p:grpSpPr>
          <a:xfrm rot="774136">
            <a:off x="6244644" y="2577318"/>
            <a:ext cx="1303213" cy="585343"/>
            <a:chOff x="4345425" y="2175475"/>
            <a:chExt cx="800750" cy="176025"/>
          </a:xfrm>
        </p:grpSpPr>
        <p:sp>
          <p:nvSpPr>
            <p:cNvPr id="11542" name="Google Shape;11542;p25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3" name="Google Shape;11543;p25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FFD400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544" name="Google Shape;11544;p25"/>
          <p:cNvSpPr txBox="1"/>
          <p:nvPr>
            <p:ph idx="3" type="subTitle"/>
          </p:nvPr>
        </p:nvSpPr>
        <p:spPr>
          <a:xfrm>
            <a:off x="1031550" y="25168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 sz="2600"/>
              <a:t>Ordered</a:t>
            </a:r>
            <a:endParaRPr sz="2600"/>
          </a:p>
        </p:txBody>
      </p:sp>
      <p:sp>
        <p:nvSpPr>
          <p:cNvPr id="11545" name="Google Shape;11545;p25"/>
          <p:cNvSpPr txBox="1"/>
          <p:nvPr>
            <p:ph idx="1" type="body"/>
          </p:nvPr>
        </p:nvSpPr>
        <p:spPr>
          <a:xfrm>
            <a:off x="720000" y="2980194"/>
            <a:ext cx="31293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Ordered types </a:t>
            </a:r>
            <a:r>
              <a:rPr b="1" lang="en"/>
              <a:t>DO</a:t>
            </a:r>
            <a:r>
              <a:rPr lang="en"/>
              <a:t> keep track of indices, and you can slice them.</a:t>
            </a:r>
            <a:endParaRPr/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Ex: List &amp; Tuple</a:t>
            </a:r>
            <a:endParaRPr/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11546" name="Google Shape;11546;p25"/>
          <p:cNvSpPr txBox="1"/>
          <p:nvPr>
            <p:ph idx="4" type="subTitle"/>
          </p:nvPr>
        </p:nvSpPr>
        <p:spPr>
          <a:xfrm>
            <a:off x="5643150" y="2516895"/>
            <a:ext cx="2506200" cy="40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n" sz="2600"/>
              <a:t>Unordered</a:t>
            </a:r>
            <a:endParaRPr sz="2600"/>
          </a:p>
        </p:txBody>
      </p:sp>
      <p:sp>
        <p:nvSpPr>
          <p:cNvPr id="11547" name="Google Shape;11547;p25"/>
          <p:cNvSpPr txBox="1"/>
          <p:nvPr>
            <p:ph type="title"/>
          </p:nvPr>
        </p:nvSpPr>
        <p:spPr>
          <a:xfrm>
            <a:off x="720000" y="540000"/>
            <a:ext cx="3378600" cy="10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Ordered Vs.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Unordered</a:t>
            </a:r>
            <a:endParaRPr/>
          </a:p>
        </p:txBody>
      </p:sp>
      <p:sp>
        <p:nvSpPr>
          <p:cNvPr id="11548" name="Google Shape;11548;p25"/>
          <p:cNvSpPr txBox="1"/>
          <p:nvPr>
            <p:ph idx="2" type="body"/>
          </p:nvPr>
        </p:nvSpPr>
        <p:spPr>
          <a:xfrm>
            <a:off x="5368500" y="2980194"/>
            <a:ext cx="3055500" cy="12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Unordered types </a:t>
            </a:r>
            <a:r>
              <a:rPr b="1" lang="en"/>
              <a:t>DO NOT</a:t>
            </a:r>
            <a:r>
              <a:rPr lang="en"/>
              <a:t> keep track of indices, and you cannot slice them.</a:t>
            </a:r>
            <a:endParaRPr/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Ex: Sets</a:t>
            </a:r>
            <a:endParaRPr/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grpSp>
        <p:nvGrpSpPr>
          <p:cNvPr id="11549" name="Google Shape;11549;p25"/>
          <p:cNvGrpSpPr/>
          <p:nvPr/>
        </p:nvGrpSpPr>
        <p:grpSpPr>
          <a:xfrm>
            <a:off x="6682192" y="859247"/>
            <a:ext cx="1491960" cy="454575"/>
            <a:chOff x="6157325" y="1245050"/>
            <a:chExt cx="554900" cy="169075"/>
          </a:xfrm>
        </p:grpSpPr>
        <p:sp>
          <p:nvSpPr>
            <p:cNvPr id="11550" name="Google Shape;11550;p25"/>
            <p:cNvSpPr/>
            <p:nvPr/>
          </p:nvSpPr>
          <p:spPr>
            <a:xfrm>
              <a:off x="6157325" y="1320350"/>
              <a:ext cx="47050" cy="41875"/>
            </a:xfrm>
            <a:custGeom>
              <a:rect b="b" l="l" r="r" t="t"/>
              <a:pathLst>
                <a:path extrusionOk="0" h="1675" w="1882">
                  <a:moveTo>
                    <a:pt x="1759" y="0"/>
                  </a:moveTo>
                  <a:cubicBezTo>
                    <a:pt x="1737" y="0"/>
                    <a:pt x="1714" y="11"/>
                    <a:pt x="1694" y="37"/>
                  </a:cubicBezTo>
                  <a:cubicBezTo>
                    <a:pt x="1494" y="263"/>
                    <a:pt x="1268" y="463"/>
                    <a:pt x="1042" y="689"/>
                  </a:cubicBezTo>
                  <a:cubicBezTo>
                    <a:pt x="842" y="463"/>
                    <a:pt x="641" y="263"/>
                    <a:pt x="416" y="62"/>
                  </a:cubicBezTo>
                  <a:cubicBezTo>
                    <a:pt x="387" y="26"/>
                    <a:pt x="349" y="10"/>
                    <a:pt x="313" y="10"/>
                  </a:cubicBezTo>
                  <a:cubicBezTo>
                    <a:pt x="226" y="10"/>
                    <a:pt x="152" y="99"/>
                    <a:pt x="240" y="188"/>
                  </a:cubicBezTo>
                  <a:cubicBezTo>
                    <a:pt x="441" y="413"/>
                    <a:pt x="641" y="639"/>
                    <a:pt x="842" y="839"/>
                  </a:cubicBezTo>
                  <a:cubicBezTo>
                    <a:pt x="591" y="1040"/>
                    <a:pt x="316" y="1190"/>
                    <a:pt x="90" y="1416"/>
                  </a:cubicBezTo>
                  <a:cubicBezTo>
                    <a:pt x="1" y="1505"/>
                    <a:pt x="91" y="1674"/>
                    <a:pt x="200" y="1674"/>
                  </a:cubicBezTo>
                  <a:cubicBezTo>
                    <a:pt x="213" y="1674"/>
                    <a:pt x="227" y="1672"/>
                    <a:pt x="240" y="1666"/>
                  </a:cubicBezTo>
                  <a:cubicBezTo>
                    <a:pt x="541" y="1541"/>
                    <a:pt x="817" y="1290"/>
                    <a:pt x="1068" y="1065"/>
                  </a:cubicBezTo>
                  <a:cubicBezTo>
                    <a:pt x="1193" y="1215"/>
                    <a:pt x="1343" y="1366"/>
                    <a:pt x="1494" y="1466"/>
                  </a:cubicBezTo>
                  <a:cubicBezTo>
                    <a:pt x="1525" y="1481"/>
                    <a:pt x="1556" y="1488"/>
                    <a:pt x="1584" y="1488"/>
                  </a:cubicBezTo>
                  <a:cubicBezTo>
                    <a:pt x="1694" y="1488"/>
                    <a:pt x="1769" y="1385"/>
                    <a:pt x="1669" y="1265"/>
                  </a:cubicBezTo>
                  <a:cubicBezTo>
                    <a:pt x="1569" y="1115"/>
                    <a:pt x="1418" y="990"/>
                    <a:pt x="1268" y="864"/>
                  </a:cubicBezTo>
                  <a:cubicBezTo>
                    <a:pt x="1469" y="639"/>
                    <a:pt x="1669" y="413"/>
                    <a:pt x="1844" y="163"/>
                  </a:cubicBezTo>
                  <a:cubicBezTo>
                    <a:pt x="1882" y="88"/>
                    <a:pt x="182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1" name="Google Shape;11551;p25"/>
            <p:cNvSpPr/>
            <p:nvPr/>
          </p:nvSpPr>
          <p:spPr>
            <a:xfrm>
              <a:off x="6224725" y="1327375"/>
              <a:ext cx="46400" cy="9125"/>
            </a:xfrm>
            <a:custGeom>
              <a:rect b="b" l="l" r="r" t="t"/>
              <a:pathLst>
                <a:path extrusionOk="0" h="365" w="1856">
                  <a:moveTo>
                    <a:pt x="1282" y="1"/>
                  </a:moveTo>
                  <a:cubicBezTo>
                    <a:pt x="1160" y="1"/>
                    <a:pt x="1041" y="7"/>
                    <a:pt x="928" y="7"/>
                  </a:cubicBezTo>
                  <a:lnTo>
                    <a:pt x="151" y="7"/>
                  </a:lnTo>
                  <a:cubicBezTo>
                    <a:pt x="1" y="7"/>
                    <a:pt x="26" y="258"/>
                    <a:pt x="151" y="258"/>
                  </a:cubicBezTo>
                  <a:cubicBezTo>
                    <a:pt x="427" y="283"/>
                    <a:pt x="677" y="308"/>
                    <a:pt x="953" y="308"/>
                  </a:cubicBezTo>
                  <a:cubicBezTo>
                    <a:pt x="1135" y="328"/>
                    <a:pt x="1334" y="365"/>
                    <a:pt x="1536" y="365"/>
                  </a:cubicBezTo>
                  <a:cubicBezTo>
                    <a:pt x="1584" y="365"/>
                    <a:pt x="1632" y="363"/>
                    <a:pt x="1680" y="358"/>
                  </a:cubicBezTo>
                  <a:cubicBezTo>
                    <a:pt x="1855" y="308"/>
                    <a:pt x="1780" y="82"/>
                    <a:pt x="1655" y="32"/>
                  </a:cubicBezTo>
                  <a:cubicBezTo>
                    <a:pt x="1529" y="7"/>
                    <a:pt x="140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2" name="Google Shape;11552;p25"/>
            <p:cNvSpPr/>
            <p:nvPr/>
          </p:nvSpPr>
          <p:spPr>
            <a:xfrm>
              <a:off x="6217875" y="1343050"/>
              <a:ext cx="49475" cy="9600"/>
            </a:xfrm>
            <a:custGeom>
              <a:rect b="b" l="l" r="r" t="t"/>
              <a:pathLst>
                <a:path extrusionOk="0" h="384" w="1979">
                  <a:moveTo>
                    <a:pt x="134" y="0"/>
                  </a:moveTo>
                  <a:cubicBezTo>
                    <a:pt x="0" y="0"/>
                    <a:pt x="13" y="236"/>
                    <a:pt x="174" y="282"/>
                  </a:cubicBezTo>
                  <a:cubicBezTo>
                    <a:pt x="475" y="357"/>
                    <a:pt x="801" y="382"/>
                    <a:pt x="1102" y="382"/>
                  </a:cubicBezTo>
                  <a:cubicBezTo>
                    <a:pt x="1157" y="382"/>
                    <a:pt x="1215" y="383"/>
                    <a:pt x="1274" y="383"/>
                  </a:cubicBezTo>
                  <a:cubicBezTo>
                    <a:pt x="1512" y="383"/>
                    <a:pt x="1768" y="367"/>
                    <a:pt x="1929" y="207"/>
                  </a:cubicBezTo>
                  <a:cubicBezTo>
                    <a:pt x="1979" y="157"/>
                    <a:pt x="1954" y="32"/>
                    <a:pt x="1854" y="32"/>
                  </a:cubicBezTo>
                  <a:cubicBezTo>
                    <a:pt x="1787" y="12"/>
                    <a:pt x="1721" y="4"/>
                    <a:pt x="1655" y="4"/>
                  </a:cubicBezTo>
                  <a:cubicBezTo>
                    <a:pt x="1471" y="4"/>
                    <a:pt x="1286" y="63"/>
                    <a:pt x="1102" y="82"/>
                  </a:cubicBezTo>
                  <a:cubicBezTo>
                    <a:pt x="801" y="82"/>
                    <a:pt x="500" y="57"/>
                    <a:pt x="174" y="7"/>
                  </a:cubicBezTo>
                  <a:cubicBezTo>
                    <a:pt x="160" y="2"/>
                    <a:pt x="147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3" name="Google Shape;11553;p25"/>
            <p:cNvSpPr/>
            <p:nvPr/>
          </p:nvSpPr>
          <p:spPr>
            <a:xfrm>
              <a:off x="6284250" y="1264050"/>
              <a:ext cx="44700" cy="50275"/>
            </a:xfrm>
            <a:custGeom>
              <a:rect b="b" l="l" r="r" t="t"/>
              <a:pathLst>
                <a:path extrusionOk="0" h="2011" w="1788">
                  <a:moveTo>
                    <a:pt x="495" y="0"/>
                  </a:moveTo>
                  <a:cubicBezTo>
                    <a:pt x="458" y="0"/>
                    <a:pt x="427" y="25"/>
                    <a:pt x="427" y="84"/>
                  </a:cubicBezTo>
                  <a:cubicBezTo>
                    <a:pt x="402" y="510"/>
                    <a:pt x="402" y="911"/>
                    <a:pt x="376" y="1337"/>
                  </a:cubicBezTo>
                  <a:cubicBezTo>
                    <a:pt x="376" y="1411"/>
                    <a:pt x="445" y="1499"/>
                    <a:pt x="522" y="1499"/>
                  </a:cubicBezTo>
                  <a:cubicBezTo>
                    <a:pt x="548" y="1499"/>
                    <a:pt x="576" y="1488"/>
                    <a:pt x="602" y="1462"/>
                  </a:cubicBezTo>
                  <a:cubicBezTo>
                    <a:pt x="727" y="1387"/>
                    <a:pt x="878" y="1262"/>
                    <a:pt x="1028" y="1212"/>
                  </a:cubicBezTo>
                  <a:cubicBezTo>
                    <a:pt x="1080" y="1186"/>
                    <a:pt x="1128" y="1173"/>
                    <a:pt x="1173" y="1173"/>
                  </a:cubicBezTo>
                  <a:cubicBezTo>
                    <a:pt x="1300" y="1173"/>
                    <a:pt x="1392" y="1276"/>
                    <a:pt x="1429" y="1462"/>
                  </a:cubicBezTo>
                  <a:cubicBezTo>
                    <a:pt x="1354" y="1537"/>
                    <a:pt x="1279" y="1588"/>
                    <a:pt x="1204" y="1613"/>
                  </a:cubicBezTo>
                  <a:cubicBezTo>
                    <a:pt x="878" y="1713"/>
                    <a:pt x="502" y="1713"/>
                    <a:pt x="176" y="1713"/>
                  </a:cubicBezTo>
                  <a:cubicBezTo>
                    <a:pt x="1" y="1713"/>
                    <a:pt x="51" y="1963"/>
                    <a:pt x="176" y="1989"/>
                  </a:cubicBezTo>
                  <a:cubicBezTo>
                    <a:pt x="271" y="2000"/>
                    <a:pt x="413" y="2011"/>
                    <a:pt x="573" y="2011"/>
                  </a:cubicBezTo>
                  <a:cubicBezTo>
                    <a:pt x="1087" y="2011"/>
                    <a:pt x="1787" y="1903"/>
                    <a:pt x="1730" y="1387"/>
                  </a:cubicBezTo>
                  <a:cubicBezTo>
                    <a:pt x="1730" y="1136"/>
                    <a:pt x="1479" y="936"/>
                    <a:pt x="1254" y="911"/>
                  </a:cubicBezTo>
                  <a:cubicBezTo>
                    <a:pt x="1213" y="902"/>
                    <a:pt x="1173" y="898"/>
                    <a:pt x="1134" y="898"/>
                  </a:cubicBezTo>
                  <a:cubicBezTo>
                    <a:pt x="957" y="898"/>
                    <a:pt x="796" y="984"/>
                    <a:pt x="652" y="1086"/>
                  </a:cubicBezTo>
                  <a:cubicBezTo>
                    <a:pt x="652" y="760"/>
                    <a:pt x="627" y="460"/>
                    <a:pt x="627" y="134"/>
                  </a:cubicBezTo>
                  <a:cubicBezTo>
                    <a:pt x="627" y="58"/>
                    <a:pt x="553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4" name="Google Shape;11554;p25"/>
            <p:cNvSpPr/>
            <p:nvPr/>
          </p:nvSpPr>
          <p:spPr>
            <a:xfrm>
              <a:off x="6255000" y="1287300"/>
              <a:ext cx="30525" cy="9800"/>
            </a:xfrm>
            <a:custGeom>
              <a:rect b="b" l="l" r="r" t="t"/>
              <a:pathLst>
                <a:path extrusionOk="0" h="392" w="1221">
                  <a:moveTo>
                    <a:pt x="633" y="1"/>
                  </a:moveTo>
                  <a:cubicBezTo>
                    <a:pt x="472" y="1"/>
                    <a:pt x="310" y="20"/>
                    <a:pt x="193" y="31"/>
                  </a:cubicBezTo>
                  <a:cubicBezTo>
                    <a:pt x="1" y="55"/>
                    <a:pt x="62" y="333"/>
                    <a:pt x="245" y="333"/>
                  </a:cubicBezTo>
                  <a:cubicBezTo>
                    <a:pt x="252" y="333"/>
                    <a:pt x="260" y="333"/>
                    <a:pt x="268" y="332"/>
                  </a:cubicBezTo>
                  <a:cubicBezTo>
                    <a:pt x="444" y="332"/>
                    <a:pt x="619" y="332"/>
                    <a:pt x="820" y="357"/>
                  </a:cubicBezTo>
                  <a:cubicBezTo>
                    <a:pt x="888" y="371"/>
                    <a:pt x="949" y="392"/>
                    <a:pt x="1011" y="392"/>
                  </a:cubicBezTo>
                  <a:cubicBezTo>
                    <a:pt x="1062" y="392"/>
                    <a:pt x="1114" y="377"/>
                    <a:pt x="1171" y="332"/>
                  </a:cubicBezTo>
                  <a:cubicBezTo>
                    <a:pt x="1221" y="307"/>
                    <a:pt x="1196" y="231"/>
                    <a:pt x="1171" y="181"/>
                  </a:cubicBezTo>
                  <a:cubicBezTo>
                    <a:pt x="1069" y="37"/>
                    <a:pt x="852" y="1"/>
                    <a:pt x="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5" name="Google Shape;11555;p25"/>
            <p:cNvSpPr/>
            <p:nvPr/>
          </p:nvSpPr>
          <p:spPr>
            <a:xfrm>
              <a:off x="6334375" y="1284100"/>
              <a:ext cx="37000" cy="37050"/>
            </a:xfrm>
            <a:custGeom>
              <a:rect b="b" l="l" r="r" t="t"/>
              <a:pathLst>
                <a:path extrusionOk="0" h="1482" w="1480">
                  <a:moveTo>
                    <a:pt x="916" y="0"/>
                  </a:moveTo>
                  <a:cubicBezTo>
                    <a:pt x="875" y="0"/>
                    <a:pt x="838" y="25"/>
                    <a:pt x="828" y="84"/>
                  </a:cubicBezTo>
                  <a:cubicBezTo>
                    <a:pt x="803" y="334"/>
                    <a:pt x="752" y="560"/>
                    <a:pt x="677" y="786"/>
                  </a:cubicBezTo>
                  <a:cubicBezTo>
                    <a:pt x="502" y="811"/>
                    <a:pt x="326" y="836"/>
                    <a:pt x="176" y="836"/>
                  </a:cubicBezTo>
                  <a:cubicBezTo>
                    <a:pt x="1" y="861"/>
                    <a:pt x="76" y="1111"/>
                    <a:pt x="201" y="1111"/>
                  </a:cubicBezTo>
                  <a:cubicBezTo>
                    <a:pt x="326" y="1086"/>
                    <a:pt x="452" y="1061"/>
                    <a:pt x="577" y="1061"/>
                  </a:cubicBezTo>
                  <a:cubicBezTo>
                    <a:pt x="527" y="1161"/>
                    <a:pt x="502" y="1262"/>
                    <a:pt x="527" y="1362"/>
                  </a:cubicBezTo>
                  <a:cubicBezTo>
                    <a:pt x="527" y="1435"/>
                    <a:pt x="581" y="1482"/>
                    <a:pt x="639" y="1482"/>
                  </a:cubicBezTo>
                  <a:cubicBezTo>
                    <a:pt x="660" y="1482"/>
                    <a:pt x="682" y="1476"/>
                    <a:pt x="702" y="1462"/>
                  </a:cubicBezTo>
                  <a:cubicBezTo>
                    <a:pt x="828" y="1362"/>
                    <a:pt x="903" y="1187"/>
                    <a:pt x="928" y="1011"/>
                  </a:cubicBezTo>
                  <a:cubicBezTo>
                    <a:pt x="1103" y="1011"/>
                    <a:pt x="1304" y="1011"/>
                    <a:pt x="1429" y="911"/>
                  </a:cubicBezTo>
                  <a:cubicBezTo>
                    <a:pt x="1479" y="861"/>
                    <a:pt x="1479" y="786"/>
                    <a:pt x="1429" y="760"/>
                  </a:cubicBezTo>
                  <a:cubicBezTo>
                    <a:pt x="1341" y="731"/>
                    <a:pt x="1253" y="719"/>
                    <a:pt x="1165" y="719"/>
                  </a:cubicBezTo>
                  <a:cubicBezTo>
                    <a:pt x="1103" y="719"/>
                    <a:pt x="1040" y="725"/>
                    <a:pt x="978" y="735"/>
                  </a:cubicBezTo>
                  <a:cubicBezTo>
                    <a:pt x="1028" y="535"/>
                    <a:pt x="1053" y="334"/>
                    <a:pt x="1053" y="134"/>
                  </a:cubicBezTo>
                  <a:cubicBezTo>
                    <a:pt x="1053" y="58"/>
                    <a:pt x="979" y="0"/>
                    <a:pt x="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6" name="Google Shape;11556;p25"/>
            <p:cNvSpPr/>
            <p:nvPr/>
          </p:nvSpPr>
          <p:spPr>
            <a:xfrm>
              <a:off x="6379900" y="1245050"/>
              <a:ext cx="273425" cy="77750"/>
            </a:xfrm>
            <a:custGeom>
              <a:rect b="b" l="l" r="r" t="t"/>
              <a:pathLst>
                <a:path extrusionOk="0" h="3110" w="10937">
                  <a:moveTo>
                    <a:pt x="2086" y="1"/>
                  </a:moveTo>
                  <a:cubicBezTo>
                    <a:pt x="1680" y="1"/>
                    <a:pt x="1294" y="60"/>
                    <a:pt x="1087" y="292"/>
                  </a:cubicBezTo>
                  <a:cubicBezTo>
                    <a:pt x="886" y="518"/>
                    <a:pt x="886" y="944"/>
                    <a:pt x="861" y="1195"/>
                  </a:cubicBezTo>
                  <a:cubicBezTo>
                    <a:pt x="811" y="1671"/>
                    <a:pt x="761" y="2147"/>
                    <a:pt x="711" y="2623"/>
                  </a:cubicBezTo>
                  <a:cubicBezTo>
                    <a:pt x="535" y="2348"/>
                    <a:pt x="360" y="2047"/>
                    <a:pt x="185" y="1746"/>
                  </a:cubicBezTo>
                  <a:cubicBezTo>
                    <a:pt x="168" y="1721"/>
                    <a:pt x="140" y="1710"/>
                    <a:pt x="112" y="1710"/>
                  </a:cubicBezTo>
                  <a:cubicBezTo>
                    <a:pt x="57" y="1710"/>
                    <a:pt x="1" y="1754"/>
                    <a:pt x="34" y="1821"/>
                  </a:cubicBezTo>
                  <a:cubicBezTo>
                    <a:pt x="235" y="2222"/>
                    <a:pt x="460" y="2623"/>
                    <a:pt x="686" y="3024"/>
                  </a:cubicBezTo>
                  <a:cubicBezTo>
                    <a:pt x="712" y="3077"/>
                    <a:pt x="774" y="3109"/>
                    <a:pt x="826" y="3109"/>
                  </a:cubicBezTo>
                  <a:cubicBezTo>
                    <a:pt x="872" y="3109"/>
                    <a:pt x="911" y="3083"/>
                    <a:pt x="911" y="3024"/>
                  </a:cubicBezTo>
                  <a:cubicBezTo>
                    <a:pt x="1037" y="2072"/>
                    <a:pt x="836" y="718"/>
                    <a:pt x="1889" y="317"/>
                  </a:cubicBezTo>
                  <a:cubicBezTo>
                    <a:pt x="2002" y="272"/>
                    <a:pt x="2155" y="257"/>
                    <a:pt x="2325" y="257"/>
                  </a:cubicBezTo>
                  <a:cubicBezTo>
                    <a:pt x="2723" y="257"/>
                    <a:pt x="3212" y="343"/>
                    <a:pt x="3493" y="343"/>
                  </a:cubicBezTo>
                  <a:cubicBezTo>
                    <a:pt x="3969" y="343"/>
                    <a:pt x="4445" y="343"/>
                    <a:pt x="4921" y="368"/>
                  </a:cubicBezTo>
                  <a:cubicBezTo>
                    <a:pt x="6342" y="386"/>
                    <a:pt x="7775" y="445"/>
                    <a:pt x="9213" y="445"/>
                  </a:cubicBezTo>
                  <a:cubicBezTo>
                    <a:pt x="9728" y="445"/>
                    <a:pt x="10245" y="438"/>
                    <a:pt x="10761" y="418"/>
                  </a:cubicBezTo>
                  <a:cubicBezTo>
                    <a:pt x="10937" y="418"/>
                    <a:pt x="10886" y="117"/>
                    <a:pt x="10736" y="117"/>
                  </a:cubicBezTo>
                  <a:cubicBezTo>
                    <a:pt x="9580" y="47"/>
                    <a:pt x="8412" y="26"/>
                    <a:pt x="7244" y="26"/>
                  </a:cubicBezTo>
                  <a:cubicBezTo>
                    <a:pt x="5906" y="26"/>
                    <a:pt x="4567" y="53"/>
                    <a:pt x="3242" y="67"/>
                  </a:cubicBezTo>
                  <a:cubicBezTo>
                    <a:pt x="2960" y="67"/>
                    <a:pt x="2512" y="1"/>
                    <a:pt x="2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7" name="Google Shape;11557;p25"/>
            <p:cNvSpPr/>
            <p:nvPr/>
          </p:nvSpPr>
          <p:spPr>
            <a:xfrm>
              <a:off x="6441975" y="1278000"/>
              <a:ext cx="42800" cy="51575"/>
            </a:xfrm>
            <a:custGeom>
              <a:rect b="b" l="l" r="r" t="t"/>
              <a:pathLst>
                <a:path extrusionOk="0" h="2063" w="1712">
                  <a:moveTo>
                    <a:pt x="405" y="1"/>
                  </a:moveTo>
                  <a:cubicBezTo>
                    <a:pt x="367" y="1"/>
                    <a:pt x="333" y="22"/>
                    <a:pt x="333" y="77"/>
                  </a:cubicBezTo>
                  <a:cubicBezTo>
                    <a:pt x="333" y="528"/>
                    <a:pt x="283" y="979"/>
                    <a:pt x="283" y="1456"/>
                  </a:cubicBezTo>
                  <a:cubicBezTo>
                    <a:pt x="283" y="1525"/>
                    <a:pt x="368" y="1619"/>
                    <a:pt x="445" y="1619"/>
                  </a:cubicBezTo>
                  <a:cubicBezTo>
                    <a:pt x="479" y="1619"/>
                    <a:pt x="511" y="1602"/>
                    <a:pt x="534" y="1556"/>
                  </a:cubicBezTo>
                  <a:cubicBezTo>
                    <a:pt x="634" y="1405"/>
                    <a:pt x="709" y="1255"/>
                    <a:pt x="860" y="1155"/>
                  </a:cubicBezTo>
                  <a:cubicBezTo>
                    <a:pt x="933" y="1106"/>
                    <a:pt x="1002" y="1081"/>
                    <a:pt x="1063" y="1081"/>
                  </a:cubicBezTo>
                  <a:cubicBezTo>
                    <a:pt x="1189" y="1081"/>
                    <a:pt x="1285" y="1186"/>
                    <a:pt x="1336" y="1405"/>
                  </a:cubicBezTo>
                  <a:cubicBezTo>
                    <a:pt x="1311" y="1506"/>
                    <a:pt x="1235" y="1581"/>
                    <a:pt x="1160" y="1631"/>
                  </a:cubicBezTo>
                  <a:cubicBezTo>
                    <a:pt x="1042" y="1705"/>
                    <a:pt x="802" y="1770"/>
                    <a:pt x="589" y="1770"/>
                  </a:cubicBezTo>
                  <a:cubicBezTo>
                    <a:pt x="440" y="1770"/>
                    <a:pt x="305" y="1738"/>
                    <a:pt x="233" y="1656"/>
                  </a:cubicBezTo>
                  <a:cubicBezTo>
                    <a:pt x="209" y="1638"/>
                    <a:pt x="182" y="1630"/>
                    <a:pt x="156" y="1630"/>
                  </a:cubicBezTo>
                  <a:cubicBezTo>
                    <a:pt x="74" y="1630"/>
                    <a:pt x="0" y="1711"/>
                    <a:pt x="58" y="1806"/>
                  </a:cubicBezTo>
                  <a:cubicBezTo>
                    <a:pt x="158" y="2007"/>
                    <a:pt x="347" y="2063"/>
                    <a:pt x="559" y="2063"/>
                  </a:cubicBezTo>
                  <a:cubicBezTo>
                    <a:pt x="665" y="2063"/>
                    <a:pt x="776" y="2049"/>
                    <a:pt x="885" y="2032"/>
                  </a:cubicBezTo>
                  <a:cubicBezTo>
                    <a:pt x="1235" y="2007"/>
                    <a:pt x="1586" y="1806"/>
                    <a:pt x="1662" y="1431"/>
                  </a:cubicBezTo>
                  <a:cubicBezTo>
                    <a:pt x="1712" y="1105"/>
                    <a:pt x="1511" y="854"/>
                    <a:pt x="1210" y="804"/>
                  </a:cubicBezTo>
                  <a:cubicBezTo>
                    <a:pt x="1154" y="789"/>
                    <a:pt x="1101" y="782"/>
                    <a:pt x="1049" y="782"/>
                  </a:cubicBezTo>
                  <a:cubicBezTo>
                    <a:pt x="846" y="782"/>
                    <a:pt x="679" y="890"/>
                    <a:pt x="559" y="1030"/>
                  </a:cubicBezTo>
                  <a:cubicBezTo>
                    <a:pt x="534" y="704"/>
                    <a:pt x="534" y="403"/>
                    <a:pt x="509" y="77"/>
                  </a:cubicBezTo>
                  <a:cubicBezTo>
                    <a:pt x="509" y="35"/>
                    <a:pt x="454" y="1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8" name="Google Shape;11558;p25"/>
            <p:cNvSpPr/>
            <p:nvPr/>
          </p:nvSpPr>
          <p:spPr>
            <a:xfrm>
              <a:off x="6481950" y="1268900"/>
              <a:ext cx="35400" cy="27425"/>
            </a:xfrm>
            <a:custGeom>
              <a:rect b="b" l="l" r="r" t="t"/>
              <a:pathLst>
                <a:path extrusionOk="0" h="1097" w="1416">
                  <a:moveTo>
                    <a:pt x="256" y="0"/>
                  </a:moveTo>
                  <a:cubicBezTo>
                    <a:pt x="175" y="0"/>
                    <a:pt x="97" y="47"/>
                    <a:pt x="37" y="165"/>
                  </a:cubicBezTo>
                  <a:cubicBezTo>
                    <a:pt x="1" y="221"/>
                    <a:pt x="86" y="303"/>
                    <a:pt x="153" y="303"/>
                  </a:cubicBezTo>
                  <a:cubicBezTo>
                    <a:pt x="177" y="303"/>
                    <a:pt x="200" y="292"/>
                    <a:pt x="213" y="266"/>
                  </a:cubicBezTo>
                  <a:cubicBezTo>
                    <a:pt x="228" y="250"/>
                    <a:pt x="242" y="244"/>
                    <a:pt x="253" y="244"/>
                  </a:cubicBezTo>
                  <a:cubicBezTo>
                    <a:pt x="338" y="244"/>
                    <a:pt x="338" y="592"/>
                    <a:pt x="338" y="592"/>
                  </a:cubicBezTo>
                  <a:cubicBezTo>
                    <a:pt x="338" y="667"/>
                    <a:pt x="338" y="717"/>
                    <a:pt x="363" y="792"/>
                  </a:cubicBezTo>
                  <a:cubicBezTo>
                    <a:pt x="413" y="917"/>
                    <a:pt x="489" y="1018"/>
                    <a:pt x="614" y="1068"/>
                  </a:cubicBezTo>
                  <a:cubicBezTo>
                    <a:pt x="667" y="1089"/>
                    <a:pt x="720" y="1097"/>
                    <a:pt x="773" y="1097"/>
                  </a:cubicBezTo>
                  <a:cubicBezTo>
                    <a:pt x="845" y="1097"/>
                    <a:pt x="917" y="1082"/>
                    <a:pt x="990" y="1068"/>
                  </a:cubicBezTo>
                  <a:cubicBezTo>
                    <a:pt x="1115" y="1043"/>
                    <a:pt x="1291" y="1043"/>
                    <a:pt x="1391" y="917"/>
                  </a:cubicBezTo>
                  <a:cubicBezTo>
                    <a:pt x="1416" y="892"/>
                    <a:pt x="1391" y="842"/>
                    <a:pt x="1366" y="792"/>
                  </a:cubicBezTo>
                  <a:cubicBezTo>
                    <a:pt x="1306" y="718"/>
                    <a:pt x="1230" y="696"/>
                    <a:pt x="1146" y="696"/>
                  </a:cubicBezTo>
                  <a:cubicBezTo>
                    <a:pt x="1088" y="696"/>
                    <a:pt x="1026" y="707"/>
                    <a:pt x="965" y="717"/>
                  </a:cubicBezTo>
                  <a:cubicBezTo>
                    <a:pt x="898" y="730"/>
                    <a:pt x="824" y="758"/>
                    <a:pt x="762" y="758"/>
                  </a:cubicBezTo>
                  <a:cubicBezTo>
                    <a:pt x="707" y="758"/>
                    <a:pt x="662" y="737"/>
                    <a:pt x="639" y="667"/>
                  </a:cubicBezTo>
                  <a:cubicBezTo>
                    <a:pt x="614" y="566"/>
                    <a:pt x="639" y="441"/>
                    <a:pt x="614" y="366"/>
                  </a:cubicBezTo>
                  <a:cubicBezTo>
                    <a:pt x="581" y="183"/>
                    <a:pt x="415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9" name="Google Shape;11559;p25"/>
            <p:cNvSpPr/>
            <p:nvPr/>
          </p:nvSpPr>
          <p:spPr>
            <a:xfrm>
              <a:off x="6523800" y="1310425"/>
              <a:ext cx="53075" cy="12150"/>
            </a:xfrm>
            <a:custGeom>
              <a:rect b="b" l="l" r="r" t="t"/>
              <a:pathLst>
                <a:path extrusionOk="0" h="486" w="2123">
                  <a:moveTo>
                    <a:pt x="1513" y="0"/>
                  </a:moveTo>
                  <a:cubicBezTo>
                    <a:pt x="1075" y="0"/>
                    <a:pt x="597" y="107"/>
                    <a:pt x="193" y="184"/>
                  </a:cubicBezTo>
                  <a:cubicBezTo>
                    <a:pt x="1" y="208"/>
                    <a:pt x="85" y="486"/>
                    <a:pt x="248" y="486"/>
                  </a:cubicBezTo>
                  <a:cubicBezTo>
                    <a:pt x="254" y="486"/>
                    <a:pt x="261" y="485"/>
                    <a:pt x="268" y="484"/>
                  </a:cubicBezTo>
                  <a:cubicBezTo>
                    <a:pt x="544" y="434"/>
                    <a:pt x="820" y="409"/>
                    <a:pt x="1095" y="384"/>
                  </a:cubicBezTo>
                  <a:cubicBezTo>
                    <a:pt x="1164" y="378"/>
                    <a:pt x="1235" y="376"/>
                    <a:pt x="1306" y="376"/>
                  </a:cubicBezTo>
                  <a:cubicBezTo>
                    <a:pt x="1378" y="376"/>
                    <a:pt x="1451" y="378"/>
                    <a:pt x="1525" y="378"/>
                  </a:cubicBezTo>
                  <a:cubicBezTo>
                    <a:pt x="1672" y="378"/>
                    <a:pt x="1822" y="372"/>
                    <a:pt x="1973" y="334"/>
                  </a:cubicBezTo>
                  <a:cubicBezTo>
                    <a:pt x="2123" y="284"/>
                    <a:pt x="2023" y="58"/>
                    <a:pt x="1897" y="33"/>
                  </a:cubicBezTo>
                  <a:cubicBezTo>
                    <a:pt x="1775" y="10"/>
                    <a:pt x="1646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0" name="Google Shape;11560;p25"/>
            <p:cNvSpPr/>
            <p:nvPr/>
          </p:nvSpPr>
          <p:spPr>
            <a:xfrm>
              <a:off x="6581250" y="1283075"/>
              <a:ext cx="36800" cy="48550"/>
            </a:xfrm>
            <a:custGeom>
              <a:rect b="b" l="l" r="r" t="t"/>
              <a:pathLst>
                <a:path extrusionOk="0" h="1942" w="1472">
                  <a:moveTo>
                    <a:pt x="128" y="0"/>
                  </a:moveTo>
                  <a:cubicBezTo>
                    <a:pt x="94" y="0"/>
                    <a:pt x="61" y="22"/>
                    <a:pt x="50" y="75"/>
                  </a:cubicBezTo>
                  <a:cubicBezTo>
                    <a:pt x="0" y="375"/>
                    <a:pt x="151" y="726"/>
                    <a:pt x="451" y="877"/>
                  </a:cubicBezTo>
                  <a:cubicBezTo>
                    <a:pt x="534" y="918"/>
                    <a:pt x="647" y="937"/>
                    <a:pt x="766" y="937"/>
                  </a:cubicBezTo>
                  <a:cubicBezTo>
                    <a:pt x="863" y="937"/>
                    <a:pt x="963" y="924"/>
                    <a:pt x="1053" y="902"/>
                  </a:cubicBezTo>
                  <a:lnTo>
                    <a:pt x="1053" y="902"/>
                  </a:lnTo>
                  <a:cubicBezTo>
                    <a:pt x="1028" y="952"/>
                    <a:pt x="1003" y="1002"/>
                    <a:pt x="1003" y="1052"/>
                  </a:cubicBezTo>
                  <a:cubicBezTo>
                    <a:pt x="928" y="1303"/>
                    <a:pt x="827" y="1553"/>
                    <a:pt x="827" y="1804"/>
                  </a:cubicBezTo>
                  <a:cubicBezTo>
                    <a:pt x="827" y="1859"/>
                    <a:pt x="895" y="1942"/>
                    <a:pt x="961" y="1942"/>
                  </a:cubicBezTo>
                  <a:cubicBezTo>
                    <a:pt x="984" y="1942"/>
                    <a:pt x="1008" y="1931"/>
                    <a:pt x="1028" y="1904"/>
                  </a:cubicBezTo>
                  <a:cubicBezTo>
                    <a:pt x="1153" y="1679"/>
                    <a:pt x="1178" y="1428"/>
                    <a:pt x="1253" y="1177"/>
                  </a:cubicBezTo>
                  <a:cubicBezTo>
                    <a:pt x="1304" y="902"/>
                    <a:pt x="1379" y="626"/>
                    <a:pt x="1454" y="350"/>
                  </a:cubicBezTo>
                  <a:cubicBezTo>
                    <a:pt x="1472" y="262"/>
                    <a:pt x="1377" y="173"/>
                    <a:pt x="1302" y="173"/>
                  </a:cubicBezTo>
                  <a:cubicBezTo>
                    <a:pt x="1271" y="173"/>
                    <a:pt x="1243" y="188"/>
                    <a:pt x="1228" y="225"/>
                  </a:cubicBezTo>
                  <a:cubicBezTo>
                    <a:pt x="1203" y="325"/>
                    <a:pt x="1203" y="400"/>
                    <a:pt x="1178" y="476"/>
                  </a:cubicBezTo>
                  <a:lnTo>
                    <a:pt x="1153" y="476"/>
                  </a:lnTo>
                  <a:cubicBezTo>
                    <a:pt x="991" y="499"/>
                    <a:pt x="872" y="629"/>
                    <a:pt x="697" y="629"/>
                  </a:cubicBezTo>
                  <a:cubicBezTo>
                    <a:pt x="682" y="629"/>
                    <a:pt x="667" y="628"/>
                    <a:pt x="652" y="626"/>
                  </a:cubicBezTo>
                  <a:cubicBezTo>
                    <a:pt x="376" y="576"/>
                    <a:pt x="226" y="350"/>
                    <a:pt x="226" y="100"/>
                  </a:cubicBezTo>
                  <a:cubicBezTo>
                    <a:pt x="226" y="42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1" name="Google Shape;11561;p25"/>
            <p:cNvSpPr/>
            <p:nvPr/>
          </p:nvSpPr>
          <p:spPr>
            <a:xfrm>
              <a:off x="6626975" y="1299300"/>
              <a:ext cx="36375" cy="29225"/>
            </a:xfrm>
            <a:custGeom>
              <a:rect b="b" l="l" r="r" t="t"/>
              <a:pathLst>
                <a:path extrusionOk="0" h="1169" w="1455">
                  <a:moveTo>
                    <a:pt x="1032" y="0"/>
                  </a:moveTo>
                  <a:cubicBezTo>
                    <a:pt x="633" y="0"/>
                    <a:pt x="264" y="199"/>
                    <a:pt x="51" y="553"/>
                  </a:cubicBezTo>
                  <a:cubicBezTo>
                    <a:pt x="1" y="604"/>
                    <a:pt x="26" y="679"/>
                    <a:pt x="51" y="729"/>
                  </a:cubicBezTo>
                  <a:cubicBezTo>
                    <a:pt x="139" y="852"/>
                    <a:pt x="276" y="913"/>
                    <a:pt x="419" y="913"/>
                  </a:cubicBezTo>
                  <a:cubicBezTo>
                    <a:pt x="480" y="913"/>
                    <a:pt x="542" y="902"/>
                    <a:pt x="602" y="879"/>
                  </a:cubicBezTo>
                  <a:cubicBezTo>
                    <a:pt x="803" y="829"/>
                    <a:pt x="928" y="704"/>
                    <a:pt x="1079" y="579"/>
                  </a:cubicBezTo>
                  <a:cubicBezTo>
                    <a:pt x="1079" y="754"/>
                    <a:pt x="1079" y="954"/>
                    <a:pt x="1154" y="1080"/>
                  </a:cubicBezTo>
                  <a:cubicBezTo>
                    <a:pt x="1182" y="1136"/>
                    <a:pt x="1234" y="1169"/>
                    <a:pt x="1283" y="1169"/>
                  </a:cubicBezTo>
                  <a:cubicBezTo>
                    <a:pt x="1321" y="1169"/>
                    <a:pt x="1357" y="1149"/>
                    <a:pt x="1379" y="1105"/>
                  </a:cubicBezTo>
                  <a:cubicBezTo>
                    <a:pt x="1455" y="879"/>
                    <a:pt x="1379" y="579"/>
                    <a:pt x="1379" y="353"/>
                  </a:cubicBezTo>
                  <a:cubicBezTo>
                    <a:pt x="1357" y="263"/>
                    <a:pt x="1294" y="174"/>
                    <a:pt x="1192" y="174"/>
                  </a:cubicBezTo>
                  <a:cubicBezTo>
                    <a:pt x="1180" y="174"/>
                    <a:pt x="1167" y="175"/>
                    <a:pt x="1154" y="178"/>
                  </a:cubicBezTo>
                  <a:cubicBezTo>
                    <a:pt x="1003" y="228"/>
                    <a:pt x="878" y="353"/>
                    <a:pt x="728" y="453"/>
                  </a:cubicBezTo>
                  <a:cubicBezTo>
                    <a:pt x="659" y="522"/>
                    <a:pt x="507" y="632"/>
                    <a:pt x="386" y="632"/>
                  </a:cubicBezTo>
                  <a:cubicBezTo>
                    <a:pt x="374" y="632"/>
                    <a:pt x="363" y="631"/>
                    <a:pt x="352" y="629"/>
                  </a:cubicBezTo>
                  <a:cubicBezTo>
                    <a:pt x="527" y="353"/>
                    <a:pt x="803" y="203"/>
                    <a:pt x="1129" y="178"/>
                  </a:cubicBezTo>
                  <a:cubicBezTo>
                    <a:pt x="1229" y="152"/>
                    <a:pt x="1179" y="2"/>
                    <a:pt x="1104" y="2"/>
                  </a:cubicBezTo>
                  <a:cubicBezTo>
                    <a:pt x="1080" y="1"/>
                    <a:pt x="1056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2" name="Google Shape;11562;p25"/>
            <p:cNvSpPr/>
            <p:nvPr/>
          </p:nvSpPr>
          <p:spPr>
            <a:xfrm>
              <a:off x="6673350" y="1296825"/>
              <a:ext cx="38875" cy="34700"/>
            </a:xfrm>
            <a:custGeom>
              <a:rect b="b" l="l" r="r" t="t"/>
              <a:pathLst>
                <a:path extrusionOk="0" h="1388" w="1555">
                  <a:moveTo>
                    <a:pt x="1028" y="1"/>
                  </a:moveTo>
                  <a:cubicBezTo>
                    <a:pt x="552" y="1"/>
                    <a:pt x="1" y="402"/>
                    <a:pt x="101" y="953"/>
                  </a:cubicBezTo>
                  <a:cubicBezTo>
                    <a:pt x="151" y="1229"/>
                    <a:pt x="351" y="1354"/>
                    <a:pt x="602" y="1379"/>
                  </a:cubicBezTo>
                  <a:cubicBezTo>
                    <a:pt x="655" y="1384"/>
                    <a:pt x="715" y="1387"/>
                    <a:pt x="776" y="1387"/>
                  </a:cubicBezTo>
                  <a:cubicBezTo>
                    <a:pt x="1033" y="1387"/>
                    <a:pt x="1338" y="1336"/>
                    <a:pt x="1479" y="1154"/>
                  </a:cubicBezTo>
                  <a:cubicBezTo>
                    <a:pt x="1554" y="1079"/>
                    <a:pt x="1479" y="953"/>
                    <a:pt x="1404" y="953"/>
                  </a:cubicBezTo>
                  <a:cubicBezTo>
                    <a:pt x="1396" y="952"/>
                    <a:pt x="1387" y="952"/>
                    <a:pt x="1376" y="952"/>
                  </a:cubicBezTo>
                  <a:cubicBezTo>
                    <a:pt x="1232" y="952"/>
                    <a:pt x="901" y="1049"/>
                    <a:pt x="665" y="1049"/>
                  </a:cubicBezTo>
                  <a:cubicBezTo>
                    <a:pt x="514" y="1049"/>
                    <a:pt x="402" y="1009"/>
                    <a:pt x="402" y="878"/>
                  </a:cubicBezTo>
                  <a:cubicBezTo>
                    <a:pt x="402" y="552"/>
                    <a:pt x="777" y="277"/>
                    <a:pt x="1078" y="226"/>
                  </a:cubicBezTo>
                  <a:cubicBezTo>
                    <a:pt x="1204" y="201"/>
                    <a:pt x="11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3" name="Google Shape;11563;p25"/>
            <p:cNvSpPr/>
            <p:nvPr/>
          </p:nvSpPr>
          <p:spPr>
            <a:xfrm>
              <a:off x="6295525" y="1342575"/>
              <a:ext cx="356550" cy="21250"/>
            </a:xfrm>
            <a:custGeom>
              <a:rect b="b" l="l" r="r" t="t"/>
              <a:pathLst>
                <a:path extrusionOk="0" h="850" w="14262">
                  <a:moveTo>
                    <a:pt x="126" y="0"/>
                  </a:moveTo>
                  <a:cubicBezTo>
                    <a:pt x="1" y="0"/>
                    <a:pt x="26" y="201"/>
                    <a:pt x="126" y="201"/>
                  </a:cubicBezTo>
                  <a:cubicBezTo>
                    <a:pt x="2507" y="477"/>
                    <a:pt x="4913" y="602"/>
                    <a:pt x="7319" y="702"/>
                  </a:cubicBezTo>
                  <a:cubicBezTo>
                    <a:pt x="8744" y="750"/>
                    <a:pt x="10221" y="849"/>
                    <a:pt x="11676" y="849"/>
                  </a:cubicBezTo>
                  <a:cubicBezTo>
                    <a:pt x="12499" y="849"/>
                    <a:pt x="13315" y="818"/>
                    <a:pt x="14111" y="727"/>
                  </a:cubicBezTo>
                  <a:cubicBezTo>
                    <a:pt x="14261" y="702"/>
                    <a:pt x="14236" y="502"/>
                    <a:pt x="14111" y="477"/>
                  </a:cubicBezTo>
                  <a:cubicBezTo>
                    <a:pt x="13055" y="385"/>
                    <a:pt x="11983" y="367"/>
                    <a:pt x="10909" y="367"/>
                  </a:cubicBezTo>
                  <a:cubicBezTo>
                    <a:pt x="10204" y="367"/>
                    <a:pt x="9497" y="374"/>
                    <a:pt x="8794" y="374"/>
                  </a:cubicBezTo>
                  <a:cubicBezTo>
                    <a:pt x="8233" y="374"/>
                    <a:pt x="7673" y="369"/>
                    <a:pt x="7119" y="351"/>
                  </a:cubicBezTo>
                  <a:cubicBezTo>
                    <a:pt x="4788" y="251"/>
                    <a:pt x="2457" y="101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4" name="Google Shape;11564;p25"/>
            <p:cNvSpPr/>
            <p:nvPr/>
          </p:nvSpPr>
          <p:spPr>
            <a:xfrm>
              <a:off x="6402675" y="1373100"/>
              <a:ext cx="75050" cy="40425"/>
            </a:xfrm>
            <a:custGeom>
              <a:rect b="b" l="l" r="r" t="t"/>
              <a:pathLst>
                <a:path extrusionOk="0" h="1617" w="3002">
                  <a:moveTo>
                    <a:pt x="1148" y="1"/>
                  </a:moveTo>
                  <a:cubicBezTo>
                    <a:pt x="943" y="1"/>
                    <a:pt x="707" y="104"/>
                    <a:pt x="552" y="208"/>
                  </a:cubicBezTo>
                  <a:cubicBezTo>
                    <a:pt x="444" y="273"/>
                    <a:pt x="522" y="449"/>
                    <a:pt x="625" y="449"/>
                  </a:cubicBezTo>
                  <a:cubicBezTo>
                    <a:pt x="642" y="449"/>
                    <a:pt x="660" y="444"/>
                    <a:pt x="677" y="434"/>
                  </a:cubicBezTo>
                  <a:cubicBezTo>
                    <a:pt x="746" y="385"/>
                    <a:pt x="811" y="359"/>
                    <a:pt x="871" y="359"/>
                  </a:cubicBezTo>
                  <a:cubicBezTo>
                    <a:pt x="966" y="359"/>
                    <a:pt x="1052" y="422"/>
                    <a:pt x="1128" y="559"/>
                  </a:cubicBezTo>
                  <a:cubicBezTo>
                    <a:pt x="1028" y="634"/>
                    <a:pt x="903" y="709"/>
                    <a:pt x="777" y="784"/>
                  </a:cubicBezTo>
                  <a:cubicBezTo>
                    <a:pt x="577" y="885"/>
                    <a:pt x="376" y="960"/>
                    <a:pt x="176" y="1010"/>
                  </a:cubicBezTo>
                  <a:cubicBezTo>
                    <a:pt x="0" y="1060"/>
                    <a:pt x="126" y="1286"/>
                    <a:pt x="226" y="1311"/>
                  </a:cubicBezTo>
                  <a:cubicBezTo>
                    <a:pt x="752" y="1436"/>
                    <a:pt x="1304" y="1536"/>
                    <a:pt x="1830" y="1586"/>
                  </a:cubicBezTo>
                  <a:cubicBezTo>
                    <a:pt x="1989" y="1597"/>
                    <a:pt x="2144" y="1617"/>
                    <a:pt x="2293" y="1617"/>
                  </a:cubicBezTo>
                  <a:cubicBezTo>
                    <a:pt x="2494" y="1617"/>
                    <a:pt x="2684" y="1580"/>
                    <a:pt x="2858" y="1436"/>
                  </a:cubicBezTo>
                  <a:cubicBezTo>
                    <a:pt x="3002" y="1333"/>
                    <a:pt x="2858" y="1128"/>
                    <a:pt x="2719" y="1128"/>
                  </a:cubicBezTo>
                  <a:cubicBezTo>
                    <a:pt x="2689" y="1128"/>
                    <a:pt x="2659" y="1138"/>
                    <a:pt x="2632" y="1160"/>
                  </a:cubicBezTo>
                  <a:cubicBezTo>
                    <a:pt x="2483" y="1267"/>
                    <a:pt x="2292" y="1301"/>
                    <a:pt x="2092" y="1301"/>
                  </a:cubicBezTo>
                  <a:cubicBezTo>
                    <a:pt x="1822" y="1301"/>
                    <a:pt x="1534" y="1239"/>
                    <a:pt x="1304" y="1211"/>
                  </a:cubicBezTo>
                  <a:cubicBezTo>
                    <a:pt x="1153" y="1185"/>
                    <a:pt x="1003" y="1160"/>
                    <a:pt x="853" y="1135"/>
                  </a:cubicBezTo>
                  <a:cubicBezTo>
                    <a:pt x="1228" y="985"/>
                    <a:pt x="1655" y="709"/>
                    <a:pt x="1554" y="358"/>
                  </a:cubicBezTo>
                  <a:cubicBezTo>
                    <a:pt x="1506" y="92"/>
                    <a:pt x="1340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5" name="Google Shape;11565;p25"/>
            <p:cNvSpPr/>
            <p:nvPr/>
          </p:nvSpPr>
          <p:spPr>
            <a:xfrm>
              <a:off x="6485375" y="1381475"/>
              <a:ext cx="44375" cy="32650"/>
            </a:xfrm>
            <a:custGeom>
              <a:rect b="b" l="l" r="r" t="t"/>
              <a:pathLst>
                <a:path extrusionOk="0" h="1306" w="1775">
                  <a:moveTo>
                    <a:pt x="978" y="0"/>
                  </a:moveTo>
                  <a:cubicBezTo>
                    <a:pt x="822" y="0"/>
                    <a:pt x="663" y="65"/>
                    <a:pt x="527" y="174"/>
                  </a:cubicBezTo>
                  <a:cubicBezTo>
                    <a:pt x="301" y="349"/>
                    <a:pt x="1" y="650"/>
                    <a:pt x="201" y="926"/>
                  </a:cubicBezTo>
                  <a:cubicBezTo>
                    <a:pt x="288" y="1070"/>
                    <a:pt x="440" y="1123"/>
                    <a:pt x="602" y="1123"/>
                  </a:cubicBezTo>
                  <a:cubicBezTo>
                    <a:pt x="722" y="1123"/>
                    <a:pt x="846" y="1094"/>
                    <a:pt x="953" y="1051"/>
                  </a:cubicBezTo>
                  <a:cubicBezTo>
                    <a:pt x="1078" y="1001"/>
                    <a:pt x="1204" y="951"/>
                    <a:pt x="1304" y="850"/>
                  </a:cubicBezTo>
                  <a:cubicBezTo>
                    <a:pt x="1304" y="1051"/>
                    <a:pt x="1379" y="1201"/>
                    <a:pt x="1580" y="1302"/>
                  </a:cubicBezTo>
                  <a:cubicBezTo>
                    <a:pt x="1590" y="1304"/>
                    <a:pt x="1601" y="1305"/>
                    <a:pt x="1611" y="1305"/>
                  </a:cubicBezTo>
                  <a:cubicBezTo>
                    <a:pt x="1699" y="1305"/>
                    <a:pt x="1775" y="1216"/>
                    <a:pt x="1730" y="1126"/>
                  </a:cubicBezTo>
                  <a:cubicBezTo>
                    <a:pt x="1605" y="876"/>
                    <a:pt x="1580" y="675"/>
                    <a:pt x="1655" y="374"/>
                  </a:cubicBezTo>
                  <a:cubicBezTo>
                    <a:pt x="1672" y="272"/>
                    <a:pt x="1573" y="170"/>
                    <a:pt x="1493" y="170"/>
                  </a:cubicBezTo>
                  <a:cubicBezTo>
                    <a:pt x="1454" y="170"/>
                    <a:pt x="1420" y="193"/>
                    <a:pt x="1404" y="249"/>
                  </a:cubicBezTo>
                  <a:cubicBezTo>
                    <a:pt x="1304" y="575"/>
                    <a:pt x="953" y="825"/>
                    <a:pt x="602" y="825"/>
                  </a:cubicBezTo>
                  <a:cubicBezTo>
                    <a:pt x="502" y="825"/>
                    <a:pt x="402" y="825"/>
                    <a:pt x="477" y="675"/>
                  </a:cubicBezTo>
                  <a:cubicBezTo>
                    <a:pt x="502" y="600"/>
                    <a:pt x="602" y="525"/>
                    <a:pt x="652" y="475"/>
                  </a:cubicBezTo>
                  <a:cubicBezTo>
                    <a:pt x="759" y="350"/>
                    <a:pt x="905" y="237"/>
                    <a:pt x="1070" y="237"/>
                  </a:cubicBezTo>
                  <a:cubicBezTo>
                    <a:pt x="1137" y="237"/>
                    <a:pt x="1207" y="256"/>
                    <a:pt x="1279" y="299"/>
                  </a:cubicBezTo>
                  <a:cubicBezTo>
                    <a:pt x="1296" y="312"/>
                    <a:pt x="1312" y="318"/>
                    <a:pt x="1326" y="318"/>
                  </a:cubicBezTo>
                  <a:cubicBezTo>
                    <a:pt x="1393" y="318"/>
                    <a:pt x="1416" y="190"/>
                    <a:pt x="1354" y="149"/>
                  </a:cubicBezTo>
                  <a:cubicBezTo>
                    <a:pt x="1240" y="46"/>
                    <a:pt x="1110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66" name="Google Shape;11566;p25"/>
          <p:cNvGrpSpPr/>
          <p:nvPr/>
        </p:nvGrpSpPr>
        <p:grpSpPr>
          <a:xfrm rot="1514788">
            <a:off x="5041770" y="1187651"/>
            <a:ext cx="1376274" cy="908487"/>
            <a:chOff x="5248525" y="821375"/>
            <a:chExt cx="1082824" cy="694544"/>
          </a:xfrm>
        </p:grpSpPr>
        <p:sp>
          <p:nvSpPr>
            <p:cNvPr id="11567" name="Google Shape;11567;p25"/>
            <p:cNvSpPr/>
            <p:nvPr/>
          </p:nvSpPr>
          <p:spPr>
            <a:xfrm>
              <a:off x="5386964" y="1033865"/>
              <a:ext cx="843217" cy="475585"/>
            </a:xfrm>
            <a:custGeom>
              <a:rect b="b" l="l" r="r" t="t"/>
              <a:pathLst>
                <a:path extrusionOk="0" h="14027" w="24870">
                  <a:moveTo>
                    <a:pt x="2110" y="1"/>
                  </a:moveTo>
                  <a:lnTo>
                    <a:pt x="172" y="5463"/>
                  </a:lnTo>
                  <a:lnTo>
                    <a:pt x="0" y="5941"/>
                  </a:lnTo>
                  <a:lnTo>
                    <a:pt x="22760" y="14026"/>
                  </a:lnTo>
                  <a:lnTo>
                    <a:pt x="22995" y="13368"/>
                  </a:lnTo>
                  <a:lnTo>
                    <a:pt x="24870" y="8086"/>
                  </a:lnTo>
                  <a:lnTo>
                    <a:pt x="2110" y="1"/>
                  </a:lnTo>
                  <a:close/>
                </a:path>
              </a:pathLst>
            </a:custGeom>
            <a:solidFill>
              <a:srgbClr val="028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8" name="Google Shape;11568;p25"/>
            <p:cNvSpPr/>
            <p:nvPr/>
          </p:nvSpPr>
          <p:spPr>
            <a:xfrm>
              <a:off x="5455115" y="824528"/>
              <a:ext cx="851795" cy="486876"/>
            </a:xfrm>
            <a:custGeom>
              <a:rect b="b" l="l" r="r" t="t"/>
              <a:pathLst>
                <a:path extrusionOk="0" h="14360" w="25123">
                  <a:moveTo>
                    <a:pt x="2209" y="0"/>
                  </a:moveTo>
                  <a:lnTo>
                    <a:pt x="0" y="6220"/>
                  </a:lnTo>
                  <a:lnTo>
                    <a:pt x="22914" y="14359"/>
                  </a:lnTo>
                  <a:lnTo>
                    <a:pt x="25122" y="814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00AF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9" name="Google Shape;11569;p25"/>
            <p:cNvSpPr/>
            <p:nvPr/>
          </p:nvSpPr>
          <p:spPr>
            <a:xfrm>
              <a:off x="5343564" y="832157"/>
              <a:ext cx="980431" cy="665352"/>
            </a:xfrm>
            <a:custGeom>
              <a:rect b="b" l="l" r="r" t="t"/>
              <a:pathLst>
                <a:path extrusionOk="0" h="19624" w="28917">
                  <a:moveTo>
                    <a:pt x="3858" y="0"/>
                  </a:moveTo>
                  <a:lnTo>
                    <a:pt x="0" y="10853"/>
                  </a:lnTo>
                  <a:cubicBezTo>
                    <a:pt x="36" y="10889"/>
                    <a:pt x="72" y="10916"/>
                    <a:pt x="118" y="10934"/>
                  </a:cubicBezTo>
                  <a:lnTo>
                    <a:pt x="1452" y="11412"/>
                  </a:lnTo>
                  <a:lnTo>
                    <a:pt x="3390" y="5950"/>
                  </a:lnTo>
                  <a:lnTo>
                    <a:pt x="5328" y="496"/>
                  </a:lnTo>
                  <a:lnTo>
                    <a:pt x="3994" y="27"/>
                  </a:lnTo>
                  <a:cubicBezTo>
                    <a:pt x="3948" y="18"/>
                    <a:pt x="3903" y="9"/>
                    <a:pt x="3858" y="0"/>
                  </a:cubicBezTo>
                  <a:close/>
                  <a:moveTo>
                    <a:pt x="28061" y="8681"/>
                  </a:moveTo>
                  <a:lnTo>
                    <a:pt x="26150" y="14035"/>
                  </a:lnTo>
                  <a:lnTo>
                    <a:pt x="24275" y="19317"/>
                  </a:lnTo>
                  <a:lnTo>
                    <a:pt x="25140" y="19624"/>
                  </a:lnTo>
                  <a:lnTo>
                    <a:pt x="28917" y="8978"/>
                  </a:lnTo>
                  <a:lnTo>
                    <a:pt x="28061" y="8681"/>
                  </a:ln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0" name="Google Shape;11570;p25"/>
            <p:cNvSpPr/>
            <p:nvPr/>
          </p:nvSpPr>
          <p:spPr>
            <a:xfrm>
              <a:off x="5248525" y="830292"/>
              <a:ext cx="225875" cy="369870"/>
            </a:xfrm>
            <a:custGeom>
              <a:rect b="b" l="l" r="r" t="t"/>
              <a:pathLst>
                <a:path extrusionOk="0" h="10909" w="6662">
                  <a:moveTo>
                    <a:pt x="5792" y="0"/>
                  </a:moveTo>
                  <a:cubicBezTo>
                    <a:pt x="3890" y="0"/>
                    <a:pt x="2470" y="856"/>
                    <a:pt x="1550" y="2561"/>
                  </a:cubicBezTo>
                  <a:cubicBezTo>
                    <a:pt x="1019" y="3553"/>
                    <a:pt x="640" y="4607"/>
                    <a:pt x="424" y="5743"/>
                  </a:cubicBezTo>
                  <a:cubicBezTo>
                    <a:pt x="0" y="7934"/>
                    <a:pt x="802" y="9655"/>
                    <a:pt x="2803" y="10908"/>
                  </a:cubicBezTo>
                  <a:lnTo>
                    <a:pt x="6661" y="55"/>
                  </a:lnTo>
                  <a:cubicBezTo>
                    <a:pt x="6361" y="18"/>
                    <a:pt x="6071" y="0"/>
                    <a:pt x="5792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1" name="Google Shape;11571;p25"/>
            <p:cNvSpPr/>
            <p:nvPr/>
          </p:nvSpPr>
          <p:spPr>
            <a:xfrm>
              <a:off x="5250356" y="821375"/>
              <a:ext cx="1080993" cy="694544"/>
            </a:xfrm>
            <a:custGeom>
              <a:rect b="b" l="l" r="r" t="t"/>
              <a:pathLst>
                <a:path extrusionOk="0" h="20485" w="31883">
                  <a:moveTo>
                    <a:pt x="30903" y="9238"/>
                  </a:moveTo>
                  <a:lnTo>
                    <a:pt x="31425" y="9422"/>
                  </a:lnTo>
                  <a:lnTo>
                    <a:pt x="31425" y="9422"/>
                  </a:lnTo>
                  <a:cubicBezTo>
                    <a:pt x="31154" y="10260"/>
                    <a:pt x="30869" y="11089"/>
                    <a:pt x="30584" y="11910"/>
                  </a:cubicBezTo>
                  <a:cubicBezTo>
                    <a:pt x="30287" y="12803"/>
                    <a:pt x="29971" y="13686"/>
                    <a:pt x="29656" y="14578"/>
                  </a:cubicBezTo>
                  <a:lnTo>
                    <a:pt x="28700" y="17238"/>
                  </a:lnTo>
                  <a:cubicBezTo>
                    <a:pt x="28398" y="18060"/>
                    <a:pt x="28088" y="18875"/>
                    <a:pt x="27770" y="19697"/>
                  </a:cubicBezTo>
                  <a:lnTo>
                    <a:pt x="27770" y="19697"/>
                  </a:lnTo>
                  <a:lnTo>
                    <a:pt x="27262" y="19517"/>
                  </a:lnTo>
                  <a:lnTo>
                    <a:pt x="27262" y="19517"/>
                  </a:lnTo>
                  <a:cubicBezTo>
                    <a:pt x="27552" y="18623"/>
                    <a:pt x="27856" y="17736"/>
                    <a:pt x="28160" y="16841"/>
                  </a:cubicBezTo>
                  <a:cubicBezTo>
                    <a:pt x="28493" y="15894"/>
                    <a:pt x="28818" y="14948"/>
                    <a:pt x="29160" y="14002"/>
                  </a:cubicBezTo>
                  <a:cubicBezTo>
                    <a:pt x="29503" y="13055"/>
                    <a:pt x="29836" y="12109"/>
                    <a:pt x="30179" y="11171"/>
                  </a:cubicBezTo>
                  <a:cubicBezTo>
                    <a:pt x="30419" y="10523"/>
                    <a:pt x="30660" y="9880"/>
                    <a:pt x="30903" y="9238"/>
                  </a:cubicBezTo>
                  <a:close/>
                  <a:moveTo>
                    <a:pt x="5751" y="373"/>
                  </a:moveTo>
                  <a:cubicBezTo>
                    <a:pt x="6073" y="381"/>
                    <a:pt x="6404" y="417"/>
                    <a:pt x="6717" y="470"/>
                  </a:cubicBezTo>
                  <a:lnTo>
                    <a:pt x="6717" y="470"/>
                  </a:lnTo>
                  <a:cubicBezTo>
                    <a:pt x="6935" y="557"/>
                    <a:pt x="7145" y="636"/>
                    <a:pt x="7355" y="724"/>
                  </a:cubicBezTo>
                  <a:cubicBezTo>
                    <a:pt x="7581" y="814"/>
                    <a:pt x="7797" y="904"/>
                    <a:pt x="8013" y="994"/>
                  </a:cubicBezTo>
                  <a:cubicBezTo>
                    <a:pt x="8013" y="994"/>
                    <a:pt x="8013" y="1003"/>
                    <a:pt x="8013" y="1003"/>
                  </a:cubicBezTo>
                  <a:cubicBezTo>
                    <a:pt x="8033" y="1009"/>
                    <a:pt x="8052" y="1011"/>
                    <a:pt x="8071" y="1011"/>
                  </a:cubicBezTo>
                  <a:cubicBezTo>
                    <a:pt x="8152" y="1011"/>
                    <a:pt x="8228" y="966"/>
                    <a:pt x="8257" y="886"/>
                  </a:cubicBezTo>
                  <a:lnTo>
                    <a:pt x="8257" y="877"/>
                  </a:lnTo>
                  <a:lnTo>
                    <a:pt x="8414" y="444"/>
                  </a:lnTo>
                  <a:lnTo>
                    <a:pt x="8414" y="444"/>
                  </a:lnTo>
                  <a:cubicBezTo>
                    <a:pt x="10263" y="1072"/>
                    <a:pt x="12104" y="1701"/>
                    <a:pt x="13945" y="2347"/>
                  </a:cubicBezTo>
                  <a:cubicBezTo>
                    <a:pt x="15847" y="3005"/>
                    <a:pt x="17749" y="3672"/>
                    <a:pt x="19641" y="4339"/>
                  </a:cubicBezTo>
                  <a:lnTo>
                    <a:pt x="22490" y="5348"/>
                  </a:lnTo>
                  <a:lnTo>
                    <a:pt x="25329" y="6367"/>
                  </a:lnTo>
                  <a:cubicBezTo>
                    <a:pt x="27160" y="7029"/>
                    <a:pt x="28991" y="7701"/>
                    <a:pt x="30814" y="8396"/>
                  </a:cubicBezTo>
                  <a:lnTo>
                    <a:pt x="30814" y="8396"/>
                  </a:lnTo>
                  <a:cubicBezTo>
                    <a:pt x="30764" y="8551"/>
                    <a:pt x="30714" y="8705"/>
                    <a:pt x="30664" y="8859"/>
                  </a:cubicBezTo>
                  <a:lnTo>
                    <a:pt x="30664" y="8859"/>
                  </a:lnTo>
                  <a:cubicBezTo>
                    <a:pt x="30645" y="8878"/>
                    <a:pt x="30630" y="8901"/>
                    <a:pt x="30620" y="8927"/>
                  </a:cubicBezTo>
                  <a:cubicBezTo>
                    <a:pt x="30610" y="8958"/>
                    <a:pt x="30607" y="8990"/>
                    <a:pt x="30611" y="9019"/>
                  </a:cubicBezTo>
                  <a:lnTo>
                    <a:pt x="30611" y="9019"/>
                  </a:lnTo>
                  <a:cubicBezTo>
                    <a:pt x="30384" y="9706"/>
                    <a:pt x="30151" y="10391"/>
                    <a:pt x="29917" y="11072"/>
                  </a:cubicBezTo>
                  <a:cubicBezTo>
                    <a:pt x="29602" y="12027"/>
                    <a:pt x="29259" y="12974"/>
                    <a:pt x="28926" y="13920"/>
                  </a:cubicBezTo>
                  <a:cubicBezTo>
                    <a:pt x="28592" y="14867"/>
                    <a:pt x="28250" y="15804"/>
                    <a:pt x="27907" y="16751"/>
                  </a:cubicBezTo>
                  <a:cubicBezTo>
                    <a:pt x="27557" y="17694"/>
                    <a:pt x="27216" y="18628"/>
                    <a:pt x="26847" y="19562"/>
                  </a:cubicBezTo>
                  <a:lnTo>
                    <a:pt x="26847" y="19562"/>
                  </a:lnTo>
                  <a:cubicBezTo>
                    <a:pt x="26846" y="19565"/>
                    <a:pt x="26845" y="19569"/>
                    <a:pt x="26844" y="19572"/>
                  </a:cubicBezTo>
                  <a:lnTo>
                    <a:pt x="26841" y="19578"/>
                  </a:lnTo>
                  <a:lnTo>
                    <a:pt x="26841" y="19578"/>
                  </a:lnTo>
                  <a:cubicBezTo>
                    <a:pt x="26840" y="19580"/>
                    <a:pt x="26838" y="19581"/>
                    <a:pt x="26835" y="19581"/>
                  </a:cubicBezTo>
                  <a:cubicBezTo>
                    <a:pt x="26832" y="19592"/>
                    <a:pt x="26830" y="19603"/>
                    <a:pt x="26829" y="19614"/>
                  </a:cubicBezTo>
                  <a:lnTo>
                    <a:pt x="26829" y="19614"/>
                  </a:lnTo>
                  <a:lnTo>
                    <a:pt x="26673" y="20051"/>
                  </a:lnTo>
                  <a:lnTo>
                    <a:pt x="26673" y="20051"/>
                  </a:lnTo>
                  <a:cubicBezTo>
                    <a:pt x="24831" y="19414"/>
                    <a:pt x="22989" y="18785"/>
                    <a:pt x="21147" y="18148"/>
                  </a:cubicBezTo>
                  <a:lnTo>
                    <a:pt x="15450" y="16147"/>
                  </a:lnTo>
                  <a:lnTo>
                    <a:pt x="9753" y="14137"/>
                  </a:lnTo>
                  <a:cubicBezTo>
                    <a:pt x="7921" y="13474"/>
                    <a:pt x="6090" y="12811"/>
                    <a:pt x="4274" y="12091"/>
                  </a:cubicBezTo>
                  <a:lnTo>
                    <a:pt x="4274" y="12091"/>
                  </a:lnTo>
                  <a:lnTo>
                    <a:pt x="4381" y="11793"/>
                  </a:lnTo>
                  <a:cubicBezTo>
                    <a:pt x="4417" y="11694"/>
                    <a:pt x="4363" y="11586"/>
                    <a:pt x="4264" y="11550"/>
                  </a:cubicBezTo>
                  <a:cubicBezTo>
                    <a:pt x="3813" y="11397"/>
                    <a:pt x="3371" y="11252"/>
                    <a:pt x="2921" y="11099"/>
                  </a:cubicBezTo>
                  <a:lnTo>
                    <a:pt x="2921" y="11099"/>
                  </a:lnTo>
                  <a:lnTo>
                    <a:pt x="2957" y="11108"/>
                  </a:lnTo>
                  <a:cubicBezTo>
                    <a:pt x="2398" y="10784"/>
                    <a:pt x="1884" y="10378"/>
                    <a:pt x="1460" y="9891"/>
                  </a:cubicBezTo>
                  <a:cubicBezTo>
                    <a:pt x="1046" y="9404"/>
                    <a:pt x="739" y="8828"/>
                    <a:pt x="595" y="8215"/>
                  </a:cubicBezTo>
                  <a:cubicBezTo>
                    <a:pt x="442" y="7602"/>
                    <a:pt x="451" y="6962"/>
                    <a:pt x="550" y="6331"/>
                  </a:cubicBezTo>
                  <a:cubicBezTo>
                    <a:pt x="604" y="6015"/>
                    <a:pt x="685" y="5700"/>
                    <a:pt x="766" y="5393"/>
                  </a:cubicBezTo>
                  <a:cubicBezTo>
                    <a:pt x="856" y="5078"/>
                    <a:pt x="956" y="4771"/>
                    <a:pt x="1055" y="4465"/>
                  </a:cubicBezTo>
                  <a:cubicBezTo>
                    <a:pt x="1514" y="3266"/>
                    <a:pt x="2010" y="2022"/>
                    <a:pt x="3029" y="1211"/>
                  </a:cubicBezTo>
                  <a:cubicBezTo>
                    <a:pt x="3534" y="814"/>
                    <a:pt x="4147" y="562"/>
                    <a:pt x="4787" y="454"/>
                  </a:cubicBezTo>
                  <a:cubicBezTo>
                    <a:pt x="5102" y="391"/>
                    <a:pt x="5426" y="373"/>
                    <a:pt x="5751" y="373"/>
                  </a:cubicBezTo>
                  <a:close/>
                  <a:moveTo>
                    <a:pt x="8302" y="1"/>
                  </a:moveTo>
                  <a:cubicBezTo>
                    <a:pt x="8223" y="1"/>
                    <a:pt x="8150" y="51"/>
                    <a:pt x="8122" y="129"/>
                  </a:cubicBezTo>
                  <a:lnTo>
                    <a:pt x="8113" y="129"/>
                  </a:lnTo>
                  <a:lnTo>
                    <a:pt x="7956" y="581"/>
                  </a:lnTo>
                  <a:lnTo>
                    <a:pt x="7956" y="581"/>
                  </a:lnTo>
                  <a:cubicBezTo>
                    <a:pt x="7792" y="532"/>
                    <a:pt x="7628" y="479"/>
                    <a:pt x="7464" y="427"/>
                  </a:cubicBezTo>
                  <a:cubicBezTo>
                    <a:pt x="7238" y="363"/>
                    <a:pt x="7013" y="291"/>
                    <a:pt x="6788" y="219"/>
                  </a:cubicBezTo>
                  <a:lnTo>
                    <a:pt x="6779" y="219"/>
                  </a:lnTo>
                  <a:cubicBezTo>
                    <a:pt x="6779" y="210"/>
                    <a:pt x="6770" y="210"/>
                    <a:pt x="6761" y="210"/>
                  </a:cubicBezTo>
                  <a:cubicBezTo>
                    <a:pt x="6451" y="177"/>
                    <a:pt x="6140" y="157"/>
                    <a:pt x="5828" y="157"/>
                  </a:cubicBezTo>
                  <a:cubicBezTo>
                    <a:pt x="5468" y="157"/>
                    <a:pt x="5108" y="183"/>
                    <a:pt x="4750" y="246"/>
                  </a:cubicBezTo>
                  <a:cubicBezTo>
                    <a:pt x="4083" y="363"/>
                    <a:pt x="3434" y="616"/>
                    <a:pt x="2876" y="994"/>
                  </a:cubicBezTo>
                  <a:cubicBezTo>
                    <a:pt x="2299" y="1373"/>
                    <a:pt x="1821" y="1887"/>
                    <a:pt x="1442" y="2464"/>
                  </a:cubicBezTo>
                  <a:cubicBezTo>
                    <a:pt x="1253" y="2752"/>
                    <a:pt x="1100" y="3050"/>
                    <a:pt x="956" y="3347"/>
                  </a:cubicBezTo>
                  <a:cubicBezTo>
                    <a:pt x="802" y="3654"/>
                    <a:pt x="676" y="3969"/>
                    <a:pt x="568" y="4294"/>
                  </a:cubicBezTo>
                  <a:cubicBezTo>
                    <a:pt x="343" y="4934"/>
                    <a:pt x="171" y="5583"/>
                    <a:pt x="81" y="6268"/>
                  </a:cubicBezTo>
                  <a:cubicBezTo>
                    <a:pt x="0" y="6944"/>
                    <a:pt x="27" y="7647"/>
                    <a:pt x="225" y="8314"/>
                  </a:cubicBezTo>
                  <a:cubicBezTo>
                    <a:pt x="406" y="8981"/>
                    <a:pt x="766" y="9594"/>
                    <a:pt x="1208" y="10108"/>
                  </a:cubicBezTo>
                  <a:cubicBezTo>
                    <a:pt x="1659" y="10630"/>
                    <a:pt x="2209" y="11045"/>
                    <a:pt x="2776" y="11397"/>
                  </a:cubicBezTo>
                  <a:cubicBezTo>
                    <a:pt x="2785" y="11406"/>
                    <a:pt x="2794" y="11415"/>
                    <a:pt x="2803" y="11415"/>
                  </a:cubicBezTo>
                  <a:lnTo>
                    <a:pt x="2812" y="11415"/>
                  </a:lnTo>
                  <a:cubicBezTo>
                    <a:pt x="3194" y="11555"/>
                    <a:pt x="3575" y="11695"/>
                    <a:pt x="3957" y="11841"/>
                  </a:cubicBezTo>
                  <a:lnTo>
                    <a:pt x="3957" y="11841"/>
                  </a:lnTo>
                  <a:lnTo>
                    <a:pt x="3849" y="12136"/>
                  </a:lnTo>
                  <a:lnTo>
                    <a:pt x="3840" y="12154"/>
                  </a:lnTo>
                  <a:cubicBezTo>
                    <a:pt x="3813" y="12253"/>
                    <a:pt x="3867" y="12361"/>
                    <a:pt x="3966" y="12388"/>
                  </a:cubicBezTo>
                  <a:cubicBezTo>
                    <a:pt x="5886" y="12992"/>
                    <a:pt x="7788" y="13650"/>
                    <a:pt x="9690" y="14317"/>
                  </a:cubicBezTo>
                  <a:lnTo>
                    <a:pt x="15378" y="16345"/>
                  </a:lnTo>
                  <a:lnTo>
                    <a:pt x="21057" y="18400"/>
                  </a:lnTo>
                  <a:cubicBezTo>
                    <a:pt x="22950" y="19076"/>
                    <a:pt x="24833" y="19779"/>
                    <a:pt x="26726" y="20473"/>
                  </a:cubicBezTo>
                  <a:cubicBezTo>
                    <a:pt x="26747" y="20481"/>
                    <a:pt x="26769" y="20485"/>
                    <a:pt x="26791" y="20485"/>
                  </a:cubicBezTo>
                  <a:cubicBezTo>
                    <a:pt x="26871" y="20485"/>
                    <a:pt x="26950" y="20435"/>
                    <a:pt x="26979" y="20356"/>
                  </a:cubicBezTo>
                  <a:lnTo>
                    <a:pt x="27142" y="19880"/>
                  </a:lnTo>
                  <a:lnTo>
                    <a:pt x="27142" y="19880"/>
                  </a:lnTo>
                  <a:lnTo>
                    <a:pt x="27817" y="20122"/>
                  </a:lnTo>
                  <a:lnTo>
                    <a:pt x="27835" y="20131"/>
                  </a:lnTo>
                  <a:cubicBezTo>
                    <a:pt x="27852" y="20136"/>
                    <a:pt x="27869" y="20138"/>
                    <a:pt x="27886" y="20138"/>
                  </a:cubicBezTo>
                  <a:cubicBezTo>
                    <a:pt x="27967" y="20138"/>
                    <a:pt x="28040" y="20087"/>
                    <a:pt x="28069" y="20005"/>
                  </a:cubicBezTo>
                  <a:cubicBezTo>
                    <a:pt x="28358" y="19112"/>
                    <a:pt x="28655" y="18220"/>
                    <a:pt x="28962" y="17328"/>
                  </a:cubicBezTo>
                  <a:lnTo>
                    <a:pt x="29890" y="14660"/>
                  </a:lnTo>
                  <a:cubicBezTo>
                    <a:pt x="30215" y="13776"/>
                    <a:pt x="30530" y="12893"/>
                    <a:pt x="30855" y="12009"/>
                  </a:cubicBezTo>
                  <a:cubicBezTo>
                    <a:pt x="31179" y="11126"/>
                    <a:pt x="31504" y="10243"/>
                    <a:pt x="31846" y="9368"/>
                  </a:cubicBezTo>
                  <a:cubicBezTo>
                    <a:pt x="31846" y="9368"/>
                    <a:pt x="31846" y="9359"/>
                    <a:pt x="31846" y="9359"/>
                  </a:cubicBezTo>
                  <a:cubicBezTo>
                    <a:pt x="31882" y="9260"/>
                    <a:pt x="31837" y="9152"/>
                    <a:pt x="31738" y="9116"/>
                  </a:cubicBezTo>
                  <a:lnTo>
                    <a:pt x="31729" y="9116"/>
                  </a:lnTo>
                  <a:lnTo>
                    <a:pt x="31043" y="8870"/>
                  </a:lnTo>
                  <a:lnTo>
                    <a:pt x="31043" y="8870"/>
                  </a:lnTo>
                  <a:cubicBezTo>
                    <a:pt x="31109" y="8697"/>
                    <a:pt x="31176" y="8523"/>
                    <a:pt x="31242" y="8350"/>
                  </a:cubicBezTo>
                  <a:cubicBezTo>
                    <a:pt x="31242" y="8350"/>
                    <a:pt x="31242" y="8341"/>
                    <a:pt x="31242" y="8341"/>
                  </a:cubicBezTo>
                  <a:cubicBezTo>
                    <a:pt x="31278" y="8242"/>
                    <a:pt x="31224" y="8133"/>
                    <a:pt x="31125" y="8097"/>
                  </a:cubicBezTo>
                  <a:cubicBezTo>
                    <a:pt x="29214" y="7466"/>
                    <a:pt x="27303" y="6817"/>
                    <a:pt x="25410" y="6150"/>
                  </a:cubicBezTo>
                  <a:lnTo>
                    <a:pt x="22562" y="5150"/>
                  </a:lnTo>
                  <a:lnTo>
                    <a:pt x="19714" y="4131"/>
                  </a:lnTo>
                  <a:cubicBezTo>
                    <a:pt x="17821" y="3455"/>
                    <a:pt x="15928" y="2779"/>
                    <a:pt x="14035" y="2085"/>
                  </a:cubicBezTo>
                  <a:cubicBezTo>
                    <a:pt x="12142" y="1409"/>
                    <a:pt x="10258" y="706"/>
                    <a:pt x="8365" y="12"/>
                  </a:cubicBezTo>
                  <a:cubicBezTo>
                    <a:pt x="8344" y="4"/>
                    <a:pt x="8323" y="1"/>
                    <a:pt x="8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2" name="Google Shape;11572;p25"/>
            <p:cNvSpPr/>
            <p:nvPr/>
          </p:nvSpPr>
          <p:spPr>
            <a:xfrm>
              <a:off x="5385438" y="842193"/>
              <a:ext cx="146402" cy="383398"/>
            </a:xfrm>
            <a:custGeom>
              <a:rect b="b" l="l" r="r" t="t"/>
              <a:pathLst>
                <a:path extrusionOk="0" h="11308" w="4318">
                  <a:moveTo>
                    <a:pt x="4098" y="1"/>
                  </a:moveTo>
                  <a:cubicBezTo>
                    <a:pt x="4017" y="1"/>
                    <a:pt x="3941" y="57"/>
                    <a:pt x="3912" y="137"/>
                  </a:cubicBezTo>
                  <a:cubicBezTo>
                    <a:pt x="3624" y="1057"/>
                    <a:pt x="3299" y="1967"/>
                    <a:pt x="2984" y="2877"/>
                  </a:cubicBezTo>
                  <a:lnTo>
                    <a:pt x="2001" y="5609"/>
                  </a:lnTo>
                  <a:lnTo>
                    <a:pt x="1028" y="8331"/>
                  </a:lnTo>
                  <a:cubicBezTo>
                    <a:pt x="703" y="9241"/>
                    <a:pt x="361" y="10143"/>
                    <a:pt x="36" y="11053"/>
                  </a:cubicBezTo>
                  <a:cubicBezTo>
                    <a:pt x="0" y="11152"/>
                    <a:pt x="54" y="11269"/>
                    <a:pt x="154" y="11296"/>
                  </a:cubicBezTo>
                  <a:cubicBezTo>
                    <a:pt x="174" y="11304"/>
                    <a:pt x="196" y="11308"/>
                    <a:pt x="217" y="11308"/>
                  </a:cubicBezTo>
                  <a:cubicBezTo>
                    <a:pt x="295" y="11308"/>
                    <a:pt x="368" y="11257"/>
                    <a:pt x="397" y="11179"/>
                  </a:cubicBezTo>
                  <a:cubicBezTo>
                    <a:pt x="712" y="10269"/>
                    <a:pt x="1028" y="9358"/>
                    <a:pt x="1343" y="8448"/>
                  </a:cubicBezTo>
                  <a:lnTo>
                    <a:pt x="2308" y="5717"/>
                  </a:lnTo>
                  <a:lnTo>
                    <a:pt x="3272" y="2985"/>
                  </a:lnTo>
                  <a:cubicBezTo>
                    <a:pt x="3597" y="2075"/>
                    <a:pt x="3921" y="1165"/>
                    <a:pt x="4273" y="263"/>
                  </a:cubicBezTo>
                  <a:cubicBezTo>
                    <a:pt x="4282" y="263"/>
                    <a:pt x="4282" y="254"/>
                    <a:pt x="4282" y="254"/>
                  </a:cubicBezTo>
                  <a:cubicBezTo>
                    <a:pt x="4318" y="155"/>
                    <a:pt x="4255" y="47"/>
                    <a:pt x="4156" y="11"/>
                  </a:cubicBezTo>
                  <a:cubicBezTo>
                    <a:pt x="4136" y="4"/>
                    <a:pt x="4117" y="1"/>
                    <a:pt x="40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73" name="Google Shape;11573;p25"/>
          <p:cNvGrpSpPr/>
          <p:nvPr/>
        </p:nvGrpSpPr>
        <p:grpSpPr>
          <a:xfrm flipH="1">
            <a:off x="719922" y="934457"/>
            <a:ext cx="3253287" cy="176025"/>
            <a:chOff x="4345425" y="2175475"/>
            <a:chExt cx="800750" cy="176025"/>
          </a:xfrm>
        </p:grpSpPr>
        <p:sp>
          <p:nvSpPr>
            <p:cNvPr id="11574" name="Google Shape;11574;p25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5" name="Google Shape;11575;p25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76" name="Google Shape;11576;p25"/>
          <p:cNvGrpSpPr/>
          <p:nvPr/>
        </p:nvGrpSpPr>
        <p:grpSpPr>
          <a:xfrm flipH="1">
            <a:off x="719986" y="1396579"/>
            <a:ext cx="2997127" cy="176025"/>
            <a:chOff x="4345425" y="2175475"/>
            <a:chExt cx="800750" cy="176025"/>
          </a:xfrm>
        </p:grpSpPr>
        <p:sp>
          <p:nvSpPr>
            <p:cNvPr id="11577" name="Google Shape;11577;p25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8" name="Google Shape;11578;p25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82" name="Shape 11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3" name="Google Shape;11583;p23"/>
          <p:cNvSpPr txBox="1"/>
          <p:nvPr>
            <p:ph type="title"/>
          </p:nvPr>
        </p:nvSpPr>
        <p:spPr>
          <a:xfrm>
            <a:off x="1378050" y="2344774"/>
            <a:ext cx="63879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en"/>
              <a:t>Set Challenge Activity</a:t>
            </a:r>
            <a:endParaRPr/>
          </a:p>
        </p:txBody>
      </p:sp>
      <p:grpSp>
        <p:nvGrpSpPr>
          <p:cNvPr id="11584" name="Google Shape;11584;p23"/>
          <p:cNvGrpSpPr/>
          <p:nvPr/>
        </p:nvGrpSpPr>
        <p:grpSpPr>
          <a:xfrm>
            <a:off x="1541738" y="3108974"/>
            <a:ext cx="6053350" cy="176025"/>
            <a:chOff x="4345425" y="2175475"/>
            <a:chExt cx="800750" cy="176025"/>
          </a:xfrm>
        </p:grpSpPr>
        <p:sp>
          <p:nvSpPr>
            <p:cNvPr id="11585" name="Google Shape;11585;p2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6" name="Google Shape;11586;p2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87" name="Google Shape;11587;p23"/>
          <p:cNvGrpSpPr/>
          <p:nvPr/>
        </p:nvGrpSpPr>
        <p:grpSpPr>
          <a:xfrm flipH="1" rot="372491">
            <a:off x="1097518" y="3478413"/>
            <a:ext cx="595061" cy="675849"/>
            <a:chOff x="5464100" y="4208075"/>
            <a:chExt cx="494625" cy="579650"/>
          </a:xfrm>
        </p:grpSpPr>
        <p:sp>
          <p:nvSpPr>
            <p:cNvPr id="11588" name="Google Shape;11588;p23"/>
            <p:cNvSpPr/>
            <p:nvPr/>
          </p:nvSpPr>
          <p:spPr>
            <a:xfrm>
              <a:off x="5594650" y="4504850"/>
              <a:ext cx="341250" cy="255800"/>
            </a:xfrm>
            <a:custGeom>
              <a:rect b="b" l="l" r="r" t="t"/>
              <a:pathLst>
                <a:path extrusionOk="0" h="10232" w="13650">
                  <a:moveTo>
                    <a:pt x="11619" y="0"/>
                  </a:moveTo>
                  <a:cubicBezTo>
                    <a:pt x="11538" y="0"/>
                    <a:pt x="11454" y="19"/>
                    <a:pt x="11367" y="60"/>
                  </a:cubicBezTo>
                  <a:cubicBezTo>
                    <a:pt x="10774" y="356"/>
                    <a:pt x="10157" y="653"/>
                    <a:pt x="9587" y="973"/>
                  </a:cubicBezTo>
                  <a:cubicBezTo>
                    <a:pt x="8423" y="1657"/>
                    <a:pt x="7327" y="2388"/>
                    <a:pt x="6254" y="3209"/>
                  </a:cubicBezTo>
                  <a:cubicBezTo>
                    <a:pt x="4177" y="4784"/>
                    <a:pt x="2100" y="6359"/>
                    <a:pt x="0" y="7934"/>
                  </a:cubicBezTo>
                  <a:cubicBezTo>
                    <a:pt x="584" y="8864"/>
                    <a:pt x="1080" y="10231"/>
                    <a:pt x="2001" y="10231"/>
                  </a:cubicBezTo>
                  <a:cubicBezTo>
                    <a:pt x="2232" y="10231"/>
                    <a:pt x="2491" y="10145"/>
                    <a:pt x="2785" y="9943"/>
                  </a:cubicBezTo>
                  <a:cubicBezTo>
                    <a:pt x="3972" y="9121"/>
                    <a:pt x="5159" y="8300"/>
                    <a:pt x="6323" y="7478"/>
                  </a:cubicBezTo>
                  <a:cubicBezTo>
                    <a:pt x="7281" y="6816"/>
                    <a:pt x="13650" y="2867"/>
                    <a:pt x="13011" y="1726"/>
                  </a:cubicBezTo>
                  <a:cubicBezTo>
                    <a:pt x="12806" y="1338"/>
                    <a:pt x="12310" y="0"/>
                    <a:pt x="11619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9" name="Google Shape;11589;p23"/>
            <p:cNvSpPr/>
            <p:nvPr/>
          </p:nvSpPr>
          <p:spPr>
            <a:xfrm>
              <a:off x="5518750" y="4363750"/>
              <a:ext cx="340700" cy="255675"/>
            </a:xfrm>
            <a:custGeom>
              <a:rect b="b" l="l" r="r" t="t"/>
              <a:pathLst>
                <a:path extrusionOk="0" h="10227" w="13628">
                  <a:moveTo>
                    <a:pt x="11606" y="0"/>
                  </a:moveTo>
                  <a:cubicBezTo>
                    <a:pt x="11522" y="0"/>
                    <a:pt x="11435" y="21"/>
                    <a:pt x="11345" y="66"/>
                  </a:cubicBezTo>
                  <a:cubicBezTo>
                    <a:pt x="10751" y="362"/>
                    <a:pt x="10158" y="659"/>
                    <a:pt x="9587" y="979"/>
                  </a:cubicBezTo>
                  <a:cubicBezTo>
                    <a:pt x="8423" y="1664"/>
                    <a:pt x="7304" y="2394"/>
                    <a:pt x="6232" y="3216"/>
                  </a:cubicBezTo>
                  <a:cubicBezTo>
                    <a:pt x="4155" y="4791"/>
                    <a:pt x="2077" y="6343"/>
                    <a:pt x="0" y="7940"/>
                  </a:cubicBezTo>
                  <a:cubicBezTo>
                    <a:pt x="563" y="8867"/>
                    <a:pt x="1054" y="10226"/>
                    <a:pt x="1967" y="10226"/>
                  </a:cubicBezTo>
                  <a:cubicBezTo>
                    <a:pt x="2201" y="10226"/>
                    <a:pt x="2464" y="10136"/>
                    <a:pt x="2762" y="9926"/>
                  </a:cubicBezTo>
                  <a:cubicBezTo>
                    <a:pt x="3949" y="9127"/>
                    <a:pt x="5136" y="8306"/>
                    <a:pt x="6323" y="7484"/>
                  </a:cubicBezTo>
                  <a:cubicBezTo>
                    <a:pt x="7282" y="6822"/>
                    <a:pt x="13627" y="2873"/>
                    <a:pt x="13011" y="1732"/>
                  </a:cubicBezTo>
                  <a:cubicBezTo>
                    <a:pt x="12787" y="1346"/>
                    <a:pt x="12292" y="0"/>
                    <a:pt x="11606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0" name="Google Shape;11590;p23"/>
            <p:cNvSpPr/>
            <p:nvPr/>
          </p:nvSpPr>
          <p:spPr>
            <a:xfrm>
              <a:off x="5475950" y="4235275"/>
              <a:ext cx="281925" cy="269375"/>
            </a:xfrm>
            <a:custGeom>
              <a:rect b="b" l="l" r="r" t="t"/>
              <a:pathLst>
                <a:path extrusionOk="0" h="10775" w="11277">
                  <a:moveTo>
                    <a:pt x="1210" y="1"/>
                  </a:moveTo>
                  <a:cubicBezTo>
                    <a:pt x="1233" y="23"/>
                    <a:pt x="1233" y="46"/>
                    <a:pt x="1233" y="92"/>
                  </a:cubicBezTo>
                  <a:cubicBezTo>
                    <a:pt x="1005" y="3653"/>
                    <a:pt x="503" y="7213"/>
                    <a:pt x="0" y="10774"/>
                  </a:cubicBezTo>
                  <a:cubicBezTo>
                    <a:pt x="3607" y="7989"/>
                    <a:pt x="7396" y="5456"/>
                    <a:pt x="11276" y="3082"/>
                  </a:cubicBezTo>
                  <a:cubicBezTo>
                    <a:pt x="7967" y="1918"/>
                    <a:pt x="4634" y="868"/>
                    <a:pt x="1210" y="1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1" name="Google Shape;11591;p23"/>
            <p:cNvSpPr/>
            <p:nvPr/>
          </p:nvSpPr>
          <p:spPr>
            <a:xfrm>
              <a:off x="5717000" y="4421125"/>
              <a:ext cx="42000" cy="94525"/>
            </a:xfrm>
            <a:custGeom>
              <a:rect b="b" l="l" r="r" t="t"/>
              <a:pathLst>
                <a:path extrusionOk="0" h="3781" w="1680">
                  <a:moveTo>
                    <a:pt x="1497" y="0"/>
                  </a:moveTo>
                  <a:cubicBezTo>
                    <a:pt x="1449" y="0"/>
                    <a:pt x="1398" y="23"/>
                    <a:pt x="1360" y="76"/>
                  </a:cubicBezTo>
                  <a:cubicBezTo>
                    <a:pt x="676" y="1103"/>
                    <a:pt x="265" y="2404"/>
                    <a:pt x="14" y="3614"/>
                  </a:cubicBezTo>
                  <a:cubicBezTo>
                    <a:pt x="0" y="3720"/>
                    <a:pt x="80" y="3780"/>
                    <a:pt x="162" y="3780"/>
                  </a:cubicBezTo>
                  <a:cubicBezTo>
                    <a:pt x="221" y="3780"/>
                    <a:pt x="282" y="3749"/>
                    <a:pt x="310" y="3683"/>
                  </a:cubicBezTo>
                  <a:cubicBezTo>
                    <a:pt x="698" y="2496"/>
                    <a:pt x="1201" y="1377"/>
                    <a:pt x="1634" y="213"/>
                  </a:cubicBezTo>
                  <a:cubicBezTo>
                    <a:pt x="1680" y="91"/>
                    <a:pt x="1594" y="0"/>
                    <a:pt x="1497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2" name="Google Shape;11592;p23"/>
            <p:cNvSpPr/>
            <p:nvPr/>
          </p:nvSpPr>
          <p:spPr>
            <a:xfrm>
              <a:off x="5750000" y="4392700"/>
              <a:ext cx="46925" cy="98950"/>
            </a:xfrm>
            <a:custGeom>
              <a:rect b="b" l="l" r="r" t="t"/>
              <a:pathLst>
                <a:path extrusionOk="0" h="3958" w="1877">
                  <a:moveTo>
                    <a:pt x="1669" y="1"/>
                  </a:moveTo>
                  <a:cubicBezTo>
                    <a:pt x="1627" y="1"/>
                    <a:pt x="1584" y="22"/>
                    <a:pt x="1547" y="72"/>
                  </a:cubicBezTo>
                  <a:cubicBezTo>
                    <a:pt x="771" y="1122"/>
                    <a:pt x="360" y="2446"/>
                    <a:pt x="40" y="3701"/>
                  </a:cubicBezTo>
                  <a:cubicBezTo>
                    <a:pt x="0" y="3860"/>
                    <a:pt x="130" y="3958"/>
                    <a:pt x="259" y="3958"/>
                  </a:cubicBezTo>
                  <a:cubicBezTo>
                    <a:pt x="353" y="3958"/>
                    <a:pt x="445" y="3907"/>
                    <a:pt x="474" y="3792"/>
                  </a:cubicBezTo>
                  <a:cubicBezTo>
                    <a:pt x="816" y="2560"/>
                    <a:pt x="1410" y="1464"/>
                    <a:pt x="1843" y="277"/>
                  </a:cubicBezTo>
                  <a:cubicBezTo>
                    <a:pt x="1877" y="145"/>
                    <a:pt x="1778" y="1"/>
                    <a:pt x="1669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3" name="Google Shape;11593;p23"/>
            <p:cNvSpPr/>
            <p:nvPr/>
          </p:nvSpPr>
          <p:spPr>
            <a:xfrm>
              <a:off x="5795175" y="4403700"/>
              <a:ext cx="30450" cy="52625"/>
            </a:xfrm>
            <a:custGeom>
              <a:rect b="b" l="l" r="r" t="t"/>
              <a:pathLst>
                <a:path extrusionOk="0" h="2105" w="1218">
                  <a:moveTo>
                    <a:pt x="977" y="1"/>
                  </a:moveTo>
                  <a:cubicBezTo>
                    <a:pt x="935" y="1"/>
                    <a:pt x="893" y="14"/>
                    <a:pt x="858" y="43"/>
                  </a:cubicBezTo>
                  <a:cubicBezTo>
                    <a:pt x="356" y="522"/>
                    <a:pt x="105" y="1138"/>
                    <a:pt x="14" y="1800"/>
                  </a:cubicBezTo>
                  <a:cubicBezTo>
                    <a:pt x="0" y="1988"/>
                    <a:pt x="160" y="2104"/>
                    <a:pt x="303" y="2104"/>
                  </a:cubicBezTo>
                  <a:cubicBezTo>
                    <a:pt x="404" y="2104"/>
                    <a:pt x="497" y="2046"/>
                    <a:pt x="516" y="1914"/>
                  </a:cubicBezTo>
                  <a:cubicBezTo>
                    <a:pt x="607" y="1321"/>
                    <a:pt x="835" y="773"/>
                    <a:pt x="1132" y="248"/>
                  </a:cubicBezTo>
                  <a:cubicBezTo>
                    <a:pt x="1217" y="112"/>
                    <a:pt x="1099" y="1"/>
                    <a:pt x="97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4" name="Google Shape;11594;p23"/>
            <p:cNvSpPr/>
            <p:nvPr/>
          </p:nvSpPr>
          <p:spPr>
            <a:xfrm>
              <a:off x="5783525" y="4580275"/>
              <a:ext cx="38225" cy="81675"/>
            </a:xfrm>
            <a:custGeom>
              <a:rect b="b" l="l" r="r" t="t"/>
              <a:pathLst>
                <a:path extrusionOk="0" h="3267" w="1529">
                  <a:moveTo>
                    <a:pt x="1258" y="1"/>
                  </a:moveTo>
                  <a:cubicBezTo>
                    <a:pt x="1191" y="1"/>
                    <a:pt x="1127" y="31"/>
                    <a:pt x="1096" y="101"/>
                  </a:cubicBezTo>
                  <a:cubicBezTo>
                    <a:pt x="845" y="649"/>
                    <a:pt x="617" y="1197"/>
                    <a:pt x="411" y="1745"/>
                  </a:cubicBezTo>
                  <a:cubicBezTo>
                    <a:pt x="251" y="2201"/>
                    <a:pt x="0" y="2680"/>
                    <a:pt x="23" y="3160"/>
                  </a:cubicBezTo>
                  <a:cubicBezTo>
                    <a:pt x="23" y="3231"/>
                    <a:pt x="77" y="3267"/>
                    <a:pt x="133" y="3267"/>
                  </a:cubicBezTo>
                  <a:cubicBezTo>
                    <a:pt x="168" y="3267"/>
                    <a:pt x="203" y="3254"/>
                    <a:pt x="229" y="3228"/>
                  </a:cubicBezTo>
                  <a:cubicBezTo>
                    <a:pt x="594" y="2863"/>
                    <a:pt x="754" y="2270"/>
                    <a:pt x="936" y="1790"/>
                  </a:cubicBezTo>
                  <a:cubicBezTo>
                    <a:pt x="1142" y="1288"/>
                    <a:pt x="1324" y="763"/>
                    <a:pt x="1484" y="261"/>
                  </a:cubicBezTo>
                  <a:cubicBezTo>
                    <a:pt x="1529" y="111"/>
                    <a:pt x="1387" y="1"/>
                    <a:pt x="125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5" name="Google Shape;11595;p23"/>
            <p:cNvSpPr/>
            <p:nvPr/>
          </p:nvSpPr>
          <p:spPr>
            <a:xfrm>
              <a:off x="5824600" y="4544075"/>
              <a:ext cx="49675" cy="96575"/>
            </a:xfrm>
            <a:custGeom>
              <a:rect b="b" l="l" r="r" t="t"/>
              <a:pathLst>
                <a:path extrusionOk="0" h="3863" w="1987">
                  <a:moveTo>
                    <a:pt x="1601" y="1"/>
                  </a:moveTo>
                  <a:cubicBezTo>
                    <a:pt x="1166" y="1"/>
                    <a:pt x="939" y="623"/>
                    <a:pt x="800" y="1001"/>
                  </a:cubicBezTo>
                  <a:cubicBezTo>
                    <a:pt x="457" y="1846"/>
                    <a:pt x="115" y="2759"/>
                    <a:pt x="1" y="3672"/>
                  </a:cubicBezTo>
                  <a:cubicBezTo>
                    <a:pt x="1" y="3777"/>
                    <a:pt x="100" y="3863"/>
                    <a:pt x="188" y="3863"/>
                  </a:cubicBezTo>
                  <a:cubicBezTo>
                    <a:pt x="233" y="3863"/>
                    <a:pt x="274" y="3840"/>
                    <a:pt x="297" y="3786"/>
                  </a:cubicBezTo>
                  <a:cubicBezTo>
                    <a:pt x="526" y="3215"/>
                    <a:pt x="708" y="2645"/>
                    <a:pt x="914" y="2074"/>
                  </a:cubicBezTo>
                  <a:cubicBezTo>
                    <a:pt x="1028" y="1823"/>
                    <a:pt x="1439" y="385"/>
                    <a:pt x="1735" y="362"/>
                  </a:cubicBezTo>
                  <a:cubicBezTo>
                    <a:pt x="1918" y="362"/>
                    <a:pt x="1987" y="111"/>
                    <a:pt x="1804" y="43"/>
                  </a:cubicBezTo>
                  <a:cubicBezTo>
                    <a:pt x="1731" y="14"/>
                    <a:pt x="1664" y="1"/>
                    <a:pt x="1601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6" name="Google Shape;11596;p23"/>
            <p:cNvSpPr/>
            <p:nvPr/>
          </p:nvSpPr>
          <p:spPr>
            <a:xfrm>
              <a:off x="5876375" y="4540750"/>
              <a:ext cx="23725" cy="54675"/>
            </a:xfrm>
            <a:custGeom>
              <a:rect b="b" l="l" r="r" t="t"/>
              <a:pathLst>
                <a:path extrusionOk="0" h="2187" w="949">
                  <a:moveTo>
                    <a:pt x="772" y="1"/>
                  </a:moveTo>
                  <a:cubicBezTo>
                    <a:pt x="721" y="1"/>
                    <a:pt x="671" y="26"/>
                    <a:pt x="646" y="84"/>
                  </a:cubicBezTo>
                  <a:cubicBezTo>
                    <a:pt x="372" y="701"/>
                    <a:pt x="167" y="1317"/>
                    <a:pt x="30" y="2002"/>
                  </a:cubicBezTo>
                  <a:cubicBezTo>
                    <a:pt x="1" y="2103"/>
                    <a:pt x="101" y="2187"/>
                    <a:pt x="195" y="2187"/>
                  </a:cubicBezTo>
                  <a:cubicBezTo>
                    <a:pt x="249" y="2187"/>
                    <a:pt x="302" y="2159"/>
                    <a:pt x="326" y="2093"/>
                  </a:cubicBezTo>
                  <a:cubicBezTo>
                    <a:pt x="577" y="1477"/>
                    <a:pt x="783" y="838"/>
                    <a:pt x="920" y="176"/>
                  </a:cubicBezTo>
                  <a:cubicBezTo>
                    <a:pt x="949" y="75"/>
                    <a:pt x="859" y="1"/>
                    <a:pt x="772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7" name="Google Shape;11597;p23"/>
            <p:cNvSpPr/>
            <p:nvPr/>
          </p:nvSpPr>
          <p:spPr>
            <a:xfrm>
              <a:off x="5464100" y="4208075"/>
              <a:ext cx="334850" cy="317675"/>
            </a:xfrm>
            <a:custGeom>
              <a:rect b="b" l="l" r="r" t="t"/>
              <a:pathLst>
                <a:path extrusionOk="0" h="12707" w="13394">
                  <a:moveTo>
                    <a:pt x="2027" y="792"/>
                  </a:moveTo>
                  <a:cubicBezTo>
                    <a:pt x="5450" y="1682"/>
                    <a:pt x="8783" y="2732"/>
                    <a:pt x="12115" y="3896"/>
                  </a:cubicBezTo>
                  <a:cubicBezTo>
                    <a:pt x="8212" y="6270"/>
                    <a:pt x="4423" y="8804"/>
                    <a:pt x="817" y="11588"/>
                  </a:cubicBezTo>
                  <a:cubicBezTo>
                    <a:pt x="1319" y="8027"/>
                    <a:pt x="1821" y="4467"/>
                    <a:pt x="2049" y="906"/>
                  </a:cubicBezTo>
                  <a:cubicBezTo>
                    <a:pt x="2049" y="860"/>
                    <a:pt x="2049" y="838"/>
                    <a:pt x="2027" y="792"/>
                  </a:cubicBezTo>
                  <a:close/>
                  <a:moveTo>
                    <a:pt x="1919" y="0"/>
                  </a:moveTo>
                  <a:cubicBezTo>
                    <a:pt x="1586" y="0"/>
                    <a:pt x="1459" y="471"/>
                    <a:pt x="1707" y="678"/>
                  </a:cubicBezTo>
                  <a:cubicBezTo>
                    <a:pt x="1616" y="701"/>
                    <a:pt x="1547" y="769"/>
                    <a:pt x="1547" y="860"/>
                  </a:cubicBezTo>
                  <a:cubicBezTo>
                    <a:pt x="954" y="4649"/>
                    <a:pt x="566" y="8484"/>
                    <a:pt x="18" y="12273"/>
                  </a:cubicBezTo>
                  <a:cubicBezTo>
                    <a:pt x="0" y="12483"/>
                    <a:pt x="158" y="12707"/>
                    <a:pt x="355" y="12707"/>
                  </a:cubicBezTo>
                  <a:cubicBezTo>
                    <a:pt x="415" y="12707"/>
                    <a:pt x="479" y="12686"/>
                    <a:pt x="543" y="12638"/>
                  </a:cubicBezTo>
                  <a:cubicBezTo>
                    <a:pt x="4560" y="9534"/>
                    <a:pt x="8760" y="6658"/>
                    <a:pt x="13165" y="4124"/>
                  </a:cubicBezTo>
                  <a:cubicBezTo>
                    <a:pt x="13371" y="3987"/>
                    <a:pt x="13394" y="3577"/>
                    <a:pt x="13120" y="3485"/>
                  </a:cubicBezTo>
                  <a:cubicBezTo>
                    <a:pt x="9490" y="2139"/>
                    <a:pt x="5770" y="997"/>
                    <a:pt x="2027" y="16"/>
                  </a:cubicBezTo>
                  <a:cubicBezTo>
                    <a:pt x="1989" y="5"/>
                    <a:pt x="1953" y="0"/>
                    <a:pt x="1919" y="0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8" name="Google Shape;11598;p23"/>
            <p:cNvSpPr/>
            <p:nvPr/>
          </p:nvSpPr>
          <p:spPr>
            <a:xfrm>
              <a:off x="5495775" y="4342975"/>
              <a:ext cx="376800" cy="309500"/>
            </a:xfrm>
            <a:custGeom>
              <a:rect b="b" l="l" r="r" t="t"/>
              <a:pathLst>
                <a:path extrusionOk="0" h="12380" w="15072">
                  <a:moveTo>
                    <a:pt x="12525" y="1060"/>
                  </a:moveTo>
                  <a:cubicBezTo>
                    <a:pt x="13211" y="1060"/>
                    <a:pt x="13706" y="2403"/>
                    <a:pt x="13930" y="2768"/>
                  </a:cubicBezTo>
                  <a:cubicBezTo>
                    <a:pt x="14546" y="3933"/>
                    <a:pt x="8201" y="7858"/>
                    <a:pt x="7242" y="8520"/>
                  </a:cubicBezTo>
                  <a:cubicBezTo>
                    <a:pt x="6055" y="9342"/>
                    <a:pt x="4868" y="10164"/>
                    <a:pt x="3681" y="10986"/>
                  </a:cubicBezTo>
                  <a:cubicBezTo>
                    <a:pt x="3388" y="11187"/>
                    <a:pt x="3129" y="11274"/>
                    <a:pt x="2897" y="11274"/>
                  </a:cubicBezTo>
                  <a:cubicBezTo>
                    <a:pt x="1977" y="11274"/>
                    <a:pt x="1485" y="9907"/>
                    <a:pt x="919" y="8977"/>
                  </a:cubicBezTo>
                  <a:cubicBezTo>
                    <a:pt x="2996" y="7402"/>
                    <a:pt x="5074" y="5827"/>
                    <a:pt x="7151" y="4252"/>
                  </a:cubicBezTo>
                  <a:cubicBezTo>
                    <a:pt x="8223" y="3453"/>
                    <a:pt x="9342" y="2700"/>
                    <a:pt x="10483" y="2038"/>
                  </a:cubicBezTo>
                  <a:cubicBezTo>
                    <a:pt x="11077" y="1696"/>
                    <a:pt x="11670" y="1399"/>
                    <a:pt x="12264" y="1125"/>
                  </a:cubicBezTo>
                  <a:cubicBezTo>
                    <a:pt x="12354" y="1080"/>
                    <a:pt x="12441" y="1060"/>
                    <a:pt x="12525" y="1060"/>
                  </a:cubicBezTo>
                  <a:close/>
                  <a:moveTo>
                    <a:pt x="12828" y="1"/>
                  </a:moveTo>
                  <a:cubicBezTo>
                    <a:pt x="11774" y="1"/>
                    <a:pt x="10261" y="1278"/>
                    <a:pt x="9525" y="1741"/>
                  </a:cubicBezTo>
                  <a:cubicBezTo>
                    <a:pt x="6215" y="3818"/>
                    <a:pt x="3248" y="6512"/>
                    <a:pt x="189" y="8908"/>
                  </a:cubicBezTo>
                  <a:cubicBezTo>
                    <a:pt x="1" y="9059"/>
                    <a:pt x="139" y="9365"/>
                    <a:pt x="334" y="9365"/>
                  </a:cubicBezTo>
                  <a:cubicBezTo>
                    <a:pt x="375" y="9365"/>
                    <a:pt x="419" y="9351"/>
                    <a:pt x="463" y="9319"/>
                  </a:cubicBezTo>
                  <a:cubicBezTo>
                    <a:pt x="486" y="9296"/>
                    <a:pt x="509" y="9274"/>
                    <a:pt x="531" y="9251"/>
                  </a:cubicBezTo>
                  <a:cubicBezTo>
                    <a:pt x="1125" y="10278"/>
                    <a:pt x="1741" y="11282"/>
                    <a:pt x="2426" y="12241"/>
                  </a:cubicBezTo>
                  <a:cubicBezTo>
                    <a:pt x="2485" y="12329"/>
                    <a:pt x="2582" y="12380"/>
                    <a:pt x="2680" y="12380"/>
                  </a:cubicBezTo>
                  <a:cubicBezTo>
                    <a:pt x="2734" y="12380"/>
                    <a:pt x="2788" y="12365"/>
                    <a:pt x="2837" y="12332"/>
                  </a:cubicBezTo>
                  <a:cubicBezTo>
                    <a:pt x="6991" y="9662"/>
                    <a:pt x="11396" y="6968"/>
                    <a:pt x="14934" y="3453"/>
                  </a:cubicBezTo>
                  <a:cubicBezTo>
                    <a:pt x="15071" y="3316"/>
                    <a:pt x="15048" y="3111"/>
                    <a:pt x="14957" y="2951"/>
                  </a:cubicBezTo>
                  <a:cubicBezTo>
                    <a:pt x="14592" y="2266"/>
                    <a:pt x="13930" y="212"/>
                    <a:pt x="13085" y="29"/>
                  </a:cubicBezTo>
                  <a:cubicBezTo>
                    <a:pt x="13003" y="10"/>
                    <a:pt x="12917" y="1"/>
                    <a:pt x="12828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9" name="Google Shape;11599;p23"/>
            <p:cNvSpPr/>
            <p:nvPr/>
          </p:nvSpPr>
          <p:spPr>
            <a:xfrm>
              <a:off x="5582050" y="4477650"/>
              <a:ext cx="376675" cy="310075"/>
            </a:xfrm>
            <a:custGeom>
              <a:rect b="b" l="l" r="r" t="t"/>
              <a:pathLst>
                <a:path extrusionOk="0" h="12403" w="15067">
                  <a:moveTo>
                    <a:pt x="12512" y="1065"/>
                  </a:moveTo>
                  <a:cubicBezTo>
                    <a:pt x="13207" y="1065"/>
                    <a:pt x="13721" y="2403"/>
                    <a:pt x="13925" y="2791"/>
                  </a:cubicBezTo>
                  <a:cubicBezTo>
                    <a:pt x="14542" y="3932"/>
                    <a:pt x="8196" y="7881"/>
                    <a:pt x="7238" y="8543"/>
                  </a:cubicBezTo>
                  <a:cubicBezTo>
                    <a:pt x="6051" y="9365"/>
                    <a:pt x="4864" y="10186"/>
                    <a:pt x="3677" y="11008"/>
                  </a:cubicBezTo>
                  <a:cubicBezTo>
                    <a:pt x="3383" y="11210"/>
                    <a:pt x="3124" y="11297"/>
                    <a:pt x="2893" y="11297"/>
                  </a:cubicBezTo>
                  <a:cubicBezTo>
                    <a:pt x="1973" y="11297"/>
                    <a:pt x="1480" y="9930"/>
                    <a:pt x="915" y="8999"/>
                  </a:cubicBezTo>
                  <a:cubicBezTo>
                    <a:pt x="2992" y="7425"/>
                    <a:pt x="5069" y="5850"/>
                    <a:pt x="7169" y="4275"/>
                  </a:cubicBezTo>
                  <a:cubicBezTo>
                    <a:pt x="8219" y="3453"/>
                    <a:pt x="9338" y="2723"/>
                    <a:pt x="10502" y="2038"/>
                  </a:cubicBezTo>
                  <a:cubicBezTo>
                    <a:pt x="11072" y="1718"/>
                    <a:pt x="11666" y="1422"/>
                    <a:pt x="12259" y="1125"/>
                  </a:cubicBezTo>
                  <a:cubicBezTo>
                    <a:pt x="12346" y="1084"/>
                    <a:pt x="12430" y="1065"/>
                    <a:pt x="12512" y="1065"/>
                  </a:cubicBezTo>
                  <a:close/>
                  <a:moveTo>
                    <a:pt x="12827" y="1"/>
                  </a:moveTo>
                  <a:cubicBezTo>
                    <a:pt x="11773" y="1"/>
                    <a:pt x="10258" y="1300"/>
                    <a:pt x="9520" y="1764"/>
                  </a:cubicBezTo>
                  <a:cubicBezTo>
                    <a:pt x="6233" y="3841"/>
                    <a:pt x="3266" y="6512"/>
                    <a:pt x="207" y="8931"/>
                  </a:cubicBezTo>
                  <a:cubicBezTo>
                    <a:pt x="0" y="9082"/>
                    <a:pt x="135" y="9388"/>
                    <a:pt x="329" y="9388"/>
                  </a:cubicBezTo>
                  <a:cubicBezTo>
                    <a:pt x="371" y="9388"/>
                    <a:pt x="415" y="9374"/>
                    <a:pt x="459" y="9342"/>
                  </a:cubicBezTo>
                  <a:cubicBezTo>
                    <a:pt x="481" y="9319"/>
                    <a:pt x="504" y="9296"/>
                    <a:pt x="550" y="9273"/>
                  </a:cubicBezTo>
                  <a:cubicBezTo>
                    <a:pt x="1120" y="10301"/>
                    <a:pt x="1737" y="11282"/>
                    <a:pt x="2421" y="12263"/>
                  </a:cubicBezTo>
                  <a:cubicBezTo>
                    <a:pt x="2480" y="12352"/>
                    <a:pt x="2577" y="12402"/>
                    <a:pt x="2676" y="12402"/>
                  </a:cubicBezTo>
                  <a:cubicBezTo>
                    <a:pt x="2730" y="12402"/>
                    <a:pt x="2784" y="12387"/>
                    <a:pt x="2832" y="12355"/>
                  </a:cubicBezTo>
                  <a:cubicBezTo>
                    <a:pt x="7009" y="9661"/>
                    <a:pt x="11392" y="6968"/>
                    <a:pt x="14930" y="3476"/>
                  </a:cubicBezTo>
                  <a:cubicBezTo>
                    <a:pt x="15067" y="3339"/>
                    <a:pt x="15067" y="3111"/>
                    <a:pt x="14975" y="2951"/>
                  </a:cubicBezTo>
                  <a:cubicBezTo>
                    <a:pt x="14587" y="2289"/>
                    <a:pt x="13925" y="235"/>
                    <a:pt x="13081" y="29"/>
                  </a:cubicBezTo>
                  <a:cubicBezTo>
                    <a:pt x="13000" y="10"/>
                    <a:pt x="12915" y="1"/>
                    <a:pt x="12827" y="1"/>
                  </a:cubicBezTo>
                  <a:close/>
                </a:path>
              </a:pathLst>
            </a:custGeom>
            <a:solidFill>
              <a:srgbClr val="212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00" name="Google Shape;11600;p23"/>
          <p:cNvGrpSpPr/>
          <p:nvPr/>
        </p:nvGrpSpPr>
        <p:grpSpPr>
          <a:xfrm rot="9456294">
            <a:off x="6849679" y="3273665"/>
            <a:ext cx="2306041" cy="512923"/>
            <a:chOff x="7051300" y="3461525"/>
            <a:chExt cx="2305988" cy="512912"/>
          </a:xfrm>
        </p:grpSpPr>
        <p:sp>
          <p:nvSpPr>
            <p:cNvPr id="11601" name="Google Shape;11601;p23"/>
            <p:cNvSpPr/>
            <p:nvPr/>
          </p:nvSpPr>
          <p:spPr>
            <a:xfrm>
              <a:off x="7075817" y="3564700"/>
              <a:ext cx="2271819" cy="396457"/>
            </a:xfrm>
            <a:custGeom>
              <a:rect b="b" l="l" r="r" t="t"/>
              <a:pathLst>
                <a:path extrusionOk="0" h="8150" w="46702">
                  <a:moveTo>
                    <a:pt x="46666" y="1"/>
                  </a:moveTo>
                  <a:lnTo>
                    <a:pt x="41068" y="704"/>
                  </a:lnTo>
                  <a:lnTo>
                    <a:pt x="39932" y="848"/>
                  </a:lnTo>
                  <a:lnTo>
                    <a:pt x="40221" y="3156"/>
                  </a:lnTo>
                  <a:lnTo>
                    <a:pt x="41357" y="3011"/>
                  </a:lnTo>
                  <a:lnTo>
                    <a:pt x="41303" y="2606"/>
                  </a:lnTo>
                  <a:lnTo>
                    <a:pt x="46702" y="271"/>
                  </a:lnTo>
                  <a:lnTo>
                    <a:pt x="46666" y="1"/>
                  </a:lnTo>
                  <a:close/>
                  <a:moveTo>
                    <a:pt x="1560" y="5644"/>
                  </a:moveTo>
                  <a:lnTo>
                    <a:pt x="1" y="5842"/>
                  </a:lnTo>
                  <a:lnTo>
                    <a:pt x="298" y="8149"/>
                  </a:lnTo>
                  <a:lnTo>
                    <a:pt x="1858" y="7960"/>
                  </a:lnTo>
                  <a:lnTo>
                    <a:pt x="1560" y="5644"/>
                  </a:lnTo>
                  <a:close/>
                </a:path>
              </a:pathLst>
            </a:custGeom>
            <a:solidFill>
              <a:srgbClr val="EE87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2" name="Google Shape;11602;p23"/>
            <p:cNvSpPr/>
            <p:nvPr/>
          </p:nvSpPr>
          <p:spPr>
            <a:xfrm>
              <a:off x="7056554" y="3473929"/>
              <a:ext cx="2293709" cy="379334"/>
            </a:xfrm>
            <a:custGeom>
              <a:rect b="b" l="l" r="r" t="t"/>
              <a:pathLst>
                <a:path extrusionOk="0" h="7798" w="47152">
                  <a:moveTo>
                    <a:pt x="43312" y="1515"/>
                  </a:moveTo>
                  <a:cubicBezTo>
                    <a:pt x="43664" y="1533"/>
                    <a:pt x="43682" y="1687"/>
                    <a:pt x="43691" y="1741"/>
                  </a:cubicBezTo>
                  <a:cubicBezTo>
                    <a:pt x="43700" y="1858"/>
                    <a:pt x="43682" y="1993"/>
                    <a:pt x="43393" y="2029"/>
                  </a:cubicBezTo>
                  <a:cubicBezTo>
                    <a:pt x="43361" y="2033"/>
                    <a:pt x="43331" y="2035"/>
                    <a:pt x="43305" y="2035"/>
                  </a:cubicBezTo>
                  <a:cubicBezTo>
                    <a:pt x="43091" y="2035"/>
                    <a:pt x="43041" y="1916"/>
                    <a:pt x="43033" y="1804"/>
                  </a:cubicBezTo>
                  <a:cubicBezTo>
                    <a:pt x="43006" y="1623"/>
                    <a:pt x="43069" y="1542"/>
                    <a:pt x="43231" y="1515"/>
                  </a:cubicBezTo>
                  <a:close/>
                  <a:moveTo>
                    <a:pt x="42113" y="1308"/>
                  </a:moveTo>
                  <a:cubicBezTo>
                    <a:pt x="42366" y="1335"/>
                    <a:pt x="42501" y="1479"/>
                    <a:pt x="42537" y="1750"/>
                  </a:cubicBezTo>
                  <a:cubicBezTo>
                    <a:pt x="42546" y="1858"/>
                    <a:pt x="42528" y="1966"/>
                    <a:pt x="42474" y="2065"/>
                  </a:cubicBezTo>
                  <a:cubicBezTo>
                    <a:pt x="42420" y="2164"/>
                    <a:pt x="42348" y="2218"/>
                    <a:pt x="42239" y="2236"/>
                  </a:cubicBezTo>
                  <a:cubicBezTo>
                    <a:pt x="42209" y="2239"/>
                    <a:pt x="42181" y="2241"/>
                    <a:pt x="42154" y="2241"/>
                  </a:cubicBezTo>
                  <a:cubicBezTo>
                    <a:pt x="42019" y="2241"/>
                    <a:pt x="41924" y="2203"/>
                    <a:pt x="41879" y="2128"/>
                  </a:cubicBezTo>
                  <a:cubicBezTo>
                    <a:pt x="41861" y="2092"/>
                    <a:pt x="41843" y="2029"/>
                    <a:pt x="41825" y="1858"/>
                  </a:cubicBezTo>
                  <a:cubicBezTo>
                    <a:pt x="41762" y="1353"/>
                    <a:pt x="41969" y="1326"/>
                    <a:pt x="42041" y="1317"/>
                  </a:cubicBezTo>
                  <a:cubicBezTo>
                    <a:pt x="42059" y="1308"/>
                    <a:pt x="42086" y="1308"/>
                    <a:pt x="42113" y="1308"/>
                  </a:cubicBezTo>
                  <a:close/>
                  <a:moveTo>
                    <a:pt x="41221" y="1"/>
                  </a:moveTo>
                  <a:lnTo>
                    <a:pt x="39932" y="163"/>
                  </a:lnTo>
                  <a:lnTo>
                    <a:pt x="40256" y="2795"/>
                  </a:lnTo>
                  <a:lnTo>
                    <a:pt x="47152" y="1930"/>
                  </a:lnTo>
                  <a:lnTo>
                    <a:pt x="47080" y="1335"/>
                  </a:lnTo>
                  <a:lnTo>
                    <a:pt x="41275" y="425"/>
                  </a:lnTo>
                  <a:lnTo>
                    <a:pt x="41221" y="1"/>
                  </a:lnTo>
                  <a:close/>
                  <a:moveTo>
                    <a:pt x="1713" y="4941"/>
                  </a:moveTo>
                  <a:lnTo>
                    <a:pt x="0" y="5157"/>
                  </a:lnTo>
                  <a:lnTo>
                    <a:pt x="334" y="7798"/>
                  </a:lnTo>
                  <a:lnTo>
                    <a:pt x="2046" y="7582"/>
                  </a:lnTo>
                  <a:lnTo>
                    <a:pt x="1713" y="4941"/>
                  </a:lnTo>
                  <a:close/>
                </a:path>
              </a:pathLst>
            </a:custGeom>
            <a:solidFill>
              <a:srgbClr val="EEAE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3" name="Google Shape;11603;p23"/>
            <p:cNvSpPr/>
            <p:nvPr/>
          </p:nvSpPr>
          <p:spPr>
            <a:xfrm>
              <a:off x="9084585" y="3533956"/>
              <a:ext cx="102106" cy="52683"/>
            </a:xfrm>
            <a:custGeom>
              <a:rect b="b" l="l" r="r" t="t"/>
              <a:pathLst>
                <a:path extrusionOk="0" h="1083" w="2099">
                  <a:moveTo>
                    <a:pt x="1621" y="200"/>
                  </a:moveTo>
                  <a:cubicBezTo>
                    <a:pt x="1351" y="200"/>
                    <a:pt x="1233" y="326"/>
                    <a:pt x="1261" y="579"/>
                  </a:cubicBezTo>
                  <a:cubicBezTo>
                    <a:pt x="1284" y="782"/>
                    <a:pt x="1402" y="883"/>
                    <a:pt x="1609" y="883"/>
                  </a:cubicBezTo>
                  <a:cubicBezTo>
                    <a:pt x="1641" y="883"/>
                    <a:pt x="1675" y="881"/>
                    <a:pt x="1711" y="876"/>
                  </a:cubicBezTo>
                  <a:cubicBezTo>
                    <a:pt x="1982" y="840"/>
                    <a:pt x="2099" y="714"/>
                    <a:pt x="2072" y="498"/>
                  </a:cubicBezTo>
                  <a:cubicBezTo>
                    <a:pt x="2054" y="317"/>
                    <a:pt x="1900" y="218"/>
                    <a:pt x="1621" y="200"/>
                  </a:cubicBezTo>
                  <a:close/>
                  <a:moveTo>
                    <a:pt x="397" y="1"/>
                  </a:moveTo>
                  <a:cubicBezTo>
                    <a:pt x="115" y="1"/>
                    <a:pt x="1" y="217"/>
                    <a:pt x="53" y="633"/>
                  </a:cubicBezTo>
                  <a:cubicBezTo>
                    <a:pt x="71" y="777"/>
                    <a:pt x="89" y="867"/>
                    <a:pt x="116" y="921"/>
                  </a:cubicBezTo>
                  <a:cubicBezTo>
                    <a:pt x="182" y="1032"/>
                    <a:pt x="290" y="1082"/>
                    <a:pt x="446" y="1082"/>
                  </a:cubicBezTo>
                  <a:cubicBezTo>
                    <a:pt x="481" y="1082"/>
                    <a:pt x="518" y="1079"/>
                    <a:pt x="557" y="1075"/>
                  </a:cubicBezTo>
                  <a:cubicBezTo>
                    <a:pt x="693" y="1066"/>
                    <a:pt x="783" y="993"/>
                    <a:pt x="846" y="867"/>
                  </a:cubicBezTo>
                  <a:cubicBezTo>
                    <a:pt x="909" y="750"/>
                    <a:pt x="936" y="633"/>
                    <a:pt x="918" y="507"/>
                  </a:cubicBezTo>
                  <a:cubicBezTo>
                    <a:pt x="882" y="200"/>
                    <a:pt x="720" y="29"/>
                    <a:pt x="431" y="2"/>
                  </a:cubicBezTo>
                  <a:cubicBezTo>
                    <a:pt x="419" y="1"/>
                    <a:pt x="408" y="1"/>
                    <a:pt x="397" y="1"/>
                  </a:cubicBezTo>
                  <a:close/>
                </a:path>
              </a:pathLst>
            </a:custGeom>
            <a:solidFill>
              <a:srgbClr val="EECA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4" name="Google Shape;11604;p23"/>
            <p:cNvSpPr/>
            <p:nvPr/>
          </p:nvSpPr>
          <p:spPr>
            <a:xfrm>
              <a:off x="7151702" y="3605512"/>
              <a:ext cx="1882416" cy="359584"/>
            </a:xfrm>
            <a:custGeom>
              <a:rect b="b" l="l" r="r" t="t"/>
              <a:pathLst>
                <a:path extrusionOk="0" h="7392" w="38697">
                  <a:moveTo>
                    <a:pt x="38372" y="0"/>
                  </a:moveTo>
                  <a:lnTo>
                    <a:pt x="25555" y="1614"/>
                  </a:lnTo>
                  <a:cubicBezTo>
                    <a:pt x="25645" y="2506"/>
                    <a:pt x="25104" y="3353"/>
                    <a:pt x="23932" y="4156"/>
                  </a:cubicBezTo>
                  <a:cubicBezTo>
                    <a:pt x="23752" y="4282"/>
                    <a:pt x="23563" y="4399"/>
                    <a:pt x="23373" y="4507"/>
                  </a:cubicBezTo>
                  <a:lnTo>
                    <a:pt x="38697" y="2587"/>
                  </a:lnTo>
                  <a:lnTo>
                    <a:pt x="38661" y="2317"/>
                  </a:lnTo>
                  <a:lnTo>
                    <a:pt x="38372" y="0"/>
                  </a:lnTo>
                  <a:close/>
                  <a:moveTo>
                    <a:pt x="12593" y="3236"/>
                  </a:moveTo>
                  <a:lnTo>
                    <a:pt x="0" y="4805"/>
                  </a:lnTo>
                  <a:lnTo>
                    <a:pt x="298" y="7121"/>
                  </a:lnTo>
                  <a:lnTo>
                    <a:pt x="325" y="7392"/>
                  </a:lnTo>
                  <a:lnTo>
                    <a:pt x="15423" y="5499"/>
                  </a:lnTo>
                  <a:cubicBezTo>
                    <a:pt x="15207" y="5445"/>
                    <a:pt x="14999" y="5381"/>
                    <a:pt x="14792" y="5300"/>
                  </a:cubicBezTo>
                  <a:cubicBezTo>
                    <a:pt x="13458" y="4814"/>
                    <a:pt x="12728" y="4129"/>
                    <a:pt x="12593" y="3236"/>
                  </a:cubicBezTo>
                  <a:close/>
                </a:path>
              </a:pathLst>
            </a:custGeom>
            <a:solidFill>
              <a:srgbClr val="D767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5" name="Google Shape;11605;p23"/>
            <p:cNvSpPr/>
            <p:nvPr/>
          </p:nvSpPr>
          <p:spPr>
            <a:xfrm>
              <a:off x="7764232" y="3683976"/>
              <a:ext cx="634963" cy="189034"/>
            </a:xfrm>
            <a:custGeom>
              <a:rect b="b" l="l" r="r" t="t"/>
              <a:pathLst>
                <a:path extrusionOk="0" h="3886" w="13053">
                  <a:moveTo>
                    <a:pt x="12963" y="1"/>
                  </a:moveTo>
                  <a:lnTo>
                    <a:pt x="1" y="1623"/>
                  </a:lnTo>
                  <a:cubicBezTo>
                    <a:pt x="136" y="2516"/>
                    <a:pt x="866" y="3201"/>
                    <a:pt x="2200" y="3687"/>
                  </a:cubicBezTo>
                  <a:cubicBezTo>
                    <a:pt x="2407" y="3768"/>
                    <a:pt x="2615" y="3832"/>
                    <a:pt x="2831" y="3886"/>
                  </a:cubicBezTo>
                  <a:lnTo>
                    <a:pt x="10781" y="2894"/>
                  </a:lnTo>
                  <a:cubicBezTo>
                    <a:pt x="10971" y="2786"/>
                    <a:pt x="11160" y="2669"/>
                    <a:pt x="11340" y="2543"/>
                  </a:cubicBezTo>
                  <a:cubicBezTo>
                    <a:pt x="12512" y="1740"/>
                    <a:pt x="13053" y="893"/>
                    <a:pt x="12963" y="1"/>
                  </a:cubicBezTo>
                  <a:close/>
                </a:path>
              </a:pathLst>
            </a:custGeom>
            <a:solidFill>
              <a:srgbClr val="C2BC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6" name="Google Shape;11606;p23"/>
            <p:cNvSpPr/>
            <p:nvPr/>
          </p:nvSpPr>
          <p:spPr>
            <a:xfrm>
              <a:off x="7758540" y="3565575"/>
              <a:ext cx="636277" cy="197401"/>
            </a:xfrm>
            <a:custGeom>
              <a:rect b="b" l="l" r="r" t="t"/>
              <a:pathLst>
                <a:path extrusionOk="0" h="4058" w="13080">
                  <a:moveTo>
                    <a:pt x="9997" y="1"/>
                  </a:moveTo>
                  <a:lnTo>
                    <a:pt x="2506" y="938"/>
                  </a:lnTo>
                  <a:cubicBezTo>
                    <a:pt x="2227" y="1092"/>
                    <a:pt x="1966" y="1245"/>
                    <a:pt x="1722" y="1407"/>
                  </a:cubicBezTo>
                  <a:cubicBezTo>
                    <a:pt x="532" y="2218"/>
                    <a:pt x="0" y="3093"/>
                    <a:pt x="118" y="4012"/>
                  </a:cubicBezTo>
                  <a:cubicBezTo>
                    <a:pt x="118" y="4030"/>
                    <a:pt x="118" y="4039"/>
                    <a:pt x="118" y="4057"/>
                  </a:cubicBezTo>
                  <a:lnTo>
                    <a:pt x="13080" y="2435"/>
                  </a:lnTo>
                  <a:cubicBezTo>
                    <a:pt x="13071" y="2417"/>
                    <a:pt x="13071" y="2408"/>
                    <a:pt x="13071" y="2390"/>
                  </a:cubicBezTo>
                  <a:cubicBezTo>
                    <a:pt x="12953" y="1470"/>
                    <a:pt x="12223" y="758"/>
                    <a:pt x="10871" y="262"/>
                  </a:cubicBezTo>
                  <a:cubicBezTo>
                    <a:pt x="10583" y="172"/>
                    <a:pt x="10294" y="82"/>
                    <a:pt x="9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7" name="Google Shape;11607;p23"/>
            <p:cNvSpPr/>
            <p:nvPr/>
          </p:nvSpPr>
          <p:spPr>
            <a:xfrm>
              <a:off x="7130639" y="3466487"/>
              <a:ext cx="1892096" cy="377145"/>
            </a:xfrm>
            <a:custGeom>
              <a:rect b="b" l="l" r="r" t="t"/>
              <a:pathLst>
                <a:path extrusionOk="0" h="7753" w="38896">
                  <a:moveTo>
                    <a:pt x="38526" y="1"/>
                  </a:moveTo>
                  <a:lnTo>
                    <a:pt x="22896" y="1957"/>
                  </a:lnTo>
                  <a:lnTo>
                    <a:pt x="22878" y="2110"/>
                  </a:lnTo>
                  <a:cubicBezTo>
                    <a:pt x="23175" y="2191"/>
                    <a:pt x="23464" y="2281"/>
                    <a:pt x="23752" y="2371"/>
                  </a:cubicBezTo>
                  <a:cubicBezTo>
                    <a:pt x="25068" y="2858"/>
                    <a:pt x="25789" y="3552"/>
                    <a:pt x="25907" y="4481"/>
                  </a:cubicBezTo>
                  <a:lnTo>
                    <a:pt x="25916" y="4553"/>
                  </a:lnTo>
                  <a:lnTo>
                    <a:pt x="38896" y="2930"/>
                  </a:lnTo>
                  <a:lnTo>
                    <a:pt x="38526" y="1"/>
                  </a:lnTo>
                  <a:close/>
                  <a:moveTo>
                    <a:pt x="15405" y="2903"/>
                  </a:moveTo>
                  <a:lnTo>
                    <a:pt x="1" y="4823"/>
                  </a:lnTo>
                  <a:lnTo>
                    <a:pt x="370" y="7753"/>
                  </a:lnTo>
                  <a:lnTo>
                    <a:pt x="13035" y="6166"/>
                  </a:lnTo>
                  <a:lnTo>
                    <a:pt x="13107" y="6121"/>
                  </a:lnTo>
                  <a:lnTo>
                    <a:pt x="13098" y="6040"/>
                  </a:lnTo>
                  <a:cubicBezTo>
                    <a:pt x="12990" y="5157"/>
                    <a:pt x="13521" y="4300"/>
                    <a:pt x="14675" y="3507"/>
                  </a:cubicBezTo>
                  <a:cubicBezTo>
                    <a:pt x="14910" y="3354"/>
                    <a:pt x="15171" y="3192"/>
                    <a:pt x="15450" y="3047"/>
                  </a:cubicBezTo>
                  <a:lnTo>
                    <a:pt x="15405" y="2903"/>
                  </a:lnTo>
                  <a:close/>
                </a:path>
              </a:pathLst>
            </a:custGeom>
            <a:solidFill>
              <a:srgbClr val="EE87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8" name="Google Shape;11608;p23"/>
            <p:cNvSpPr/>
            <p:nvPr/>
          </p:nvSpPr>
          <p:spPr>
            <a:xfrm>
              <a:off x="8992842" y="3474999"/>
              <a:ext cx="35997" cy="141362"/>
            </a:xfrm>
            <a:custGeom>
              <a:rect b="b" l="l" r="r" t="t"/>
              <a:pathLst>
                <a:path extrusionOk="0" h="2906" w="740">
                  <a:moveTo>
                    <a:pt x="218" y="0"/>
                  </a:moveTo>
                  <a:cubicBezTo>
                    <a:pt x="203" y="0"/>
                    <a:pt x="187" y="2"/>
                    <a:pt x="172" y="6"/>
                  </a:cubicBezTo>
                  <a:cubicBezTo>
                    <a:pt x="73" y="24"/>
                    <a:pt x="1" y="123"/>
                    <a:pt x="19" y="231"/>
                  </a:cubicBezTo>
                  <a:cubicBezTo>
                    <a:pt x="91" y="637"/>
                    <a:pt x="163" y="1052"/>
                    <a:pt x="217" y="1466"/>
                  </a:cubicBezTo>
                  <a:cubicBezTo>
                    <a:pt x="271" y="1881"/>
                    <a:pt x="334" y="2296"/>
                    <a:pt x="334" y="2710"/>
                  </a:cubicBezTo>
                  <a:cubicBezTo>
                    <a:pt x="334" y="2728"/>
                    <a:pt x="334" y="2746"/>
                    <a:pt x="334" y="2764"/>
                  </a:cubicBezTo>
                  <a:cubicBezTo>
                    <a:pt x="357" y="2848"/>
                    <a:pt x="437" y="2906"/>
                    <a:pt x="527" y="2906"/>
                  </a:cubicBezTo>
                  <a:cubicBezTo>
                    <a:pt x="543" y="2906"/>
                    <a:pt x="561" y="2904"/>
                    <a:pt x="578" y="2899"/>
                  </a:cubicBezTo>
                  <a:cubicBezTo>
                    <a:pt x="677" y="2872"/>
                    <a:pt x="740" y="2764"/>
                    <a:pt x="713" y="2665"/>
                  </a:cubicBezTo>
                  <a:cubicBezTo>
                    <a:pt x="614" y="2259"/>
                    <a:pt x="569" y="1845"/>
                    <a:pt x="523" y="1430"/>
                  </a:cubicBezTo>
                  <a:cubicBezTo>
                    <a:pt x="469" y="1016"/>
                    <a:pt x="433" y="601"/>
                    <a:pt x="406" y="177"/>
                  </a:cubicBezTo>
                  <a:cubicBezTo>
                    <a:pt x="406" y="168"/>
                    <a:pt x="406" y="168"/>
                    <a:pt x="397" y="159"/>
                  </a:cubicBezTo>
                  <a:cubicBezTo>
                    <a:pt x="382" y="67"/>
                    <a:pt x="307" y="0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9" name="Google Shape;11609;p23"/>
            <p:cNvSpPr/>
            <p:nvPr/>
          </p:nvSpPr>
          <p:spPr>
            <a:xfrm>
              <a:off x="8234282" y="3461525"/>
              <a:ext cx="850704" cy="234469"/>
            </a:xfrm>
            <a:custGeom>
              <a:rect b="b" l="l" r="r" t="t"/>
              <a:pathLst>
                <a:path extrusionOk="0" h="4820" w="17488">
                  <a:moveTo>
                    <a:pt x="15781" y="1"/>
                  </a:moveTo>
                  <a:cubicBezTo>
                    <a:pt x="15770" y="1"/>
                    <a:pt x="15759" y="2"/>
                    <a:pt x="15748" y="4"/>
                  </a:cubicBezTo>
                  <a:lnTo>
                    <a:pt x="190" y="1951"/>
                  </a:lnTo>
                  <a:cubicBezTo>
                    <a:pt x="118" y="1960"/>
                    <a:pt x="55" y="2005"/>
                    <a:pt x="28" y="2086"/>
                  </a:cubicBezTo>
                  <a:cubicBezTo>
                    <a:pt x="1" y="2185"/>
                    <a:pt x="55" y="2293"/>
                    <a:pt x="163" y="2329"/>
                  </a:cubicBezTo>
                  <a:cubicBezTo>
                    <a:pt x="334" y="2356"/>
                    <a:pt x="505" y="2401"/>
                    <a:pt x="668" y="2437"/>
                  </a:cubicBezTo>
                  <a:cubicBezTo>
                    <a:pt x="839" y="2473"/>
                    <a:pt x="1010" y="2509"/>
                    <a:pt x="1172" y="2564"/>
                  </a:cubicBezTo>
                  <a:cubicBezTo>
                    <a:pt x="1488" y="2672"/>
                    <a:pt x="1812" y="2807"/>
                    <a:pt x="2101" y="2987"/>
                  </a:cubicBezTo>
                  <a:cubicBezTo>
                    <a:pt x="2245" y="3077"/>
                    <a:pt x="2380" y="3176"/>
                    <a:pt x="2506" y="3294"/>
                  </a:cubicBezTo>
                  <a:cubicBezTo>
                    <a:pt x="2642" y="3393"/>
                    <a:pt x="2750" y="3528"/>
                    <a:pt x="2849" y="3663"/>
                  </a:cubicBezTo>
                  <a:cubicBezTo>
                    <a:pt x="3038" y="3934"/>
                    <a:pt x="3137" y="4267"/>
                    <a:pt x="3101" y="4592"/>
                  </a:cubicBezTo>
                  <a:cubicBezTo>
                    <a:pt x="3101" y="4628"/>
                    <a:pt x="3101" y="4655"/>
                    <a:pt x="3110" y="4682"/>
                  </a:cubicBezTo>
                  <a:cubicBezTo>
                    <a:pt x="3139" y="4767"/>
                    <a:pt x="3218" y="4819"/>
                    <a:pt x="3304" y="4819"/>
                  </a:cubicBezTo>
                  <a:cubicBezTo>
                    <a:pt x="3326" y="4819"/>
                    <a:pt x="3349" y="4816"/>
                    <a:pt x="3372" y="4808"/>
                  </a:cubicBezTo>
                  <a:cubicBezTo>
                    <a:pt x="3471" y="4772"/>
                    <a:pt x="3525" y="4655"/>
                    <a:pt x="3489" y="4547"/>
                  </a:cubicBezTo>
                  <a:cubicBezTo>
                    <a:pt x="3426" y="4366"/>
                    <a:pt x="3372" y="4186"/>
                    <a:pt x="3282" y="4024"/>
                  </a:cubicBezTo>
                  <a:cubicBezTo>
                    <a:pt x="3201" y="3853"/>
                    <a:pt x="3101" y="3699"/>
                    <a:pt x="2984" y="3555"/>
                  </a:cubicBezTo>
                  <a:cubicBezTo>
                    <a:pt x="2768" y="3276"/>
                    <a:pt x="2497" y="3032"/>
                    <a:pt x="2200" y="2834"/>
                  </a:cubicBezTo>
                  <a:cubicBezTo>
                    <a:pt x="1903" y="2645"/>
                    <a:pt x="1578" y="2482"/>
                    <a:pt x="1254" y="2338"/>
                  </a:cubicBezTo>
                  <a:cubicBezTo>
                    <a:pt x="1170" y="2301"/>
                    <a:pt x="1086" y="2267"/>
                    <a:pt x="1002" y="2233"/>
                  </a:cubicBezTo>
                  <a:lnTo>
                    <a:pt x="1002" y="2233"/>
                  </a:lnTo>
                  <a:lnTo>
                    <a:pt x="15600" y="406"/>
                  </a:lnTo>
                  <a:lnTo>
                    <a:pt x="15600" y="406"/>
                  </a:lnTo>
                  <a:lnTo>
                    <a:pt x="15613" y="508"/>
                  </a:lnTo>
                  <a:lnTo>
                    <a:pt x="15667" y="617"/>
                  </a:lnTo>
                  <a:cubicBezTo>
                    <a:pt x="15686" y="660"/>
                    <a:pt x="15726" y="687"/>
                    <a:pt x="15770" y="687"/>
                  </a:cubicBezTo>
                  <a:cubicBezTo>
                    <a:pt x="15790" y="687"/>
                    <a:pt x="15810" y="682"/>
                    <a:pt x="15829" y="671"/>
                  </a:cubicBezTo>
                  <a:cubicBezTo>
                    <a:pt x="16009" y="589"/>
                    <a:pt x="16199" y="553"/>
                    <a:pt x="16388" y="526"/>
                  </a:cubicBezTo>
                  <a:cubicBezTo>
                    <a:pt x="16483" y="517"/>
                    <a:pt x="16577" y="511"/>
                    <a:pt x="16673" y="511"/>
                  </a:cubicBezTo>
                  <a:cubicBezTo>
                    <a:pt x="16710" y="511"/>
                    <a:pt x="16747" y="512"/>
                    <a:pt x="16784" y="514"/>
                  </a:cubicBezTo>
                  <a:lnTo>
                    <a:pt x="16784" y="514"/>
                  </a:lnTo>
                  <a:cubicBezTo>
                    <a:pt x="16865" y="872"/>
                    <a:pt x="16927" y="1235"/>
                    <a:pt x="16983" y="1599"/>
                  </a:cubicBezTo>
                  <a:cubicBezTo>
                    <a:pt x="17037" y="2005"/>
                    <a:pt x="17109" y="2419"/>
                    <a:pt x="17064" y="2843"/>
                  </a:cubicBezTo>
                  <a:cubicBezTo>
                    <a:pt x="17055" y="2879"/>
                    <a:pt x="17064" y="2906"/>
                    <a:pt x="17073" y="2933"/>
                  </a:cubicBezTo>
                  <a:cubicBezTo>
                    <a:pt x="17100" y="3015"/>
                    <a:pt x="17175" y="3066"/>
                    <a:pt x="17252" y="3066"/>
                  </a:cubicBezTo>
                  <a:cubicBezTo>
                    <a:pt x="17277" y="3066"/>
                    <a:pt x="17301" y="3061"/>
                    <a:pt x="17325" y="3050"/>
                  </a:cubicBezTo>
                  <a:cubicBezTo>
                    <a:pt x="17433" y="3014"/>
                    <a:pt x="17488" y="2897"/>
                    <a:pt x="17442" y="2798"/>
                  </a:cubicBezTo>
                  <a:cubicBezTo>
                    <a:pt x="17298" y="2392"/>
                    <a:pt x="17262" y="1978"/>
                    <a:pt x="17217" y="1563"/>
                  </a:cubicBezTo>
                  <a:cubicBezTo>
                    <a:pt x="17172" y="1148"/>
                    <a:pt x="17145" y="734"/>
                    <a:pt x="17136" y="319"/>
                  </a:cubicBezTo>
                  <a:cubicBezTo>
                    <a:pt x="17136" y="220"/>
                    <a:pt x="17055" y="148"/>
                    <a:pt x="16965" y="148"/>
                  </a:cubicBezTo>
                  <a:lnTo>
                    <a:pt x="16920" y="148"/>
                  </a:lnTo>
                  <a:cubicBezTo>
                    <a:pt x="16739" y="229"/>
                    <a:pt x="16550" y="265"/>
                    <a:pt x="16361" y="292"/>
                  </a:cubicBezTo>
                  <a:cubicBezTo>
                    <a:pt x="16260" y="307"/>
                    <a:pt x="16158" y="316"/>
                    <a:pt x="16056" y="316"/>
                  </a:cubicBezTo>
                  <a:cubicBezTo>
                    <a:pt x="16031" y="316"/>
                    <a:pt x="16007" y="315"/>
                    <a:pt x="15983" y="314"/>
                  </a:cubicBezTo>
                  <a:lnTo>
                    <a:pt x="15983" y="314"/>
                  </a:lnTo>
                  <a:lnTo>
                    <a:pt x="15964" y="166"/>
                  </a:lnTo>
                  <a:cubicBezTo>
                    <a:pt x="15948" y="69"/>
                    <a:pt x="15874" y="1"/>
                    <a:pt x="15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0" name="Google Shape;11610;p23"/>
            <p:cNvSpPr/>
            <p:nvPr/>
          </p:nvSpPr>
          <p:spPr>
            <a:xfrm>
              <a:off x="9007776" y="3586979"/>
              <a:ext cx="90772" cy="141168"/>
            </a:xfrm>
            <a:custGeom>
              <a:rect b="b" l="l" r="r" t="t"/>
              <a:pathLst>
                <a:path extrusionOk="0" h="2902" w="1866">
                  <a:moveTo>
                    <a:pt x="1344" y="0"/>
                  </a:moveTo>
                  <a:cubicBezTo>
                    <a:pt x="1323" y="0"/>
                    <a:pt x="1301" y="4"/>
                    <a:pt x="1280" y="12"/>
                  </a:cubicBezTo>
                  <a:cubicBezTo>
                    <a:pt x="1172" y="48"/>
                    <a:pt x="1118" y="165"/>
                    <a:pt x="1163" y="264"/>
                  </a:cubicBezTo>
                  <a:cubicBezTo>
                    <a:pt x="1298" y="643"/>
                    <a:pt x="1334" y="1030"/>
                    <a:pt x="1379" y="1409"/>
                  </a:cubicBezTo>
                  <a:cubicBezTo>
                    <a:pt x="1397" y="1607"/>
                    <a:pt x="1415" y="1796"/>
                    <a:pt x="1424" y="1995"/>
                  </a:cubicBezTo>
                  <a:cubicBezTo>
                    <a:pt x="1438" y="2136"/>
                    <a:pt x="1446" y="2283"/>
                    <a:pt x="1450" y="2430"/>
                  </a:cubicBezTo>
                  <a:lnTo>
                    <a:pt x="1450" y="2430"/>
                  </a:lnTo>
                  <a:cubicBezTo>
                    <a:pt x="1414" y="2442"/>
                    <a:pt x="1379" y="2453"/>
                    <a:pt x="1343" y="2463"/>
                  </a:cubicBezTo>
                  <a:cubicBezTo>
                    <a:pt x="1244" y="2481"/>
                    <a:pt x="1154" y="2499"/>
                    <a:pt x="1055" y="2508"/>
                  </a:cubicBezTo>
                  <a:cubicBezTo>
                    <a:pt x="960" y="2517"/>
                    <a:pt x="865" y="2524"/>
                    <a:pt x="770" y="2524"/>
                  </a:cubicBezTo>
                  <a:cubicBezTo>
                    <a:pt x="738" y="2524"/>
                    <a:pt x="705" y="2523"/>
                    <a:pt x="673" y="2522"/>
                  </a:cubicBezTo>
                  <a:lnTo>
                    <a:pt x="673" y="2522"/>
                  </a:lnTo>
                  <a:cubicBezTo>
                    <a:pt x="626" y="2191"/>
                    <a:pt x="579" y="1854"/>
                    <a:pt x="532" y="1517"/>
                  </a:cubicBezTo>
                  <a:cubicBezTo>
                    <a:pt x="478" y="1138"/>
                    <a:pt x="433" y="751"/>
                    <a:pt x="406" y="363"/>
                  </a:cubicBezTo>
                  <a:cubicBezTo>
                    <a:pt x="406" y="354"/>
                    <a:pt x="406" y="345"/>
                    <a:pt x="406" y="345"/>
                  </a:cubicBezTo>
                  <a:cubicBezTo>
                    <a:pt x="390" y="248"/>
                    <a:pt x="308" y="180"/>
                    <a:pt x="214" y="180"/>
                  </a:cubicBezTo>
                  <a:cubicBezTo>
                    <a:pt x="203" y="180"/>
                    <a:pt x="192" y="181"/>
                    <a:pt x="180" y="183"/>
                  </a:cubicBezTo>
                  <a:cubicBezTo>
                    <a:pt x="72" y="201"/>
                    <a:pt x="0" y="300"/>
                    <a:pt x="27" y="408"/>
                  </a:cubicBezTo>
                  <a:cubicBezTo>
                    <a:pt x="90" y="796"/>
                    <a:pt x="144" y="1174"/>
                    <a:pt x="189" y="1562"/>
                  </a:cubicBezTo>
                  <a:cubicBezTo>
                    <a:pt x="234" y="1950"/>
                    <a:pt x="280" y="2337"/>
                    <a:pt x="316" y="2716"/>
                  </a:cubicBezTo>
                  <a:lnTo>
                    <a:pt x="316" y="2770"/>
                  </a:lnTo>
                  <a:cubicBezTo>
                    <a:pt x="316" y="2779"/>
                    <a:pt x="325" y="2797"/>
                    <a:pt x="334" y="2815"/>
                  </a:cubicBezTo>
                  <a:cubicBezTo>
                    <a:pt x="353" y="2868"/>
                    <a:pt x="407" y="2901"/>
                    <a:pt x="466" y="2901"/>
                  </a:cubicBezTo>
                  <a:cubicBezTo>
                    <a:pt x="488" y="2901"/>
                    <a:pt x="510" y="2897"/>
                    <a:pt x="532" y="2887"/>
                  </a:cubicBezTo>
                  <a:cubicBezTo>
                    <a:pt x="712" y="2806"/>
                    <a:pt x="902" y="2770"/>
                    <a:pt x="1091" y="2734"/>
                  </a:cubicBezTo>
                  <a:cubicBezTo>
                    <a:pt x="1181" y="2725"/>
                    <a:pt x="1280" y="2716"/>
                    <a:pt x="1370" y="2716"/>
                  </a:cubicBezTo>
                  <a:cubicBezTo>
                    <a:pt x="1469" y="2716"/>
                    <a:pt x="1569" y="2725"/>
                    <a:pt x="1668" y="2743"/>
                  </a:cubicBezTo>
                  <a:cubicBezTo>
                    <a:pt x="1677" y="2747"/>
                    <a:pt x="1688" y="2750"/>
                    <a:pt x="1700" y="2750"/>
                  </a:cubicBezTo>
                  <a:cubicBezTo>
                    <a:pt x="1713" y="2750"/>
                    <a:pt x="1726" y="2747"/>
                    <a:pt x="1740" y="2743"/>
                  </a:cubicBezTo>
                  <a:cubicBezTo>
                    <a:pt x="1812" y="2725"/>
                    <a:pt x="1866" y="2644"/>
                    <a:pt x="1839" y="2563"/>
                  </a:cubicBezTo>
                  <a:lnTo>
                    <a:pt x="1830" y="2526"/>
                  </a:lnTo>
                  <a:cubicBezTo>
                    <a:pt x="1785" y="2337"/>
                    <a:pt x="1749" y="2148"/>
                    <a:pt x="1713" y="1959"/>
                  </a:cubicBezTo>
                  <a:cubicBezTo>
                    <a:pt x="1677" y="1769"/>
                    <a:pt x="1641" y="1580"/>
                    <a:pt x="1614" y="1382"/>
                  </a:cubicBezTo>
                  <a:cubicBezTo>
                    <a:pt x="1560" y="1003"/>
                    <a:pt x="1505" y="616"/>
                    <a:pt x="1541" y="219"/>
                  </a:cubicBezTo>
                  <a:cubicBezTo>
                    <a:pt x="1551" y="192"/>
                    <a:pt x="1541" y="156"/>
                    <a:pt x="1532" y="129"/>
                  </a:cubicBezTo>
                  <a:cubicBezTo>
                    <a:pt x="1504" y="51"/>
                    <a:pt x="1425" y="0"/>
                    <a:pt x="1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1" name="Google Shape;11611;p23"/>
            <p:cNvSpPr/>
            <p:nvPr/>
          </p:nvSpPr>
          <p:spPr>
            <a:xfrm>
              <a:off x="9050291" y="3487988"/>
              <a:ext cx="305685" cy="86102"/>
            </a:xfrm>
            <a:custGeom>
              <a:rect b="b" l="l" r="r" t="t"/>
              <a:pathLst>
                <a:path extrusionOk="0" h="1770" w="6284">
                  <a:moveTo>
                    <a:pt x="208" y="0"/>
                  </a:moveTo>
                  <a:cubicBezTo>
                    <a:pt x="100" y="0"/>
                    <a:pt x="9" y="82"/>
                    <a:pt x="0" y="190"/>
                  </a:cubicBezTo>
                  <a:cubicBezTo>
                    <a:pt x="0" y="298"/>
                    <a:pt x="82" y="388"/>
                    <a:pt x="190" y="388"/>
                  </a:cubicBezTo>
                  <a:cubicBezTo>
                    <a:pt x="1172" y="442"/>
                    <a:pt x="2137" y="613"/>
                    <a:pt x="3101" y="767"/>
                  </a:cubicBezTo>
                  <a:cubicBezTo>
                    <a:pt x="3588" y="848"/>
                    <a:pt x="4066" y="938"/>
                    <a:pt x="4552" y="1019"/>
                  </a:cubicBezTo>
                  <a:cubicBezTo>
                    <a:pt x="4982" y="1100"/>
                    <a:pt x="5412" y="1189"/>
                    <a:pt x="5849" y="1278"/>
                  </a:cubicBezTo>
                  <a:lnTo>
                    <a:pt x="5849" y="1278"/>
                  </a:lnTo>
                  <a:lnTo>
                    <a:pt x="5887" y="1605"/>
                  </a:lnTo>
                  <a:cubicBezTo>
                    <a:pt x="5903" y="1695"/>
                    <a:pt x="5978" y="1770"/>
                    <a:pt x="6073" y="1770"/>
                  </a:cubicBezTo>
                  <a:cubicBezTo>
                    <a:pt x="6083" y="1770"/>
                    <a:pt x="6093" y="1769"/>
                    <a:pt x="6103" y="1767"/>
                  </a:cubicBezTo>
                  <a:cubicBezTo>
                    <a:pt x="6211" y="1758"/>
                    <a:pt x="6283" y="1659"/>
                    <a:pt x="6274" y="1551"/>
                  </a:cubicBezTo>
                  <a:lnTo>
                    <a:pt x="6211" y="1091"/>
                  </a:lnTo>
                  <a:lnTo>
                    <a:pt x="6211" y="1082"/>
                  </a:lnTo>
                  <a:cubicBezTo>
                    <a:pt x="6202" y="1001"/>
                    <a:pt x="6139" y="929"/>
                    <a:pt x="6049" y="920"/>
                  </a:cubicBezTo>
                  <a:cubicBezTo>
                    <a:pt x="5562" y="875"/>
                    <a:pt x="5075" y="812"/>
                    <a:pt x="4589" y="749"/>
                  </a:cubicBezTo>
                  <a:cubicBezTo>
                    <a:pt x="4111" y="685"/>
                    <a:pt x="3624" y="622"/>
                    <a:pt x="3137" y="550"/>
                  </a:cubicBezTo>
                  <a:cubicBezTo>
                    <a:pt x="2173" y="397"/>
                    <a:pt x="1199" y="262"/>
                    <a:pt x="244" y="9"/>
                  </a:cubicBezTo>
                  <a:cubicBezTo>
                    <a:pt x="235" y="0"/>
                    <a:pt x="217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2" name="Google Shape;11612;p23"/>
            <p:cNvSpPr/>
            <p:nvPr/>
          </p:nvSpPr>
          <p:spPr>
            <a:xfrm>
              <a:off x="9073980" y="3552587"/>
              <a:ext cx="283308" cy="148610"/>
            </a:xfrm>
            <a:custGeom>
              <a:rect b="b" l="l" r="r" t="t"/>
              <a:pathLst>
                <a:path extrusionOk="0" h="3055" w="5824">
                  <a:moveTo>
                    <a:pt x="5588" y="1"/>
                  </a:moveTo>
                  <a:cubicBezTo>
                    <a:pt x="5570" y="1"/>
                    <a:pt x="5553" y="3"/>
                    <a:pt x="5535" y="6"/>
                  </a:cubicBezTo>
                  <a:cubicBezTo>
                    <a:pt x="5418" y="34"/>
                    <a:pt x="5336" y="160"/>
                    <a:pt x="5373" y="277"/>
                  </a:cubicBezTo>
                  <a:lnTo>
                    <a:pt x="5406" y="415"/>
                  </a:lnTo>
                  <a:lnTo>
                    <a:pt x="5406" y="415"/>
                  </a:lnTo>
                  <a:cubicBezTo>
                    <a:pt x="5013" y="613"/>
                    <a:pt x="4620" y="805"/>
                    <a:pt x="4228" y="989"/>
                  </a:cubicBezTo>
                  <a:cubicBezTo>
                    <a:pt x="3786" y="1196"/>
                    <a:pt x="3335" y="1395"/>
                    <a:pt x="2885" y="1584"/>
                  </a:cubicBezTo>
                  <a:cubicBezTo>
                    <a:pt x="2434" y="1773"/>
                    <a:pt x="1983" y="1972"/>
                    <a:pt x="1524" y="2152"/>
                  </a:cubicBezTo>
                  <a:cubicBezTo>
                    <a:pt x="1073" y="2332"/>
                    <a:pt x="613" y="2512"/>
                    <a:pt x="153" y="2675"/>
                  </a:cubicBezTo>
                  <a:cubicBezTo>
                    <a:pt x="144" y="2684"/>
                    <a:pt x="135" y="2684"/>
                    <a:pt x="126" y="2684"/>
                  </a:cubicBezTo>
                  <a:cubicBezTo>
                    <a:pt x="36" y="2738"/>
                    <a:pt x="0" y="2855"/>
                    <a:pt x="45" y="2945"/>
                  </a:cubicBezTo>
                  <a:cubicBezTo>
                    <a:pt x="77" y="3016"/>
                    <a:pt x="146" y="3054"/>
                    <a:pt x="219" y="3054"/>
                  </a:cubicBezTo>
                  <a:cubicBezTo>
                    <a:pt x="248" y="3054"/>
                    <a:pt x="278" y="3048"/>
                    <a:pt x="307" y="3035"/>
                  </a:cubicBezTo>
                  <a:cubicBezTo>
                    <a:pt x="748" y="2810"/>
                    <a:pt x="1190" y="2602"/>
                    <a:pt x="1632" y="2395"/>
                  </a:cubicBezTo>
                  <a:cubicBezTo>
                    <a:pt x="2073" y="2188"/>
                    <a:pt x="2524" y="1990"/>
                    <a:pt x="2975" y="1791"/>
                  </a:cubicBezTo>
                  <a:cubicBezTo>
                    <a:pt x="3416" y="1593"/>
                    <a:pt x="3876" y="1404"/>
                    <a:pt x="4327" y="1214"/>
                  </a:cubicBezTo>
                  <a:cubicBezTo>
                    <a:pt x="4778" y="1034"/>
                    <a:pt x="5237" y="854"/>
                    <a:pt x="5706" y="701"/>
                  </a:cubicBezTo>
                  <a:cubicBezTo>
                    <a:pt x="5769" y="674"/>
                    <a:pt x="5823" y="610"/>
                    <a:pt x="5823" y="529"/>
                  </a:cubicBezTo>
                  <a:lnTo>
                    <a:pt x="5823" y="493"/>
                  </a:lnTo>
                  <a:lnTo>
                    <a:pt x="5814" y="223"/>
                  </a:lnTo>
                  <a:cubicBezTo>
                    <a:pt x="5814" y="205"/>
                    <a:pt x="5814" y="187"/>
                    <a:pt x="5805" y="169"/>
                  </a:cubicBezTo>
                  <a:cubicBezTo>
                    <a:pt x="5782" y="68"/>
                    <a:pt x="5692" y="1"/>
                    <a:pt x="5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3" name="Google Shape;11613;p23"/>
            <p:cNvSpPr/>
            <p:nvPr/>
          </p:nvSpPr>
          <p:spPr>
            <a:xfrm>
              <a:off x="7051300" y="3556236"/>
              <a:ext cx="1992937" cy="418201"/>
            </a:xfrm>
            <a:custGeom>
              <a:rect b="b" l="l" r="r" t="t"/>
              <a:pathLst>
                <a:path extrusionOk="0" h="8597" w="40969">
                  <a:moveTo>
                    <a:pt x="24542" y="1"/>
                  </a:moveTo>
                  <a:cubicBezTo>
                    <a:pt x="24531" y="1"/>
                    <a:pt x="24520" y="2"/>
                    <a:pt x="24509" y="4"/>
                  </a:cubicBezTo>
                  <a:lnTo>
                    <a:pt x="18812" y="761"/>
                  </a:lnTo>
                  <a:lnTo>
                    <a:pt x="15964" y="1130"/>
                  </a:lnTo>
                  <a:lnTo>
                    <a:pt x="13115" y="1491"/>
                  </a:lnTo>
                  <a:cubicBezTo>
                    <a:pt x="11213" y="1734"/>
                    <a:pt x="9311" y="1978"/>
                    <a:pt x="7409" y="2203"/>
                  </a:cubicBezTo>
                  <a:cubicBezTo>
                    <a:pt x="5508" y="2437"/>
                    <a:pt x="3606" y="2654"/>
                    <a:pt x="1695" y="2861"/>
                  </a:cubicBezTo>
                  <a:cubicBezTo>
                    <a:pt x="1586" y="2870"/>
                    <a:pt x="1514" y="2969"/>
                    <a:pt x="1532" y="3068"/>
                  </a:cubicBezTo>
                  <a:lnTo>
                    <a:pt x="1532" y="3077"/>
                  </a:lnTo>
                  <a:lnTo>
                    <a:pt x="1544" y="3172"/>
                  </a:lnTo>
                  <a:lnTo>
                    <a:pt x="1544" y="3172"/>
                  </a:lnTo>
                  <a:lnTo>
                    <a:pt x="171" y="3339"/>
                  </a:lnTo>
                  <a:cubicBezTo>
                    <a:pt x="72" y="3357"/>
                    <a:pt x="0" y="3438"/>
                    <a:pt x="9" y="3537"/>
                  </a:cubicBezTo>
                  <a:lnTo>
                    <a:pt x="9" y="3555"/>
                  </a:lnTo>
                  <a:cubicBezTo>
                    <a:pt x="36" y="4366"/>
                    <a:pt x="117" y="5169"/>
                    <a:pt x="216" y="5962"/>
                  </a:cubicBezTo>
                  <a:cubicBezTo>
                    <a:pt x="316" y="6764"/>
                    <a:pt x="433" y="7557"/>
                    <a:pt x="604" y="8350"/>
                  </a:cubicBezTo>
                  <a:lnTo>
                    <a:pt x="613" y="8368"/>
                  </a:lnTo>
                  <a:cubicBezTo>
                    <a:pt x="630" y="8461"/>
                    <a:pt x="710" y="8523"/>
                    <a:pt x="802" y="8523"/>
                  </a:cubicBezTo>
                  <a:cubicBezTo>
                    <a:pt x="808" y="8523"/>
                    <a:pt x="814" y="8522"/>
                    <a:pt x="820" y="8522"/>
                  </a:cubicBezTo>
                  <a:lnTo>
                    <a:pt x="2189" y="8348"/>
                  </a:lnTo>
                  <a:lnTo>
                    <a:pt x="2189" y="8348"/>
                  </a:lnTo>
                  <a:lnTo>
                    <a:pt x="2199" y="8423"/>
                  </a:lnTo>
                  <a:lnTo>
                    <a:pt x="2199" y="8432"/>
                  </a:lnTo>
                  <a:lnTo>
                    <a:pt x="2199" y="8441"/>
                  </a:lnTo>
                  <a:cubicBezTo>
                    <a:pt x="2216" y="8529"/>
                    <a:pt x="2297" y="8597"/>
                    <a:pt x="2385" y="8597"/>
                  </a:cubicBezTo>
                  <a:cubicBezTo>
                    <a:pt x="2395" y="8597"/>
                    <a:pt x="2405" y="8596"/>
                    <a:pt x="2416" y="8594"/>
                  </a:cubicBezTo>
                  <a:cubicBezTo>
                    <a:pt x="5598" y="8089"/>
                    <a:pt x="8798" y="7701"/>
                    <a:pt x="11998" y="7305"/>
                  </a:cubicBezTo>
                  <a:lnTo>
                    <a:pt x="21588" y="6124"/>
                  </a:lnTo>
                  <a:lnTo>
                    <a:pt x="31188" y="4943"/>
                  </a:lnTo>
                  <a:lnTo>
                    <a:pt x="40779" y="3789"/>
                  </a:lnTo>
                  <a:lnTo>
                    <a:pt x="40788" y="3789"/>
                  </a:lnTo>
                  <a:cubicBezTo>
                    <a:pt x="40887" y="3780"/>
                    <a:pt x="40968" y="3681"/>
                    <a:pt x="40950" y="3573"/>
                  </a:cubicBezTo>
                  <a:lnTo>
                    <a:pt x="40914" y="3303"/>
                  </a:lnTo>
                  <a:cubicBezTo>
                    <a:pt x="40906" y="3201"/>
                    <a:pt x="40817" y="3131"/>
                    <a:pt x="40716" y="3131"/>
                  </a:cubicBezTo>
                  <a:cubicBezTo>
                    <a:pt x="40710" y="3131"/>
                    <a:pt x="40704" y="3131"/>
                    <a:pt x="40698" y="3131"/>
                  </a:cubicBezTo>
                  <a:cubicBezTo>
                    <a:pt x="40599" y="3149"/>
                    <a:pt x="40518" y="3249"/>
                    <a:pt x="40536" y="3348"/>
                  </a:cubicBezTo>
                  <a:lnTo>
                    <a:pt x="40544" y="3427"/>
                  </a:lnTo>
                  <a:lnTo>
                    <a:pt x="40544" y="3427"/>
                  </a:lnTo>
                  <a:lnTo>
                    <a:pt x="31152" y="4655"/>
                  </a:lnTo>
                  <a:lnTo>
                    <a:pt x="21561" y="5872"/>
                  </a:lnTo>
                  <a:lnTo>
                    <a:pt x="11971" y="7098"/>
                  </a:lnTo>
                  <a:cubicBezTo>
                    <a:pt x="8834" y="7495"/>
                    <a:pt x="5706" y="7893"/>
                    <a:pt x="2562" y="8188"/>
                  </a:cubicBezTo>
                  <a:lnTo>
                    <a:pt x="2562" y="8188"/>
                  </a:lnTo>
                  <a:lnTo>
                    <a:pt x="2551" y="8107"/>
                  </a:lnTo>
                  <a:cubicBezTo>
                    <a:pt x="2534" y="8005"/>
                    <a:pt x="2453" y="7935"/>
                    <a:pt x="2353" y="7935"/>
                  </a:cubicBezTo>
                  <a:cubicBezTo>
                    <a:pt x="2347" y="7935"/>
                    <a:pt x="2341" y="7935"/>
                    <a:pt x="2335" y="7936"/>
                  </a:cubicBezTo>
                  <a:lnTo>
                    <a:pt x="984" y="8108"/>
                  </a:lnTo>
                  <a:lnTo>
                    <a:pt x="984" y="8108"/>
                  </a:lnTo>
                  <a:cubicBezTo>
                    <a:pt x="950" y="7364"/>
                    <a:pt x="866" y="6627"/>
                    <a:pt x="775" y="5899"/>
                  </a:cubicBezTo>
                  <a:cubicBezTo>
                    <a:pt x="684" y="5161"/>
                    <a:pt x="578" y="4430"/>
                    <a:pt x="428" y="3701"/>
                  </a:cubicBezTo>
                  <a:lnTo>
                    <a:pt x="428" y="3701"/>
                  </a:lnTo>
                  <a:lnTo>
                    <a:pt x="1785" y="3528"/>
                  </a:lnTo>
                  <a:cubicBezTo>
                    <a:pt x="1884" y="3519"/>
                    <a:pt x="1965" y="3420"/>
                    <a:pt x="1947" y="3312"/>
                  </a:cubicBezTo>
                  <a:lnTo>
                    <a:pt x="1935" y="3213"/>
                  </a:lnTo>
                  <a:lnTo>
                    <a:pt x="1935" y="3213"/>
                  </a:lnTo>
                  <a:cubicBezTo>
                    <a:pt x="3766" y="2952"/>
                    <a:pt x="5606" y="2700"/>
                    <a:pt x="7437" y="2464"/>
                  </a:cubicBezTo>
                  <a:cubicBezTo>
                    <a:pt x="9338" y="2221"/>
                    <a:pt x="11240" y="1987"/>
                    <a:pt x="13142" y="1752"/>
                  </a:cubicBezTo>
                  <a:lnTo>
                    <a:pt x="16000" y="1401"/>
                  </a:lnTo>
                  <a:lnTo>
                    <a:pt x="18848" y="1058"/>
                  </a:lnTo>
                  <a:lnTo>
                    <a:pt x="24554" y="382"/>
                  </a:lnTo>
                  <a:lnTo>
                    <a:pt x="24563" y="382"/>
                  </a:lnTo>
                  <a:cubicBezTo>
                    <a:pt x="24671" y="373"/>
                    <a:pt x="24743" y="274"/>
                    <a:pt x="24725" y="166"/>
                  </a:cubicBezTo>
                  <a:cubicBezTo>
                    <a:pt x="24717" y="69"/>
                    <a:pt x="24637" y="1"/>
                    <a:pt x="24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4" name="Google Shape;11614;p23"/>
            <p:cNvSpPr/>
            <p:nvPr/>
          </p:nvSpPr>
          <p:spPr>
            <a:xfrm>
              <a:off x="7753724" y="3601377"/>
              <a:ext cx="138152" cy="171960"/>
            </a:xfrm>
            <a:custGeom>
              <a:rect b="b" l="l" r="r" t="t"/>
              <a:pathLst>
                <a:path extrusionOk="0" h="3535" w="2840">
                  <a:moveTo>
                    <a:pt x="2624" y="1"/>
                  </a:moveTo>
                  <a:cubicBezTo>
                    <a:pt x="2587" y="1"/>
                    <a:pt x="2549" y="11"/>
                    <a:pt x="2515" y="31"/>
                  </a:cubicBezTo>
                  <a:lnTo>
                    <a:pt x="2065" y="329"/>
                  </a:lnTo>
                  <a:cubicBezTo>
                    <a:pt x="1920" y="428"/>
                    <a:pt x="1767" y="509"/>
                    <a:pt x="1623" y="626"/>
                  </a:cubicBezTo>
                  <a:cubicBezTo>
                    <a:pt x="1343" y="842"/>
                    <a:pt x="1064" y="1068"/>
                    <a:pt x="821" y="1338"/>
                  </a:cubicBezTo>
                  <a:cubicBezTo>
                    <a:pt x="577" y="1599"/>
                    <a:pt x="370" y="1897"/>
                    <a:pt x="217" y="2239"/>
                  </a:cubicBezTo>
                  <a:cubicBezTo>
                    <a:pt x="63" y="2582"/>
                    <a:pt x="0" y="2961"/>
                    <a:pt x="27" y="3339"/>
                  </a:cubicBezTo>
                  <a:lnTo>
                    <a:pt x="27" y="3348"/>
                  </a:lnTo>
                  <a:cubicBezTo>
                    <a:pt x="27" y="3357"/>
                    <a:pt x="27" y="3375"/>
                    <a:pt x="27" y="3384"/>
                  </a:cubicBezTo>
                  <a:cubicBezTo>
                    <a:pt x="51" y="3469"/>
                    <a:pt x="133" y="3534"/>
                    <a:pt x="224" y="3534"/>
                  </a:cubicBezTo>
                  <a:cubicBezTo>
                    <a:pt x="240" y="3534"/>
                    <a:pt x="255" y="3532"/>
                    <a:pt x="271" y="3528"/>
                  </a:cubicBezTo>
                  <a:cubicBezTo>
                    <a:pt x="370" y="3501"/>
                    <a:pt x="433" y="3393"/>
                    <a:pt x="415" y="3294"/>
                  </a:cubicBezTo>
                  <a:cubicBezTo>
                    <a:pt x="334" y="2979"/>
                    <a:pt x="361" y="2654"/>
                    <a:pt x="478" y="2348"/>
                  </a:cubicBezTo>
                  <a:cubicBezTo>
                    <a:pt x="595" y="2041"/>
                    <a:pt x="794" y="1762"/>
                    <a:pt x="1019" y="1518"/>
                  </a:cubicBezTo>
                  <a:cubicBezTo>
                    <a:pt x="1253" y="1275"/>
                    <a:pt x="1524" y="1059"/>
                    <a:pt x="1803" y="878"/>
                  </a:cubicBezTo>
                  <a:lnTo>
                    <a:pt x="1911" y="806"/>
                  </a:lnTo>
                  <a:lnTo>
                    <a:pt x="2019" y="743"/>
                  </a:lnTo>
                  <a:cubicBezTo>
                    <a:pt x="2092" y="698"/>
                    <a:pt x="2173" y="653"/>
                    <a:pt x="2245" y="617"/>
                  </a:cubicBezTo>
                  <a:cubicBezTo>
                    <a:pt x="2398" y="536"/>
                    <a:pt x="2542" y="455"/>
                    <a:pt x="2695" y="374"/>
                  </a:cubicBezTo>
                  <a:lnTo>
                    <a:pt x="2714" y="365"/>
                  </a:lnTo>
                  <a:cubicBezTo>
                    <a:pt x="2714" y="365"/>
                    <a:pt x="2723" y="365"/>
                    <a:pt x="2732" y="356"/>
                  </a:cubicBezTo>
                  <a:cubicBezTo>
                    <a:pt x="2822" y="301"/>
                    <a:pt x="2840" y="175"/>
                    <a:pt x="2786" y="85"/>
                  </a:cubicBezTo>
                  <a:cubicBezTo>
                    <a:pt x="2746" y="29"/>
                    <a:pt x="2686" y="1"/>
                    <a:pt x="26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5" name="Google Shape;11615;p23"/>
            <p:cNvSpPr/>
            <p:nvPr/>
          </p:nvSpPr>
          <p:spPr>
            <a:xfrm>
              <a:off x="8276797" y="3673322"/>
              <a:ext cx="127207" cy="161161"/>
            </a:xfrm>
            <a:custGeom>
              <a:rect b="b" l="l" r="r" t="t"/>
              <a:pathLst>
                <a:path extrusionOk="0" h="3313" w="2615">
                  <a:moveTo>
                    <a:pt x="2417" y="0"/>
                  </a:moveTo>
                  <a:cubicBezTo>
                    <a:pt x="2405" y="0"/>
                    <a:pt x="2393" y="1"/>
                    <a:pt x="2381" y="3"/>
                  </a:cubicBezTo>
                  <a:cubicBezTo>
                    <a:pt x="2272" y="30"/>
                    <a:pt x="2209" y="129"/>
                    <a:pt x="2227" y="238"/>
                  </a:cubicBezTo>
                  <a:cubicBezTo>
                    <a:pt x="2254" y="382"/>
                    <a:pt x="2272" y="526"/>
                    <a:pt x="2254" y="670"/>
                  </a:cubicBezTo>
                  <a:cubicBezTo>
                    <a:pt x="2245" y="815"/>
                    <a:pt x="2218" y="968"/>
                    <a:pt x="2155" y="1103"/>
                  </a:cubicBezTo>
                  <a:cubicBezTo>
                    <a:pt x="2056" y="1382"/>
                    <a:pt x="1876" y="1644"/>
                    <a:pt x="1668" y="1869"/>
                  </a:cubicBezTo>
                  <a:cubicBezTo>
                    <a:pt x="1461" y="2104"/>
                    <a:pt x="1218" y="2302"/>
                    <a:pt x="965" y="2473"/>
                  </a:cubicBezTo>
                  <a:cubicBezTo>
                    <a:pt x="830" y="2563"/>
                    <a:pt x="704" y="2653"/>
                    <a:pt x="569" y="2735"/>
                  </a:cubicBezTo>
                  <a:cubicBezTo>
                    <a:pt x="434" y="2807"/>
                    <a:pt x="298" y="2879"/>
                    <a:pt x="154" y="2942"/>
                  </a:cubicBezTo>
                  <a:cubicBezTo>
                    <a:pt x="145" y="2942"/>
                    <a:pt x="136" y="2951"/>
                    <a:pt x="127" y="2951"/>
                  </a:cubicBezTo>
                  <a:cubicBezTo>
                    <a:pt x="28" y="3005"/>
                    <a:pt x="1" y="3131"/>
                    <a:pt x="64" y="3221"/>
                  </a:cubicBezTo>
                  <a:cubicBezTo>
                    <a:pt x="99" y="3280"/>
                    <a:pt x="162" y="3312"/>
                    <a:pt x="226" y="3312"/>
                  </a:cubicBezTo>
                  <a:cubicBezTo>
                    <a:pt x="260" y="3312"/>
                    <a:pt x="294" y="3303"/>
                    <a:pt x="325" y="3284"/>
                  </a:cubicBezTo>
                  <a:lnTo>
                    <a:pt x="334" y="3284"/>
                  </a:lnTo>
                  <a:cubicBezTo>
                    <a:pt x="614" y="3104"/>
                    <a:pt x="875" y="2906"/>
                    <a:pt x="1128" y="2707"/>
                  </a:cubicBezTo>
                  <a:cubicBezTo>
                    <a:pt x="1389" y="2500"/>
                    <a:pt x="1632" y="2284"/>
                    <a:pt x="1849" y="2031"/>
                  </a:cubicBezTo>
                  <a:cubicBezTo>
                    <a:pt x="2065" y="1788"/>
                    <a:pt x="2263" y="1518"/>
                    <a:pt x="2399" y="1202"/>
                  </a:cubicBezTo>
                  <a:cubicBezTo>
                    <a:pt x="2543" y="896"/>
                    <a:pt x="2615" y="553"/>
                    <a:pt x="2615" y="193"/>
                  </a:cubicBezTo>
                  <a:cubicBezTo>
                    <a:pt x="2615" y="184"/>
                    <a:pt x="2615" y="166"/>
                    <a:pt x="2615" y="157"/>
                  </a:cubicBezTo>
                  <a:cubicBezTo>
                    <a:pt x="2591" y="61"/>
                    <a:pt x="2510" y="0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6" name="Google Shape;11616;p23"/>
            <p:cNvSpPr/>
            <p:nvPr/>
          </p:nvSpPr>
          <p:spPr>
            <a:xfrm>
              <a:off x="7126261" y="3708687"/>
              <a:ext cx="37311" cy="143746"/>
            </a:xfrm>
            <a:custGeom>
              <a:rect b="b" l="l" r="r" t="t"/>
              <a:pathLst>
                <a:path extrusionOk="0" h="2955" w="767">
                  <a:moveTo>
                    <a:pt x="226" y="1"/>
                  </a:moveTo>
                  <a:cubicBezTo>
                    <a:pt x="211" y="1"/>
                    <a:pt x="196" y="3"/>
                    <a:pt x="181" y="6"/>
                  </a:cubicBezTo>
                  <a:cubicBezTo>
                    <a:pt x="73" y="24"/>
                    <a:pt x="0" y="124"/>
                    <a:pt x="27" y="232"/>
                  </a:cubicBezTo>
                  <a:cubicBezTo>
                    <a:pt x="100" y="637"/>
                    <a:pt x="163" y="1052"/>
                    <a:pt x="217" y="1467"/>
                  </a:cubicBezTo>
                  <a:lnTo>
                    <a:pt x="307" y="2089"/>
                  </a:lnTo>
                  <a:cubicBezTo>
                    <a:pt x="325" y="2296"/>
                    <a:pt x="379" y="2494"/>
                    <a:pt x="334" y="2711"/>
                  </a:cubicBezTo>
                  <a:cubicBezTo>
                    <a:pt x="325" y="2756"/>
                    <a:pt x="334" y="2801"/>
                    <a:pt x="352" y="2837"/>
                  </a:cubicBezTo>
                  <a:cubicBezTo>
                    <a:pt x="384" y="2914"/>
                    <a:pt x="458" y="2955"/>
                    <a:pt x="534" y="2955"/>
                  </a:cubicBezTo>
                  <a:cubicBezTo>
                    <a:pt x="564" y="2955"/>
                    <a:pt x="594" y="2949"/>
                    <a:pt x="622" y="2936"/>
                  </a:cubicBezTo>
                  <a:cubicBezTo>
                    <a:pt x="722" y="2891"/>
                    <a:pt x="767" y="2765"/>
                    <a:pt x="722" y="2666"/>
                  </a:cubicBezTo>
                  <a:cubicBezTo>
                    <a:pt x="622" y="2467"/>
                    <a:pt x="622" y="2251"/>
                    <a:pt x="595" y="2053"/>
                  </a:cubicBezTo>
                  <a:lnTo>
                    <a:pt x="523" y="1431"/>
                  </a:lnTo>
                  <a:cubicBezTo>
                    <a:pt x="478" y="1016"/>
                    <a:pt x="433" y="601"/>
                    <a:pt x="406" y="178"/>
                  </a:cubicBezTo>
                  <a:cubicBezTo>
                    <a:pt x="406" y="178"/>
                    <a:pt x="406" y="169"/>
                    <a:pt x="406" y="160"/>
                  </a:cubicBezTo>
                  <a:cubicBezTo>
                    <a:pt x="391" y="67"/>
                    <a:pt x="316" y="1"/>
                    <a:pt x="2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7" name="Google Shape;11617;p23"/>
            <p:cNvSpPr/>
            <p:nvPr/>
          </p:nvSpPr>
          <p:spPr>
            <a:xfrm>
              <a:off x="7753724" y="3752661"/>
              <a:ext cx="159215" cy="130125"/>
            </a:xfrm>
            <a:custGeom>
              <a:rect b="b" l="l" r="r" t="t"/>
              <a:pathLst>
                <a:path extrusionOk="0" h="2675" w="3273">
                  <a:moveTo>
                    <a:pt x="215" y="1"/>
                  </a:moveTo>
                  <a:cubicBezTo>
                    <a:pt x="203" y="1"/>
                    <a:pt x="192" y="2"/>
                    <a:pt x="181" y="4"/>
                  </a:cubicBezTo>
                  <a:cubicBezTo>
                    <a:pt x="72" y="31"/>
                    <a:pt x="0" y="130"/>
                    <a:pt x="27" y="238"/>
                  </a:cubicBezTo>
                  <a:cubicBezTo>
                    <a:pt x="99" y="581"/>
                    <a:pt x="253" y="905"/>
                    <a:pt x="460" y="1176"/>
                  </a:cubicBezTo>
                  <a:cubicBezTo>
                    <a:pt x="676" y="1446"/>
                    <a:pt x="938" y="1662"/>
                    <a:pt x="1208" y="1843"/>
                  </a:cubicBezTo>
                  <a:cubicBezTo>
                    <a:pt x="1488" y="2023"/>
                    <a:pt x="1776" y="2176"/>
                    <a:pt x="2083" y="2302"/>
                  </a:cubicBezTo>
                  <a:cubicBezTo>
                    <a:pt x="2371" y="2438"/>
                    <a:pt x="2677" y="2564"/>
                    <a:pt x="3002" y="2663"/>
                  </a:cubicBezTo>
                  <a:cubicBezTo>
                    <a:pt x="3011" y="2663"/>
                    <a:pt x="3020" y="2672"/>
                    <a:pt x="3029" y="2672"/>
                  </a:cubicBezTo>
                  <a:cubicBezTo>
                    <a:pt x="3039" y="2674"/>
                    <a:pt x="3049" y="2674"/>
                    <a:pt x="3059" y="2674"/>
                  </a:cubicBezTo>
                  <a:cubicBezTo>
                    <a:pt x="3155" y="2674"/>
                    <a:pt x="3238" y="2599"/>
                    <a:pt x="3254" y="2510"/>
                  </a:cubicBezTo>
                  <a:cubicBezTo>
                    <a:pt x="3272" y="2402"/>
                    <a:pt x="3191" y="2302"/>
                    <a:pt x="3092" y="2284"/>
                  </a:cubicBezTo>
                  <a:cubicBezTo>
                    <a:pt x="2939" y="2266"/>
                    <a:pt x="2786" y="2230"/>
                    <a:pt x="2641" y="2185"/>
                  </a:cubicBezTo>
                  <a:cubicBezTo>
                    <a:pt x="2488" y="2140"/>
                    <a:pt x="2335" y="2086"/>
                    <a:pt x="2191" y="2032"/>
                  </a:cubicBezTo>
                  <a:cubicBezTo>
                    <a:pt x="1902" y="1915"/>
                    <a:pt x="1623" y="1789"/>
                    <a:pt x="1361" y="1608"/>
                  </a:cubicBezTo>
                  <a:cubicBezTo>
                    <a:pt x="1118" y="1437"/>
                    <a:pt x="875" y="1239"/>
                    <a:pt x="712" y="986"/>
                  </a:cubicBezTo>
                  <a:cubicBezTo>
                    <a:pt x="622" y="869"/>
                    <a:pt x="559" y="734"/>
                    <a:pt x="505" y="599"/>
                  </a:cubicBezTo>
                  <a:cubicBezTo>
                    <a:pt x="451" y="464"/>
                    <a:pt x="424" y="319"/>
                    <a:pt x="415" y="175"/>
                  </a:cubicBezTo>
                  <a:lnTo>
                    <a:pt x="406" y="175"/>
                  </a:lnTo>
                  <a:cubicBezTo>
                    <a:pt x="406" y="166"/>
                    <a:pt x="406" y="166"/>
                    <a:pt x="406" y="157"/>
                  </a:cubicBezTo>
                  <a:cubicBezTo>
                    <a:pt x="390" y="61"/>
                    <a:pt x="303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8" name="Google Shape;11618;p23"/>
            <p:cNvSpPr/>
            <p:nvPr/>
          </p:nvSpPr>
          <p:spPr>
            <a:xfrm>
              <a:off x="7140708" y="3828157"/>
              <a:ext cx="36046" cy="134163"/>
            </a:xfrm>
            <a:custGeom>
              <a:rect b="b" l="l" r="r" t="t"/>
              <a:pathLst>
                <a:path extrusionOk="0" h="2758" w="741">
                  <a:moveTo>
                    <a:pt x="230" y="0"/>
                  </a:moveTo>
                  <a:cubicBezTo>
                    <a:pt x="208" y="0"/>
                    <a:pt x="186" y="4"/>
                    <a:pt x="163" y="11"/>
                  </a:cubicBezTo>
                  <a:cubicBezTo>
                    <a:pt x="64" y="38"/>
                    <a:pt x="1" y="155"/>
                    <a:pt x="37" y="255"/>
                  </a:cubicBezTo>
                  <a:cubicBezTo>
                    <a:pt x="163" y="633"/>
                    <a:pt x="208" y="1021"/>
                    <a:pt x="253" y="1399"/>
                  </a:cubicBezTo>
                  <a:cubicBezTo>
                    <a:pt x="289" y="1787"/>
                    <a:pt x="325" y="2175"/>
                    <a:pt x="325" y="2562"/>
                  </a:cubicBezTo>
                  <a:cubicBezTo>
                    <a:pt x="325" y="2580"/>
                    <a:pt x="325" y="2598"/>
                    <a:pt x="334" y="2607"/>
                  </a:cubicBezTo>
                  <a:cubicBezTo>
                    <a:pt x="357" y="2698"/>
                    <a:pt x="431" y="2758"/>
                    <a:pt x="519" y="2758"/>
                  </a:cubicBezTo>
                  <a:cubicBezTo>
                    <a:pt x="535" y="2758"/>
                    <a:pt x="552" y="2756"/>
                    <a:pt x="569" y="2751"/>
                  </a:cubicBezTo>
                  <a:cubicBezTo>
                    <a:pt x="677" y="2724"/>
                    <a:pt x="740" y="2625"/>
                    <a:pt x="713" y="2517"/>
                  </a:cubicBezTo>
                  <a:cubicBezTo>
                    <a:pt x="623" y="2138"/>
                    <a:pt x="551" y="1760"/>
                    <a:pt x="497" y="1372"/>
                  </a:cubicBezTo>
                  <a:cubicBezTo>
                    <a:pt x="443" y="985"/>
                    <a:pt x="397" y="606"/>
                    <a:pt x="425" y="210"/>
                  </a:cubicBezTo>
                  <a:cubicBezTo>
                    <a:pt x="425" y="182"/>
                    <a:pt x="425" y="155"/>
                    <a:pt x="416" y="137"/>
                  </a:cubicBezTo>
                  <a:cubicBezTo>
                    <a:pt x="387" y="52"/>
                    <a:pt x="313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19" name="Google Shape;11619;p23"/>
          <p:cNvGrpSpPr/>
          <p:nvPr/>
        </p:nvGrpSpPr>
        <p:grpSpPr>
          <a:xfrm rot="854098">
            <a:off x="7782856" y="510397"/>
            <a:ext cx="639528" cy="438002"/>
            <a:chOff x="5501450" y="2545600"/>
            <a:chExt cx="639525" cy="438000"/>
          </a:xfrm>
        </p:grpSpPr>
        <p:sp>
          <p:nvSpPr>
            <p:cNvPr id="11620" name="Google Shape;11620;p23"/>
            <p:cNvSpPr/>
            <p:nvPr/>
          </p:nvSpPr>
          <p:spPr>
            <a:xfrm>
              <a:off x="5501450" y="2545600"/>
              <a:ext cx="639525" cy="438000"/>
            </a:xfrm>
            <a:custGeom>
              <a:rect b="b" l="l" r="r" t="t"/>
              <a:pathLst>
                <a:path extrusionOk="0" h="17520" w="25581">
                  <a:moveTo>
                    <a:pt x="2054" y="916"/>
                  </a:moveTo>
                  <a:cubicBezTo>
                    <a:pt x="4249" y="1273"/>
                    <a:pt x="6534" y="1376"/>
                    <a:pt x="8837" y="1376"/>
                  </a:cubicBezTo>
                  <a:cubicBezTo>
                    <a:pt x="11993" y="1376"/>
                    <a:pt x="15185" y="1183"/>
                    <a:pt x="18229" y="1183"/>
                  </a:cubicBezTo>
                  <a:cubicBezTo>
                    <a:pt x="18767" y="1183"/>
                    <a:pt x="19366" y="1142"/>
                    <a:pt x="19969" y="1142"/>
                  </a:cubicBezTo>
                  <a:cubicBezTo>
                    <a:pt x="21476" y="1142"/>
                    <a:pt x="23008" y="1398"/>
                    <a:pt x="23668" y="3189"/>
                  </a:cubicBezTo>
                  <a:cubicBezTo>
                    <a:pt x="24139" y="4443"/>
                    <a:pt x="23998" y="6292"/>
                    <a:pt x="24045" y="7625"/>
                  </a:cubicBezTo>
                  <a:cubicBezTo>
                    <a:pt x="24154" y="10242"/>
                    <a:pt x="24076" y="12876"/>
                    <a:pt x="23904" y="15493"/>
                  </a:cubicBezTo>
                  <a:cubicBezTo>
                    <a:pt x="19549" y="16044"/>
                    <a:pt x="15184" y="16308"/>
                    <a:pt x="10802" y="16308"/>
                  </a:cubicBezTo>
                  <a:cubicBezTo>
                    <a:pt x="9570" y="16308"/>
                    <a:pt x="8336" y="16287"/>
                    <a:pt x="7101" y="16246"/>
                  </a:cubicBezTo>
                  <a:cubicBezTo>
                    <a:pt x="5141" y="16167"/>
                    <a:pt x="2398" y="16543"/>
                    <a:pt x="1505" y="14036"/>
                  </a:cubicBezTo>
                  <a:cubicBezTo>
                    <a:pt x="1066" y="12782"/>
                    <a:pt x="1270" y="10916"/>
                    <a:pt x="1207" y="9600"/>
                  </a:cubicBezTo>
                  <a:cubicBezTo>
                    <a:pt x="1160" y="8659"/>
                    <a:pt x="235" y="1700"/>
                    <a:pt x="2054" y="916"/>
                  </a:cubicBezTo>
                  <a:close/>
                  <a:moveTo>
                    <a:pt x="1928" y="0"/>
                  </a:moveTo>
                  <a:cubicBezTo>
                    <a:pt x="478" y="0"/>
                    <a:pt x="29" y="2119"/>
                    <a:pt x="16" y="3518"/>
                  </a:cubicBezTo>
                  <a:cubicBezTo>
                    <a:pt x="0" y="5869"/>
                    <a:pt x="204" y="8252"/>
                    <a:pt x="282" y="10603"/>
                  </a:cubicBezTo>
                  <a:cubicBezTo>
                    <a:pt x="345" y="12139"/>
                    <a:pt x="157" y="14098"/>
                    <a:pt x="1003" y="15462"/>
                  </a:cubicBezTo>
                  <a:cubicBezTo>
                    <a:pt x="2119" y="17247"/>
                    <a:pt x="4806" y="17520"/>
                    <a:pt x="7212" y="17520"/>
                  </a:cubicBezTo>
                  <a:cubicBezTo>
                    <a:pt x="8268" y="17520"/>
                    <a:pt x="9269" y="17467"/>
                    <a:pt x="10061" y="17467"/>
                  </a:cubicBezTo>
                  <a:cubicBezTo>
                    <a:pt x="10126" y="17467"/>
                    <a:pt x="10189" y="17468"/>
                    <a:pt x="10251" y="17468"/>
                  </a:cubicBezTo>
                  <a:cubicBezTo>
                    <a:pt x="10550" y="17471"/>
                    <a:pt x="10848" y="17473"/>
                    <a:pt x="11146" y="17473"/>
                  </a:cubicBezTo>
                  <a:cubicBezTo>
                    <a:pt x="15785" y="17473"/>
                    <a:pt x="20422" y="17132"/>
                    <a:pt x="25016" y="16528"/>
                  </a:cubicBezTo>
                  <a:cubicBezTo>
                    <a:pt x="25581" y="16449"/>
                    <a:pt x="25549" y="15791"/>
                    <a:pt x="25189" y="15509"/>
                  </a:cubicBezTo>
                  <a:cubicBezTo>
                    <a:pt x="25440" y="11857"/>
                    <a:pt x="25534" y="8126"/>
                    <a:pt x="25110" y="4490"/>
                  </a:cubicBezTo>
                  <a:cubicBezTo>
                    <a:pt x="24907" y="2766"/>
                    <a:pt x="24515" y="995"/>
                    <a:pt x="22728" y="305"/>
                  </a:cubicBezTo>
                  <a:cubicBezTo>
                    <a:pt x="22098" y="64"/>
                    <a:pt x="21403" y="15"/>
                    <a:pt x="20716" y="15"/>
                  </a:cubicBezTo>
                  <a:cubicBezTo>
                    <a:pt x="20240" y="15"/>
                    <a:pt x="19769" y="38"/>
                    <a:pt x="19327" y="38"/>
                  </a:cubicBezTo>
                  <a:cubicBezTo>
                    <a:pt x="17132" y="38"/>
                    <a:pt x="14954" y="70"/>
                    <a:pt x="12759" y="70"/>
                  </a:cubicBezTo>
                  <a:cubicBezTo>
                    <a:pt x="12545" y="72"/>
                    <a:pt x="12330" y="73"/>
                    <a:pt x="12115" y="73"/>
                  </a:cubicBezTo>
                  <a:cubicBezTo>
                    <a:pt x="10641" y="73"/>
                    <a:pt x="9140" y="30"/>
                    <a:pt x="7640" y="30"/>
                  </a:cubicBezTo>
                  <a:cubicBezTo>
                    <a:pt x="6052" y="30"/>
                    <a:pt x="4466" y="78"/>
                    <a:pt x="2916" y="274"/>
                  </a:cubicBezTo>
                  <a:cubicBezTo>
                    <a:pt x="2544" y="84"/>
                    <a:pt x="2216" y="0"/>
                    <a:pt x="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1" name="Google Shape;11621;p23"/>
            <p:cNvSpPr/>
            <p:nvPr/>
          </p:nvSpPr>
          <p:spPr>
            <a:xfrm>
              <a:off x="5714775" y="2654925"/>
              <a:ext cx="280075" cy="257600"/>
            </a:xfrm>
            <a:custGeom>
              <a:rect b="b" l="l" r="r" t="t"/>
              <a:pathLst>
                <a:path extrusionOk="0" h="10304" w="11203">
                  <a:moveTo>
                    <a:pt x="652" y="289"/>
                  </a:moveTo>
                  <a:cubicBezTo>
                    <a:pt x="809" y="415"/>
                    <a:pt x="966" y="540"/>
                    <a:pt x="1138" y="650"/>
                  </a:cubicBezTo>
                  <a:cubicBezTo>
                    <a:pt x="1076" y="697"/>
                    <a:pt x="1044" y="775"/>
                    <a:pt x="1029" y="854"/>
                  </a:cubicBezTo>
                  <a:cubicBezTo>
                    <a:pt x="1029" y="1042"/>
                    <a:pt x="1044" y="1214"/>
                    <a:pt x="1044" y="1387"/>
                  </a:cubicBezTo>
                  <a:cubicBezTo>
                    <a:pt x="919" y="1449"/>
                    <a:pt x="825" y="1543"/>
                    <a:pt x="778" y="1669"/>
                  </a:cubicBezTo>
                  <a:cubicBezTo>
                    <a:pt x="746" y="1214"/>
                    <a:pt x="699" y="760"/>
                    <a:pt x="652" y="305"/>
                  </a:cubicBezTo>
                  <a:cubicBezTo>
                    <a:pt x="652" y="305"/>
                    <a:pt x="652" y="289"/>
                    <a:pt x="652" y="289"/>
                  </a:cubicBezTo>
                  <a:close/>
                  <a:moveTo>
                    <a:pt x="5778" y="4208"/>
                  </a:moveTo>
                  <a:lnTo>
                    <a:pt x="5778" y="4208"/>
                  </a:lnTo>
                  <a:cubicBezTo>
                    <a:pt x="6217" y="4333"/>
                    <a:pt x="6671" y="4443"/>
                    <a:pt x="7126" y="4521"/>
                  </a:cubicBezTo>
                  <a:cubicBezTo>
                    <a:pt x="7142" y="4537"/>
                    <a:pt x="7142" y="4537"/>
                    <a:pt x="7157" y="4553"/>
                  </a:cubicBezTo>
                  <a:cubicBezTo>
                    <a:pt x="6844" y="4725"/>
                    <a:pt x="6530" y="4913"/>
                    <a:pt x="6232" y="5101"/>
                  </a:cubicBezTo>
                  <a:cubicBezTo>
                    <a:pt x="6138" y="4804"/>
                    <a:pt x="5966" y="4490"/>
                    <a:pt x="5778" y="4208"/>
                  </a:cubicBezTo>
                  <a:close/>
                  <a:moveTo>
                    <a:pt x="840" y="2296"/>
                  </a:moveTo>
                  <a:lnTo>
                    <a:pt x="840" y="2296"/>
                  </a:lnTo>
                  <a:cubicBezTo>
                    <a:pt x="919" y="2672"/>
                    <a:pt x="1013" y="3032"/>
                    <a:pt x="1076" y="3393"/>
                  </a:cubicBezTo>
                  <a:cubicBezTo>
                    <a:pt x="1123" y="4694"/>
                    <a:pt x="1201" y="5995"/>
                    <a:pt x="1264" y="7280"/>
                  </a:cubicBezTo>
                  <a:cubicBezTo>
                    <a:pt x="1279" y="7500"/>
                    <a:pt x="1436" y="7641"/>
                    <a:pt x="1609" y="7688"/>
                  </a:cubicBezTo>
                  <a:cubicBezTo>
                    <a:pt x="1624" y="7923"/>
                    <a:pt x="1656" y="8142"/>
                    <a:pt x="1671" y="8377"/>
                  </a:cubicBezTo>
                  <a:cubicBezTo>
                    <a:pt x="1671" y="8503"/>
                    <a:pt x="1734" y="8612"/>
                    <a:pt x="1812" y="8706"/>
                  </a:cubicBezTo>
                  <a:cubicBezTo>
                    <a:pt x="1781" y="8753"/>
                    <a:pt x="1765" y="8801"/>
                    <a:pt x="1734" y="8848"/>
                  </a:cubicBezTo>
                  <a:cubicBezTo>
                    <a:pt x="1718" y="8910"/>
                    <a:pt x="1718" y="8957"/>
                    <a:pt x="1703" y="9004"/>
                  </a:cubicBezTo>
                  <a:cubicBezTo>
                    <a:pt x="1577" y="9130"/>
                    <a:pt x="1436" y="9239"/>
                    <a:pt x="1295" y="9365"/>
                  </a:cubicBezTo>
                  <a:cubicBezTo>
                    <a:pt x="1154" y="7014"/>
                    <a:pt x="1029" y="4647"/>
                    <a:pt x="840" y="2296"/>
                  </a:cubicBezTo>
                  <a:close/>
                  <a:moveTo>
                    <a:pt x="299" y="0"/>
                  </a:moveTo>
                  <a:cubicBezTo>
                    <a:pt x="146" y="0"/>
                    <a:pt x="0" y="102"/>
                    <a:pt x="10" y="305"/>
                  </a:cubicBezTo>
                  <a:cubicBezTo>
                    <a:pt x="88" y="3440"/>
                    <a:pt x="355" y="6575"/>
                    <a:pt x="574" y="9710"/>
                  </a:cubicBezTo>
                  <a:cubicBezTo>
                    <a:pt x="590" y="9866"/>
                    <a:pt x="684" y="9976"/>
                    <a:pt x="793" y="10023"/>
                  </a:cubicBezTo>
                  <a:cubicBezTo>
                    <a:pt x="841" y="10176"/>
                    <a:pt x="985" y="10303"/>
                    <a:pt x="1148" y="10303"/>
                  </a:cubicBezTo>
                  <a:cubicBezTo>
                    <a:pt x="1201" y="10303"/>
                    <a:pt x="1256" y="10289"/>
                    <a:pt x="1311" y="10258"/>
                  </a:cubicBezTo>
                  <a:cubicBezTo>
                    <a:pt x="1718" y="10070"/>
                    <a:pt x="2110" y="9851"/>
                    <a:pt x="2486" y="9647"/>
                  </a:cubicBezTo>
                  <a:cubicBezTo>
                    <a:pt x="2627" y="9631"/>
                    <a:pt x="2753" y="9569"/>
                    <a:pt x="2847" y="9475"/>
                  </a:cubicBezTo>
                  <a:cubicBezTo>
                    <a:pt x="2894" y="9427"/>
                    <a:pt x="2941" y="9396"/>
                    <a:pt x="2988" y="9349"/>
                  </a:cubicBezTo>
                  <a:cubicBezTo>
                    <a:pt x="5417" y="7938"/>
                    <a:pt x="7721" y="6199"/>
                    <a:pt x="10151" y="4819"/>
                  </a:cubicBezTo>
                  <a:cubicBezTo>
                    <a:pt x="10229" y="4757"/>
                    <a:pt x="10292" y="4694"/>
                    <a:pt x="10323" y="4615"/>
                  </a:cubicBezTo>
                  <a:cubicBezTo>
                    <a:pt x="10383" y="4639"/>
                    <a:pt x="10441" y="4649"/>
                    <a:pt x="10497" y="4649"/>
                  </a:cubicBezTo>
                  <a:cubicBezTo>
                    <a:pt x="10925" y="4649"/>
                    <a:pt x="11203" y="4024"/>
                    <a:pt x="10731" y="3816"/>
                  </a:cubicBezTo>
                  <a:cubicBezTo>
                    <a:pt x="9101" y="3032"/>
                    <a:pt x="7439" y="2296"/>
                    <a:pt x="5762" y="1606"/>
                  </a:cubicBezTo>
                  <a:cubicBezTo>
                    <a:pt x="4238" y="987"/>
                    <a:pt x="2525" y="34"/>
                    <a:pt x="860" y="34"/>
                  </a:cubicBezTo>
                  <a:cubicBezTo>
                    <a:pt x="796" y="34"/>
                    <a:pt x="732" y="36"/>
                    <a:pt x="668" y="39"/>
                  </a:cubicBezTo>
                  <a:cubicBezTo>
                    <a:pt x="621" y="39"/>
                    <a:pt x="590" y="70"/>
                    <a:pt x="558" y="117"/>
                  </a:cubicBezTo>
                  <a:cubicBezTo>
                    <a:pt x="492" y="39"/>
                    <a:pt x="39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22" name="Google Shape;11622;p23"/>
          <p:cNvGrpSpPr/>
          <p:nvPr/>
        </p:nvGrpSpPr>
        <p:grpSpPr>
          <a:xfrm>
            <a:off x="3239069" y="4008175"/>
            <a:ext cx="2620695" cy="176025"/>
            <a:chOff x="4345425" y="2175475"/>
            <a:chExt cx="800750" cy="176025"/>
          </a:xfrm>
        </p:grpSpPr>
        <p:sp>
          <p:nvSpPr>
            <p:cNvPr id="11623" name="Google Shape;11623;p23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4" name="Google Shape;11624;p23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5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5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6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1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28" name="Shape 1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9" name="Google Shape;11629;p24"/>
          <p:cNvSpPr txBox="1"/>
          <p:nvPr>
            <p:ph idx="1" type="subTitle"/>
          </p:nvPr>
        </p:nvSpPr>
        <p:spPr>
          <a:xfrm>
            <a:off x="566438" y="957975"/>
            <a:ext cx="4239600" cy="222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t/>
            </a:r>
            <a:endParaRPr/>
          </a:p>
        </p:txBody>
      </p:sp>
      <p:sp>
        <p:nvSpPr>
          <p:cNvPr id="11630" name="Google Shape;11630;p24"/>
          <p:cNvSpPr txBox="1"/>
          <p:nvPr>
            <p:ph type="title"/>
          </p:nvPr>
        </p:nvSpPr>
        <p:spPr>
          <a:xfrm>
            <a:off x="443225" y="298100"/>
            <a:ext cx="4416000" cy="5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Create a Program (Help)</a:t>
            </a:r>
            <a:endParaRPr/>
          </a:p>
        </p:txBody>
      </p:sp>
      <p:grpSp>
        <p:nvGrpSpPr>
          <p:cNvPr id="11631" name="Google Shape;11631;p24"/>
          <p:cNvGrpSpPr/>
          <p:nvPr/>
        </p:nvGrpSpPr>
        <p:grpSpPr>
          <a:xfrm>
            <a:off x="588483" y="727950"/>
            <a:ext cx="4195530" cy="176025"/>
            <a:chOff x="4345425" y="2175475"/>
            <a:chExt cx="800750" cy="176025"/>
          </a:xfrm>
        </p:grpSpPr>
        <p:sp>
          <p:nvSpPr>
            <p:cNvPr id="11632" name="Google Shape;11632;p24"/>
            <p:cNvSpPr/>
            <p:nvPr/>
          </p:nvSpPr>
          <p:spPr>
            <a:xfrm>
              <a:off x="4351850" y="2175475"/>
              <a:ext cx="763000" cy="156275"/>
            </a:xfrm>
            <a:custGeom>
              <a:rect b="b" l="l" r="r" t="t"/>
              <a:pathLst>
                <a:path extrusionOk="0" h="6251" w="30520">
                  <a:moveTo>
                    <a:pt x="28815" y="0"/>
                  </a:moveTo>
                  <a:cubicBezTo>
                    <a:pt x="19166" y="50"/>
                    <a:pt x="9617" y="1178"/>
                    <a:pt x="243" y="3359"/>
                  </a:cubicBezTo>
                  <a:cubicBezTo>
                    <a:pt x="1" y="3431"/>
                    <a:pt x="1096" y="6250"/>
                    <a:pt x="1871" y="6250"/>
                  </a:cubicBezTo>
                  <a:cubicBezTo>
                    <a:pt x="1897" y="6250"/>
                    <a:pt x="1923" y="6247"/>
                    <a:pt x="1948" y="6241"/>
                  </a:cubicBezTo>
                  <a:cubicBezTo>
                    <a:pt x="11321" y="4060"/>
                    <a:pt x="20870" y="2933"/>
                    <a:pt x="30494" y="2882"/>
                  </a:cubicBezTo>
                  <a:cubicBezTo>
                    <a:pt x="30519" y="2882"/>
                    <a:pt x="29742" y="0"/>
                    <a:pt x="2881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3" name="Google Shape;11633;p24"/>
            <p:cNvSpPr/>
            <p:nvPr/>
          </p:nvSpPr>
          <p:spPr>
            <a:xfrm>
              <a:off x="4345425" y="2195925"/>
              <a:ext cx="800750" cy="155575"/>
            </a:xfrm>
            <a:custGeom>
              <a:rect b="b" l="l" r="r" t="t"/>
              <a:pathLst>
                <a:path extrusionOk="0" h="6223" w="32030">
                  <a:moveTo>
                    <a:pt x="28845" y="0"/>
                  </a:moveTo>
                  <a:cubicBezTo>
                    <a:pt x="27445" y="0"/>
                    <a:pt x="25887" y="355"/>
                    <a:pt x="24736" y="435"/>
                  </a:cubicBezTo>
                  <a:cubicBezTo>
                    <a:pt x="22004" y="611"/>
                    <a:pt x="19247" y="811"/>
                    <a:pt x="16490" y="987"/>
                  </a:cubicBezTo>
                  <a:cubicBezTo>
                    <a:pt x="11578" y="1338"/>
                    <a:pt x="6240" y="1112"/>
                    <a:pt x="1603" y="3042"/>
                  </a:cubicBezTo>
                  <a:cubicBezTo>
                    <a:pt x="0" y="3697"/>
                    <a:pt x="919" y="6222"/>
                    <a:pt x="2308" y="6222"/>
                  </a:cubicBezTo>
                  <a:cubicBezTo>
                    <a:pt x="2461" y="6222"/>
                    <a:pt x="2620" y="6192"/>
                    <a:pt x="2781" y="6125"/>
                  </a:cubicBezTo>
                  <a:cubicBezTo>
                    <a:pt x="6967" y="4370"/>
                    <a:pt x="11653" y="4546"/>
                    <a:pt x="16115" y="4220"/>
                  </a:cubicBezTo>
                  <a:cubicBezTo>
                    <a:pt x="18596" y="4069"/>
                    <a:pt x="21052" y="3894"/>
                    <a:pt x="23533" y="3719"/>
                  </a:cubicBezTo>
                  <a:cubicBezTo>
                    <a:pt x="24636" y="3643"/>
                    <a:pt x="25739" y="3568"/>
                    <a:pt x="26841" y="3493"/>
                  </a:cubicBezTo>
                  <a:cubicBezTo>
                    <a:pt x="27393" y="3468"/>
                    <a:pt x="27944" y="3418"/>
                    <a:pt x="28496" y="3393"/>
                  </a:cubicBezTo>
                  <a:cubicBezTo>
                    <a:pt x="28558" y="3393"/>
                    <a:pt x="29066" y="3437"/>
                    <a:pt x="29482" y="3437"/>
                  </a:cubicBezTo>
                  <a:cubicBezTo>
                    <a:pt x="29580" y="3437"/>
                    <a:pt x="29673" y="3434"/>
                    <a:pt x="29754" y="3428"/>
                  </a:cubicBezTo>
                  <a:lnTo>
                    <a:pt x="29754" y="3428"/>
                  </a:lnTo>
                  <a:cubicBezTo>
                    <a:pt x="30007" y="3587"/>
                    <a:pt x="30293" y="3683"/>
                    <a:pt x="30597" y="3683"/>
                  </a:cubicBezTo>
                  <a:cubicBezTo>
                    <a:pt x="30664" y="3683"/>
                    <a:pt x="30732" y="3678"/>
                    <a:pt x="30801" y="3668"/>
                  </a:cubicBezTo>
                  <a:cubicBezTo>
                    <a:pt x="30877" y="3668"/>
                    <a:pt x="30952" y="3643"/>
                    <a:pt x="31002" y="3643"/>
                  </a:cubicBezTo>
                  <a:cubicBezTo>
                    <a:pt x="31528" y="3568"/>
                    <a:pt x="31829" y="2992"/>
                    <a:pt x="31904" y="2516"/>
                  </a:cubicBezTo>
                  <a:lnTo>
                    <a:pt x="31929" y="2265"/>
                  </a:lnTo>
                  <a:cubicBezTo>
                    <a:pt x="32029" y="1563"/>
                    <a:pt x="31578" y="811"/>
                    <a:pt x="30977" y="460"/>
                  </a:cubicBezTo>
                  <a:cubicBezTo>
                    <a:pt x="30386" y="115"/>
                    <a:pt x="29641" y="0"/>
                    <a:pt x="28845" y="0"/>
                  </a:cubicBezTo>
                  <a:close/>
                </a:path>
              </a:pathLst>
            </a:custGeom>
            <a:solidFill>
              <a:srgbClr val="00FF00">
                <a:alpha val="2078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Online Notebook XL by Slidesgo">
  <a:themeElements>
    <a:clrScheme name="Simple Light">
      <a:dk1>
        <a:srgbClr val="1C4587"/>
      </a:dk1>
      <a:lt1>
        <a:srgbClr val="FFFFFF"/>
      </a:lt1>
      <a:dk2>
        <a:srgbClr val="000000"/>
      </a:dk2>
      <a:lt2>
        <a:srgbClr val="F6B0F7"/>
      </a:lt2>
      <a:accent1>
        <a:srgbClr val="CAFFCA"/>
      </a:accent1>
      <a:accent2>
        <a:srgbClr val="FFE599"/>
      </a:accent2>
      <a:accent3>
        <a:srgbClr val="FFF8D3"/>
      </a:accent3>
      <a:accent4>
        <a:srgbClr val="FFBBAA"/>
      </a:accent4>
      <a:accent5>
        <a:srgbClr val="FFFFFF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Online Notebook XL by Slidesgo">
  <a:themeElements>
    <a:clrScheme name="Simple Light">
      <a:dk1>
        <a:srgbClr val="1C4587"/>
      </a:dk1>
      <a:lt1>
        <a:srgbClr val="FFFFFF"/>
      </a:lt1>
      <a:dk2>
        <a:srgbClr val="000000"/>
      </a:dk2>
      <a:lt2>
        <a:srgbClr val="F6B0F7"/>
      </a:lt2>
      <a:accent1>
        <a:srgbClr val="CAFFCA"/>
      </a:accent1>
      <a:accent2>
        <a:srgbClr val="FFE599"/>
      </a:accent2>
      <a:accent3>
        <a:srgbClr val="FFF8D3"/>
      </a:accent3>
      <a:accent4>
        <a:srgbClr val="FFBBAA"/>
      </a:accent4>
      <a:accent5>
        <a:srgbClr val="FFFFFF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Online Notebook XL by Slidesgo">
  <a:themeElements>
    <a:clrScheme name="Simple Light">
      <a:dk1>
        <a:srgbClr val="1C4587"/>
      </a:dk1>
      <a:lt1>
        <a:srgbClr val="FFFFFF"/>
      </a:lt1>
      <a:dk2>
        <a:srgbClr val="000000"/>
      </a:dk2>
      <a:lt2>
        <a:srgbClr val="F6B0F7"/>
      </a:lt2>
      <a:accent1>
        <a:srgbClr val="CAFFCA"/>
      </a:accent1>
      <a:accent2>
        <a:srgbClr val="FFE599"/>
      </a:accent2>
      <a:accent3>
        <a:srgbClr val="FFF8D3"/>
      </a:accent3>
      <a:accent4>
        <a:srgbClr val="FFBBAA"/>
      </a:accent4>
      <a:accent5>
        <a:srgbClr val="FFFFFF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Online Notebook XL by Slidesgo">
  <a:themeElements>
    <a:clrScheme name="Simple Light">
      <a:dk1>
        <a:srgbClr val="1C4587"/>
      </a:dk1>
      <a:lt1>
        <a:srgbClr val="FFFFFF"/>
      </a:lt1>
      <a:dk2>
        <a:srgbClr val="000000"/>
      </a:dk2>
      <a:lt2>
        <a:srgbClr val="F6B0F7"/>
      </a:lt2>
      <a:accent1>
        <a:srgbClr val="CAFFCA"/>
      </a:accent1>
      <a:accent2>
        <a:srgbClr val="FFE599"/>
      </a:accent2>
      <a:accent3>
        <a:srgbClr val="FFF8D3"/>
      </a:accent3>
      <a:accent4>
        <a:srgbClr val="FFBBAA"/>
      </a:accent4>
      <a:accent5>
        <a:srgbClr val="FFFFFF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.xml><?xml version="1.0" encoding="utf-8"?>
<a:theme xmlns:a="http://schemas.openxmlformats.org/drawingml/2006/main" xmlns:r="http://schemas.openxmlformats.org/officeDocument/2006/relationships" name="Online Notebook XL by Slidesgo">
  <a:themeElements>
    <a:clrScheme name="Simple Light">
      <a:dk1>
        <a:srgbClr val="1C4587"/>
      </a:dk1>
      <a:lt1>
        <a:srgbClr val="FFFFFF"/>
      </a:lt1>
      <a:dk2>
        <a:srgbClr val="000000"/>
      </a:dk2>
      <a:lt2>
        <a:srgbClr val="F6B0F7"/>
      </a:lt2>
      <a:accent1>
        <a:srgbClr val="CAFFCA"/>
      </a:accent1>
      <a:accent2>
        <a:srgbClr val="FFE599"/>
      </a:accent2>
      <a:accent3>
        <a:srgbClr val="FFF8D3"/>
      </a:accent3>
      <a:accent4>
        <a:srgbClr val="FFBBAA"/>
      </a:accent4>
      <a:accent5>
        <a:srgbClr val="FFFFFF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.xml><?xml version="1.0" encoding="utf-8"?>
<a:theme xmlns:a="http://schemas.openxmlformats.org/drawingml/2006/main" xmlns:r="http://schemas.openxmlformats.org/officeDocument/2006/relationships" name="Online Notebook XL by Slidesgo">
  <a:themeElements>
    <a:clrScheme name="Simple Light">
      <a:dk1>
        <a:srgbClr val="1C4587"/>
      </a:dk1>
      <a:lt1>
        <a:srgbClr val="FFFFFF"/>
      </a:lt1>
      <a:dk2>
        <a:srgbClr val="000000"/>
      </a:dk2>
      <a:lt2>
        <a:srgbClr val="F6B0F7"/>
      </a:lt2>
      <a:accent1>
        <a:srgbClr val="CAFFCA"/>
      </a:accent1>
      <a:accent2>
        <a:srgbClr val="FFE599"/>
      </a:accent2>
      <a:accent3>
        <a:srgbClr val="FFF8D3"/>
      </a:accent3>
      <a:accent4>
        <a:srgbClr val="FFBBAA"/>
      </a:accent4>
      <a:accent5>
        <a:srgbClr val="FFFFFF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.xml><?xml version="1.0" encoding="utf-8"?>
<a:theme xmlns:a="http://schemas.openxmlformats.org/drawingml/2006/main" xmlns:r="http://schemas.openxmlformats.org/officeDocument/2006/relationships" name="Online Notebook XL by Slidesgo">
  <a:themeElements>
    <a:clrScheme name="Simple Light">
      <a:dk1>
        <a:srgbClr val="1C4587"/>
      </a:dk1>
      <a:lt1>
        <a:srgbClr val="FFFFFF"/>
      </a:lt1>
      <a:dk2>
        <a:srgbClr val="000000"/>
      </a:dk2>
      <a:lt2>
        <a:srgbClr val="F6B0F7"/>
      </a:lt2>
      <a:accent1>
        <a:srgbClr val="CAFFCA"/>
      </a:accent1>
      <a:accent2>
        <a:srgbClr val="FFE599"/>
      </a:accent2>
      <a:accent3>
        <a:srgbClr val="FFF8D3"/>
      </a:accent3>
      <a:accent4>
        <a:srgbClr val="FFBBAA"/>
      </a:accent4>
      <a:accent5>
        <a:srgbClr val="FFFFFF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/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029374dd-2437-4816-8d63-bf9cc1b578e5_Enabled">
    <vt:lpwstr>true</vt:lpwstr>
  </property>
  <property fmtid="{D5CDD505-2E9C-101B-9397-08002B2CF9AE}" pid="3" name="MSIP_Label_029374dd-2437-4816-8d63-bf9cc1b578e5_SetDate">
    <vt:lpwstr>2024-12-09T19:09:23Z</vt:lpwstr>
  </property>
  <property fmtid="{D5CDD505-2E9C-101B-9397-08002B2CF9AE}" pid="4" name="MSIP_Label_029374dd-2437-4816-8d63-bf9cc1b578e5_Method">
    <vt:lpwstr>Privileged</vt:lpwstr>
  </property>
  <property fmtid="{D5CDD505-2E9C-101B-9397-08002B2CF9AE}" pid="5" name="MSIP_Label_029374dd-2437-4816-8d63-bf9cc1b578e5_Name">
    <vt:lpwstr>Public</vt:lpwstr>
  </property>
  <property fmtid="{D5CDD505-2E9C-101B-9397-08002B2CF9AE}" pid="6" name="MSIP_Label_029374dd-2437-4816-8d63-bf9cc1b578e5_SiteId">
    <vt:lpwstr>39b03722-b836-496a-85ec-850f0957ca6b</vt:lpwstr>
  </property>
  <property fmtid="{D5CDD505-2E9C-101B-9397-08002B2CF9AE}" pid="7" name="MSIP_Label_029374dd-2437-4816-8d63-bf9cc1b578e5_ActionId">
    <vt:lpwstr>34ed9860-61c8-4a29-ab49-69e1c93adea1</vt:lpwstr>
  </property>
  <property fmtid="{D5CDD505-2E9C-101B-9397-08002B2CF9AE}" pid="8" name="MSIP_Label_029374dd-2437-4816-8d63-bf9cc1b578e5_ContentBits">
    <vt:lpwstr>2</vt:lpwstr>
  </property>
  <property fmtid="{D5CDD505-2E9C-101B-9397-08002B2CF9AE}" pid="9" name="ClassificationContentMarkingFooterLocations">
    <vt:lpwstr>Simple Light:3\Online Notebook XL by Slidesgo:3\Online Notebook XL by Slidesgo:3\Online Notebook XL by Slidesgo:3\Online Notebook XL by Slidesgo:3\Online Notebook XL by Slidesgo:3\Online Notebook XL by Slidesgo:3\Online Notebook XL by Slidesgo:3</vt:lpwstr>
  </property>
  <property fmtid="{D5CDD505-2E9C-101B-9397-08002B2CF9AE}" pid="10" name="ClassificationContentMarkingFooterText">
    <vt:lpwstr>Public</vt:lpwstr>
  </property>
</Properties>
</file>